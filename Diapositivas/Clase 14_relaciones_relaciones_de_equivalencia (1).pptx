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  <p:sldMasterId id="2147483660" r:id="rId5"/>
  </p:sldMasterIdLst>
  <p:notesMasterIdLst>
    <p:notesMasterId r:id="rId40"/>
  </p:notesMasterIdLst>
  <p:sldIdLst>
    <p:sldId id="259" r:id="rId6"/>
    <p:sldId id="377" r:id="rId7"/>
    <p:sldId id="510" r:id="rId8"/>
    <p:sldId id="535" r:id="rId9"/>
    <p:sldId id="511" r:id="rId10"/>
    <p:sldId id="514" r:id="rId11"/>
    <p:sldId id="512" r:id="rId12"/>
    <p:sldId id="515" r:id="rId13"/>
    <p:sldId id="516" r:id="rId14"/>
    <p:sldId id="517" r:id="rId15"/>
    <p:sldId id="539" r:id="rId16"/>
    <p:sldId id="536" r:id="rId17"/>
    <p:sldId id="520" r:id="rId18"/>
    <p:sldId id="521" r:id="rId19"/>
    <p:sldId id="518" r:id="rId20"/>
    <p:sldId id="541" r:id="rId21"/>
    <p:sldId id="542" r:id="rId22"/>
    <p:sldId id="540" r:id="rId23"/>
    <p:sldId id="522" r:id="rId24"/>
    <p:sldId id="523" r:id="rId25"/>
    <p:sldId id="524" r:id="rId26"/>
    <p:sldId id="525" r:id="rId27"/>
    <p:sldId id="526" r:id="rId28"/>
    <p:sldId id="537" r:id="rId29"/>
    <p:sldId id="527" r:id="rId30"/>
    <p:sldId id="528" r:id="rId31"/>
    <p:sldId id="529" r:id="rId32"/>
    <p:sldId id="530" r:id="rId33"/>
    <p:sldId id="531" r:id="rId34"/>
    <p:sldId id="538" r:id="rId35"/>
    <p:sldId id="501" r:id="rId36"/>
    <p:sldId id="532" r:id="rId37"/>
    <p:sldId id="533" r:id="rId38"/>
    <p:sldId id="358" r:id="rId3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4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35" autoAdjust="0"/>
    <p:restoredTop sz="94249" autoAdjust="0"/>
  </p:normalViewPr>
  <p:slideViewPr>
    <p:cSldViewPr snapToGrid="0">
      <p:cViewPr varScale="1">
        <p:scale>
          <a:sx n="104" d="100"/>
          <a:sy n="104" d="100"/>
        </p:scale>
        <p:origin x="510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9A39C6-7AC7-DE48-A7E7-5D665BC0120C}" type="datetimeFigureOut">
              <a:rPr lang="es-CO" smtClean="0"/>
              <a:t>27/03/2026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6A6DC4-62F6-D744-9B5A-2471E53D22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0473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30BC5-A544-B307-7189-38FE4013D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2AB9C63-850F-8FF5-E874-297A670220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54AE555-1FE4-C0BA-A51B-A48D855831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8B28DA1-FE36-C834-1A37-ECE400CD69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59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EC2B-093C-5368-ECFD-EA9918B99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73E1E61-4D4E-8A95-5631-61782CF82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BD815DD-2138-39CE-6F14-1BEB0C19D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Ejemplo en </a:t>
            </a:r>
            <a:r>
              <a:rPr lang="es-CO" dirty="0" err="1"/>
              <a:t>python</a:t>
            </a: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0E5597-BD42-C71C-52D4-5A963A53B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553874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A2C32-E561-485D-1707-3A6389419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5D65076-7CFC-9500-6978-B4F21CE074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69EDE71-9033-8CCF-106D-C6454A206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Ejemplo en </a:t>
            </a:r>
            <a:r>
              <a:rPr lang="es-CO" dirty="0" err="1"/>
              <a:t>python</a:t>
            </a: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0AD0187-D6D1-5412-CC23-CB59FAA601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751638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EC2B-093C-5368-ECFD-EA9918B99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73E1E61-4D4E-8A95-5631-61782CF82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BD815DD-2138-39CE-6F14-1BEB0C19D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Ejemplo en </a:t>
            </a:r>
            <a:r>
              <a:rPr lang="es-CO" dirty="0" err="1"/>
              <a:t>python</a:t>
            </a: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0E5597-BD42-C71C-52D4-5A963A53B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57992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EC2B-093C-5368-ECFD-EA9918B99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73E1E61-4D4E-8A95-5631-61782CF82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BD815DD-2138-39CE-6F14-1BEB0C19D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Ejemplo en </a:t>
            </a:r>
            <a:r>
              <a:rPr lang="es-CO" dirty="0" err="1"/>
              <a:t>python</a:t>
            </a: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0E5597-BD42-C71C-52D4-5A963A53B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050499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EC2B-093C-5368-ECFD-EA9918B99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73E1E61-4D4E-8A95-5631-61782CF82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BD815DD-2138-39CE-6F14-1BEB0C19D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Ejemplo en </a:t>
            </a:r>
            <a:r>
              <a:rPr lang="es-CO" dirty="0" err="1"/>
              <a:t>python</a:t>
            </a: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0E5597-BD42-C71C-52D4-5A963A53B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235378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EC2B-093C-5368-ECFD-EA9918B99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73E1E61-4D4E-8A95-5631-61782CF82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BD815DD-2138-39CE-6F14-1BEB0C19D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Ejemplo en </a:t>
            </a:r>
            <a:r>
              <a:rPr lang="es-CO" dirty="0" err="1"/>
              <a:t>python</a:t>
            </a: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0E5597-BD42-C71C-52D4-5A963A53B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371313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EC2B-093C-5368-ECFD-EA9918B99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73E1E61-4D4E-8A95-5631-61782CF82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BD815DD-2138-39CE-6F14-1BEB0C19D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Ejemplo en </a:t>
            </a:r>
            <a:r>
              <a:rPr lang="es-CO" dirty="0" err="1"/>
              <a:t>python</a:t>
            </a: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0E5597-BD42-C71C-52D4-5A963A53B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339276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EC2B-093C-5368-ECFD-EA9918B99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73E1E61-4D4E-8A95-5631-61782CF82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BD815DD-2138-39CE-6F14-1BEB0C19D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Ejemplo en </a:t>
            </a:r>
            <a:r>
              <a:rPr lang="es-CO" dirty="0" err="1"/>
              <a:t>python</a:t>
            </a: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0E5597-BD42-C71C-52D4-5A963A53B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10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7915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7F840-3530-D810-9079-317C9DE7C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2C0E1C8-45D6-0851-0F27-C28A6327A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E4EA74C-84F4-8ED4-694F-82571DB27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Ejemplo en </a:t>
            </a:r>
            <a:r>
              <a:rPr lang="es-CO" dirty="0" err="1"/>
              <a:t>python</a:t>
            </a: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FEBBE45-178C-93FA-8E15-A1402781E9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741516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64D98-0F9F-B7E1-922A-9A4018696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81A3713-5083-801C-5A21-A716330B33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870E381-A924-EE9A-0378-30C59F58D5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Ejemplo en </a:t>
            </a:r>
            <a:r>
              <a:rPr lang="es-CO" dirty="0" err="1"/>
              <a:t>python</a:t>
            </a: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7D818D-7CAA-76B0-19DD-0790769C4F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12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72379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EC2B-093C-5368-ECFD-EA9918B99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73E1E61-4D4E-8A95-5631-61782CF82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BD815DD-2138-39CE-6F14-1BEB0C19D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Ejemplo en </a:t>
            </a:r>
            <a:r>
              <a:rPr lang="es-CO" dirty="0" err="1"/>
              <a:t>python</a:t>
            </a: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0E5597-BD42-C71C-52D4-5A963A53B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13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096619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EC2B-093C-5368-ECFD-EA9918B99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73E1E61-4D4E-8A95-5631-61782CF82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BD815DD-2138-39CE-6F14-1BEB0C19D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Ejemplo en </a:t>
            </a:r>
            <a:r>
              <a:rPr lang="es-CO" dirty="0" err="1"/>
              <a:t>python</a:t>
            </a: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0E5597-BD42-C71C-52D4-5A963A53B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723233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EC2B-093C-5368-ECFD-EA9918B99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73E1E61-4D4E-8A95-5631-61782CF82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BD815DD-2138-39CE-6F14-1BEB0C19D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Ejemplo en </a:t>
            </a:r>
            <a:r>
              <a:rPr lang="es-CO" dirty="0" err="1"/>
              <a:t>python</a:t>
            </a: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0E5597-BD42-C71C-52D4-5A963A53B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15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820404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FAA59-9541-0AB5-FABB-2E22332B4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5EC0614-88B7-FE8E-0515-A0C2278846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BBA51E1-691F-1F1A-F2F0-EEECBA1A8C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Ejemplo en </a:t>
            </a:r>
            <a:r>
              <a:rPr lang="es-CO" dirty="0" err="1"/>
              <a:t>python</a:t>
            </a: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F7D7DA-D5E5-CAA2-FF33-BB8AED27D5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16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20568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A005E-94D4-23DD-34DC-DF3F6A5D4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A9AD88B-7917-5CD5-3115-78E00622D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748B3B0-3FE0-AB38-6A61-85ADF571AB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Ejemplo en </a:t>
            </a:r>
            <a:r>
              <a:rPr lang="es-CO" dirty="0" err="1"/>
              <a:t>python</a:t>
            </a: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C5FE991-D87C-82C2-750E-C2DC9D3647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17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640064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6D7DD-92D2-2DFE-DD8D-9744C038B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21A065C-5A6B-C0D4-81C2-F1B713CFF1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DFA1F3D-BAF6-E7D4-1205-B7B99291FC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Ejemplo en </a:t>
            </a:r>
            <a:r>
              <a:rPr lang="es-CO" dirty="0" err="1"/>
              <a:t>python</a:t>
            </a: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2747B4-7CCA-F9FB-19E8-9BDCD86B4D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18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767661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EC2B-093C-5368-ECFD-EA9918B99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73E1E61-4D4E-8A95-5631-61782CF82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BD815DD-2138-39CE-6F14-1BEB0C19D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Ejemplo en </a:t>
            </a:r>
            <a:r>
              <a:rPr lang="es-CO" dirty="0" err="1"/>
              <a:t>python</a:t>
            </a: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0E5597-BD42-C71C-52D4-5A963A53B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19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26605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EC2B-093C-5368-ECFD-EA9918B99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73E1E61-4D4E-8A95-5631-61782CF82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BD815DD-2138-39CE-6F14-1BEB0C19D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Ejemplo en </a:t>
            </a:r>
            <a:r>
              <a:rPr lang="es-CO" dirty="0" err="1"/>
              <a:t>python</a:t>
            </a: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0E5597-BD42-C71C-52D4-5A963A53B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20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67315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EC2B-093C-5368-ECFD-EA9918B99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73E1E61-4D4E-8A95-5631-61782CF82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BD815DD-2138-39CE-6F14-1BEB0C19D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Ejemplo en </a:t>
            </a:r>
            <a:r>
              <a:rPr lang="es-CO" dirty="0" err="1"/>
              <a:t>python</a:t>
            </a: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0E5597-BD42-C71C-52D4-5A963A53B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21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395277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EC2B-093C-5368-ECFD-EA9918B99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73E1E61-4D4E-8A95-5631-61782CF82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BD815DD-2138-39CE-6F14-1BEB0C19D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Ejemplo en </a:t>
            </a:r>
            <a:r>
              <a:rPr lang="es-CO" dirty="0" err="1"/>
              <a:t>python</a:t>
            </a: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0E5597-BD42-C71C-52D4-5A963A53B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22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463766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EC2B-093C-5368-ECFD-EA9918B99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73E1E61-4D4E-8A95-5631-61782CF82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BD815DD-2138-39CE-6F14-1BEB0C19D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Ejemplo en </a:t>
            </a:r>
            <a:r>
              <a:rPr lang="es-CO" dirty="0" err="1"/>
              <a:t>python</a:t>
            </a: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0E5597-BD42-C71C-52D4-5A963A53B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23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15420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BDF48-BDAC-F7B5-6868-1E3CEE164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CDDE8F8-CF52-03A8-2C2E-55B9E52A1C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587C9B9-5A0C-1F79-2B09-AEE707E46A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Ejemplo en </a:t>
            </a:r>
            <a:r>
              <a:rPr lang="es-CO" dirty="0" err="1"/>
              <a:t>python</a:t>
            </a: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108066D-C9E4-335E-DBE3-9F4ED74C19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24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608007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EC2B-093C-5368-ECFD-EA9918B99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73E1E61-4D4E-8A95-5631-61782CF82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BD815DD-2138-39CE-6F14-1BEB0C19D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Ejemplo en </a:t>
            </a:r>
            <a:r>
              <a:rPr lang="es-CO" dirty="0" err="1"/>
              <a:t>python</a:t>
            </a: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0E5597-BD42-C71C-52D4-5A963A53B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25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12803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EC2B-093C-5368-ECFD-EA9918B99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73E1E61-4D4E-8A95-5631-61782CF82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BD815DD-2138-39CE-6F14-1BEB0C19D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Ejemplo en </a:t>
            </a:r>
            <a:r>
              <a:rPr lang="es-CO" dirty="0" err="1"/>
              <a:t>python</a:t>
            </a: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0E5597-BD42-C71C-52D4-5A963A53B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26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316212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EC2B-093C-5368-ECFD-EA9918B99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73E1E61-4D4E-8A95-5631-61782CF82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BD815DD-2138-39CE-6F14-1BEB0C19D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Ejemplo en </a:t>
            </a:r>
            <a:r>
              <a:rPr lang="es-CO" dirty="0" err="1"/>
              <a:t>python</a:t>
            </a: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0E5597-BD42-C71C-52D4-5A963A53B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27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837570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EC2B-093C-5368-ECFD-EA9918B99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73E1E61-4D4E-8A95-5631-61782CF82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BD815DD-2138-39CE-6F14-1BEB0C19D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Ejemplo en </a:t>
            </a:r>
            <a:r>
              <a:rPr lang="es-CO" dirty="0" err="1"/>
              <a:t>python</a:t>
            </a: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0E5597-BD42-C71C-52D4-5A963A53B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28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57523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EC2B-093C-5368-ECFD-EA9918B99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73E1E61-4D4E-8A95-5631-61782CF82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BD815DD-2138-39CE-6F14-1BEB0C19D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Ejemplo en </a:t>
            </a:r>
            <a:r>
              <a:rPr lang="es-CO" dirty="0" err="1"/>
              <a:t>python</a:t>
            </a: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0E5597-BD42-C71C-52D4-5A963A53B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29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156874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3BCB3-E116-7E25-0CC8-3E6F8E806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41ECE42-4ACF-9B5B-5A45-99915F7AE8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CCA889-3BB7-F501-1AF2-0AF23B9BCB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Ejemplo en </a:t>
            </a:r>
            <a:r>
              <a:rPr lang="es-CO" dirty="0" err="1"/>
              <a:t>python</a:t>
            </a: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ABD1B5-BA41-D622-FC80-54F0EE0C8F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31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8298111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3BCB3-E116-7E25-0CC8-3E6F8E806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41ECE42-4ACF-9B5B-5A45-99915F7AE8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CCA889-3BB7-F501-1AF2-0AF23B9BCB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Ejemplo en </a:t>
            </a:r>
            <a:r>
              <a:rPr lang="es-CO" dirty="0" err="1"/>
              <a:t>python</a:t>
            </a: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ABD1B5-BA41-D622-FC80-54F0EE0C8F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32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400662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3BCB3-E116-7E25-0CC8-3E6F8E806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41ECE42-4ACF-9B5B-5A45-99915F7AE8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CCA889-3BB7-F501-1AF2-0AF23B9BCB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Ejemplo en </a:t>
            </a:r>
            <a:r>
              <a:rPr lang="es-CO" dirty="0" err="1"/>
              <a:t>python</a:t>
            </a: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ABD1B5-BA41-D622-FC80-54F0EE0C8F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33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7108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s-CO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27/03/2026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2758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27/03/2026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7814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27/03/2026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8282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27/03/2026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68770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27/03/2026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04903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27/03/2026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0072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27/03/2026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7911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27/03/2026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0769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27/03/2026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46961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27/03/2026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8025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27/03/2026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5242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C7DC55F-43BB-FB49-985D-1CA2736A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27/03/2026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3304A2-70B6-DF4D-80BD-AD524CAF4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5EBE7F-1BF7-4741-937F-BD93F139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31673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s-CO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27/03/2026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1439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27/03/2026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9527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27/03/2026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593016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27/03/2026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062647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27/03/2026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942893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27/03/2026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24550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27/03/2026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783100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27/03/2026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33632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27/03/2026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53981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27/03/2026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683209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27/03/2026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64553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C7DC55F-43BB-FB49-985D-1CA2736A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27/03/2026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3304A2-70B6-DF4D-80BD-AD524CAF4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5EBE7F-1BF7-4741-937F-BD93F139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81774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3.jp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EB6C-330A-4556-AC8C-E5A501B46336}" type="datetimeFigureOut">
              <a:rPr lang="es-CO" smtClean="0"/>
              <a:t>27/03/2026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EBCE69C-0E9C-5945-8C5B-51CD63616BCB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315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EB6C-330A-4556-AC8C-E5A501B46336}" type="datetimeFigureOut">
              <a:rPr lang="es-CO" smtClean="0"/>
              <a:t>27/03/2026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3619E48-770E-3797-B2B5-4B5A3A2FE52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474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6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8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1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2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3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4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6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8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9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3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31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31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33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3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36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37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38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39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4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41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42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43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44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4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46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48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49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5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5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52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5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7" name="Google Shape;42;p1">
            <a:extLst>
              <a:ext uri="{FF2B5EF4-FFF2-40B4-BE49-F238E27FC236}">
                <a16:creationId xmlns:a16="http://schemas.microsoft.com/office/drawing/2014/main" id="{2B45B46A-91AE-80AB-4C52-6F9A4C7FEC60}"/>
              </a:ext>
            </a:extLst>
          </p:cNvPr>
          <p:cNvSpPr txBox="1">
            <a:spLocks noGrp="1"/>
          </p:cNvSpPr>
          <p:nvPr/>
        </p:nvSpPr>
        <p:spPr>
          <a:xfrm>
            <a:off x="1210255" y="2398152"/>
            <a:ext cx="9373925" cy="2962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  <a:defRPr sz="3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lt1"/>
              </a:buClr>
              <a:buSzPts val="5400"/>
            </a:pPr>
            <a:r>
              <a:rPr lang="es-CO" sz="5400" dirty="0">
                <a:solidFill>
                  <a:schemeClr val="lt1"/>
                </a:solidFill>
              </a:rPr>
              <a:t>Matemáticas para la informática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endParaRPr lang="es-CO" sz="5400" dirty="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s-CO" sz="5400" dirty="0">
                <a:solidFill>
                  <a:schemeClr val="lt1"/>
                </a:solidFill>
              </a:rPr>
              <a:t>Sesión 15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endParaRPr lang="es-CO" sz="5400" dirty="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s-CO" sz="2000" dirty="0">
                <a:solidFill>
                  <a:schemeClr val="lt1"/>
                </a:solidFill>
              </a:rPr>
              <a:t>Sebastian Montoya Villada</a:t>
            </a:r>
          </a:p>
        </p:txBody>
      </p:sp>
    </p:spTree>
    <p:extLst>
      <p:ext uri="{BB962C8B-B14F-4D97-AF65-F5344CB8AC3E}">
        <p14:creationId xmlns:p14="http://schemas.microsoft.com/office/powerpoint/2010/main" val="1972982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44D3C-DA11-9D9E-2CF2-4B705E773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6054AD2-5278-C16C-B4A8-9B52471AD2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55060BD-2CA7-9C86-F86A-1A169B8DA2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00E3E0A-E453-E961-6DDD-79521E5FA3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71CE538-90E9-984C-A954-6CB2457E06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7A5D50B-429E-CAA6-48E0-86B49674E2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79B688B-2A8D-8EF6-1EE8-C09D95D1E3A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45479F3-EB7B-4BFC-1CE3-342A560F700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F448E25-A8D9-A4F4-B8A2-1431FA6C382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FFAAC1E-F043-4777-BFD2-099C4D6CD7F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50655DE-03A5-907E-7FCA-B3AE80BFEB2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1F7557B9-0557-71A3-0075-7F7162324B12}"/>
              </a:ext>
            </a:extLst>
          </p:cNvPr>
          <p:cNvSpPr txBox="1"/>
          <p:nvPr/>
        </p:nvSpPr>
        <p:spPr>
          <a:xfrm>
            <a:off x="779190" y="1950831"/>
            <a:ext cx="1553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Contenido</a:t>
            </a:r>
            <a:endParaRPr lang="es-CO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16BA836-ABAA-0717-DA04-05BD50E20879}"/>
              </a:ext>
            </a:extLst>
          </p:cNvPr>
          <p:cNvSpPr txBox="1"/>
          <p:nvPr/>
        </p:nvSpPr>
        <p:spPr>
          <a:xfrm>
            <a:off x="776874" y="2568688"/>
            <a:ext cx="10489224" cy="17543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419" dirty="0"/>
              <a:t>Qué es una relación binaria entre conjuntos.</a:t>
            </a:r>
          </a:p>
          <a:p>
            <a:endParaRPr lang="es-419" dirty="0"/>
          </a:p>
          <a:p>
            <a:r>
              <a:rPr lang="es-419" dirty="0"/>
              <a:t>Cómo representar relaciones mediante pares ordenados.</a:t>
            </a:r>
            <a:endParaRPr lang="es-419" dirty="0">
              <a:ea typeface="Calibri"/>
              <a:cs typeface="Calibri"/>
            </a:endParaRPr>
          </a:p>
          <a:p>
            <a:endParaRPr lang="es-419" dirty="0"/>
          </a:p>
          <a:p>
            <a:r>
              <a:rPr lang="es-419" dirty="0"/>
              <a:t>Qué propiedades pueden tener las relaciones: reflexividad, simetría, antisimetría, transitividad.</a:t>
            </a:r>
            <a:endParaRPr lang="es-419" dirty="0">
              <a:ea typeface="Calibri"/>
              <a:cs typeface="Calibri"/>
            </a:endParaRPr>
          </a:p>
          <a:p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518797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242D9-2C40-E18F-5783-572383376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A0A6995-030D-F71E-10D8-5A449FAC4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DF596D9-07A0-4FFF-A857-15C73F9DB3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EBAA951-641F-C8CD-AB88-A8ADFB33EC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40DD067-3AE3-B207-99E0-28EAEC76F0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7E327D2-CF70-082A-9A4F-7E3A33F16C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F190920-8870-5DDD-3CB4-FFA2EC184E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11276D8-B84B-1CB5-2EC2-4043D07229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901DB01-5483-59CE-7050-BC46CB9ABF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1B8ED55-4848-EFA9-52C1-87A329DF90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0815904-6B61-C856-F103-F59CF7F4B7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0093D715-9211-5DC6-2BC1-C3E71BA3574F}"/>
              </a:ext>
            </a:extLst>
          </p:cNvPr>
          <p:cNvSpPr txBox="1"/>
          <p:nvPr/>
        </p:nvSpPr>
        <p:spPr>
          <a:xfrm>
            <a:off x="4399793" y="1419440"/>
            <a:ext cx="3075715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s-ES" sz="2400" b="1" dirty="0">
                <a:latin typeface="Times New Roman"/>
                <a:ea typeface="+mn-lt"/>
                <a:cs typeface="Times New Roman"/>
              </a:rPr>
              <a:t>¿Qué es una relación?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E85A67-E180-266F-ED03-2E1C17FA0BE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2065" y="11906"/>
            <a:ext cx="10181183" cy="682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931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7ED6E-8004-8392-B195-5E1957493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315ADAE-68EF-6094-8A28-10384BE903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C980315-EFC9-FD0E-63A2-B4AD3F38B7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17BD81D-388C-DB13-AA98-414F5A54B4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856B800-00E4-8AFB-E7D9-CB63E21B9E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CFF6DEE-F474-FE90-7B5B-DF8245455BE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8AA4E06-4F96-DCA9-F6DB-C2E60DCCE5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60ECD30-7B96-D1EC-5FD9-89FB453AE81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284B0D5-8DF9-296A-5C1F-63B334DFAC1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298F132-523A-A925-715D-36DE59C9B94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23DB7C9-8553-1191-8EEC-515932D25AF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7BAFDA4-31DD-5A97-2580-EEF14F4438FA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-105" r="-217" b="89336"/>
          <a:stretch>
            <a:fillRect/>
          </a:stretch>
        </p:blipFill>
        <p:spPr>
          <a:xfrm>
            <a:off x="751" y="-2883"/>
            <a:ext cx="12189482" cy="7241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6858D62-C4E6-DB42-3D8F-E3B9F592A31F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13613" r="182" b="-313"/>
          <a:stretch>
            <a:fillRect/>
          </a:stretch>
        </p:blipFill>
        <p:spPr>
          <a:xfrm>
            <a:off x="-2382" y="721833"/>
            <a:ext cx="6098275" cy="288995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660477C-D76B-97E3-EFD6-4561C1B44B3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01263" y="715253"/>
            <a:ext cx="5916906" cy="288895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13874DD-A793-37DC-B6FC-19E67B9D7AF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933" y="3746207"/>
            <a:ext cx="6074069" cy="284597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8D0A594-8314-D654-134C-5DBA43E6FA6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88114" y="3741693"/>
            <a:ext cx="5731295" cy="2839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933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242D9-2C40-E18F-5783-572383376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A0A6995-030D-F71E-10D8-5A449FAC4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DF596D9-07A0-4FFF-A857-15C73F9DB3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EBAA951-641F-C8CD-AB88-A8ADFB33EC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40DD067-3AE3-B207-99E0-28EAEC76F0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7E327D2-CF70-082A-9A4F-7E3A33F16C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F190920-8870-5DDD-3CB4-FFA2EC184E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11276D8-B84B-1CB5-2EC2-4043D07229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901DB01-5483-59CE-7050-BC46CB9ABF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1B8ED55-4848-EFA9-52C1-87A329DF90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0815904-6B61-C856-F103-F59CF7F4B7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371AA2D-2959-0D58-75EA-77FAE4FBC74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4757" y="0"/>
            <a:ext cx="118624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713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242D9-2C40-E18F-5783-572383376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A0A6995-030D-F71E-10D8-5A449FAC4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DF596D9-07A0-4FFF-A857-15C73F9DB3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EBAA951-641F-C8CD-AB88-A8ADFB33EC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40DD067-3AE3-B207-99E0-28EAEC76F0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7E327D2-CF70-082A-9A4F-7E3A33F16C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F190920-8870-5DDD-3CB4-FFA2EC184E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11276D8-B84B-1CB5-2EC2-4043D07229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901DB01-5483-59CE-7050-BC46CB9ABF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1B8ED55-4848-EFA9-52C1-87A329DF90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0815904-6B61-C856-F103-F59CF7F4B7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E7704AC-856A-D17A-516F-8BC46A9722D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261937"/>
            <a:ext cx="121920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465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242D9-2C40-E18F-5783-572383376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A0A6995-030D-F71E-10D8-5A449FAC4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DF596D9-07A0-4FFF-A857-15C73F9DB3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EBAA951-641F-C8CD-AB88-A8ADFB33EC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40DD067-3AE3-B207-99E0-28EAEC76F0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7E327D2-CF70-082A-9A4F-7E3A33F16C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F190920-8870-5DDD-3CB4-FFA2EC184E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11276D8-B84B-1CB5-2EC2-4043D07229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901DB01-5483-59CE-7050-BC46CB9ABF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1B8ED55-4848-EFA9-52C1-87A329DF90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0815904-6B61-C856-F103-F59CF7F4B7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58ED454-757B-C07F-930B-E4C53BA27D8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161585"/>
            <a:ext cx="12192000" cy="5606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402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242D9-2C40-E18F-5783-572383376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A0A6995-030D-F71E-10D8-5A449FAC4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DF596D9-07A0-4FFF-A857-15C73F9DB3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EBAA951-641F-C8CD-AB88-A8ADFB33EC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40DD067-3AE3-B207-99E0-28EAEC76F0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7E327D2-CF70-082A-9A4F-7E3A33F16C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F190920-8870-5DDD-3CB4-FFA2EC184E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11276D8-B84B-1CB5-2EC2-4043D07229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901DB01-5483-59CE-7050-BC46CB9ABF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1B8ED55-4848-EFA9-52C1-87A329DF90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0815904-6B61-C856-F103-F59CF7F4B7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C22A911-E581-8C9E-7A2C-0545FE71CE1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95250"/>
            <a:ext cx="12192000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960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242D9-2C40-E18F-5783-572383376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A0A6995-030D-F71E-10D8-5A449FAC4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DF596D9-07A0-4FFF-A857-15C73F9DB3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EBAA951-641F-C8CD-AB88-A8ADFB33EC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40DD067-3AE3-B207-99E0-28EAEC76F0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7E327D2-CF70-082A-9A4F-7E3A33F16C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F190920-8870-5DDD-3CB4-FFA2EC184E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11276D8-B84B-1CB5-2EC2-4043D07229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901DB01-5483-59CE-7050-BC46CB9ABF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1B8ED55-4848-EFA9-52C1-87A329DF90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0815904-6B61-C856-F103-F59CF7F4B7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18D46EF-2690-8B2F-60B2-47E42638087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27214"/>
            <a:ext cx="12192000" cy="6803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979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242D9-2C40-E18F-5783-572383376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A0A6995-030D-F71E-10D8-5A449FAC4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DF596D9-07A0-4FFF-A857-15C73F9DB3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EBAA951-641F-C8CD-AB88-A8ADFB33EC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40DD067-3AE3-B207-99E0-28EAEC76F0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7E327D2-CF70-082A-9A4F-7E3A33F16C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F190920-8870-5DDD-3CB4-FFA2EC184E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11276D8-B84B-1CB5-2EC2-4043D07229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901DB01-5483-59CE-7050-BC46CB9ABF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1B8ED55-4848-EFA9-52C1-87A329DF90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0815904-6B61-C856-F103-F59CF7F4B7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C6FF3BC-34EE-55E0-56EC-269791C29E7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217714"/>
            <a:ext cx="12192000" cy="6422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559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238B8-A514-442E-AB76-68064BFF8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B88236F-A9DC-AF50-0BD8-A74B0629A2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F4941F3-1AF5-886D-28DF-641B0386F8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510D480-8D28-3F60-46F4-2F32C74C47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30448E5-7599-2BC2-1382-FD7F510950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3EF7127-4205-5C67-6C62-6DC10B7D62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42A644C-5C98-D90D-8B19-CA3C2339396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9D62E24-B80F-DC86-B54A-5EA9F76313C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00D97CD-B902-3B9F-8090-EF72E3AEA98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1AF6DB0-D58B-DDD0-3256-EB8A8630D04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5A97651-EDC3-5A36-4A10-CD5E16082A4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72ABADC-A38C-A102-B699-AF945B8B877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5349" y="3259"/>
            <a:ext cx="9900985" cy="683142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4576BC7-D9D3-AF91-1489-891C731F769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82639" y="4763"/>
            <a:ext cx="1498433" cy="60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974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5D95F-861E-B10C-D3E9-C3F08A359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1936B6F-76DF-345F-17B4-77B0803281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AB57E47-DE36-6963-1EDB-C6A35A5BC9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39BCFD4-536D-E0FD-F45C-5EC5C5395C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69743B9-0831-C8B3-DC1A-8B227C45EF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359CA9B-9BF4-4C31-1B36-A8F4F570702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BEDC728-C7E8-CEF5-C3DE-18F55AD3454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F6DEA97-6D48-72D0-9E54-71BDA3F2303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0D1A362-C8A2-E493-3EE5-5794613E496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124D04B-E1D3-8FCA-EAC7-42E2D93B8FA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02CB9E8-3255-B4F3-53D4-7E66911984A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8DD54E1-04C6-1BEC-0F49-BCFCC7D27C3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27214"/>
            <a:ext cx="12192000" cy="6803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425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242D9-2C40-E18F-5783-572383376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A0A6995-030D-F71E-10D8-5A449FAC4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DF596D9-07A0-4FFF-A857-15C73F9DB3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EBAA951-641F-C8CD-AB88-A8ADFB33EC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40DD067-3AE3-B207-99E0-28EAEC76F0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7E327D2-CF70-082A-9A4F-7E3A33F16C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F190920-8870-5DDD-3CB4-FFA2EC184E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11276D8-B84B-1CB5-2EC2-4043D07229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901DB01-5483-59CE-7050-BC46CB9ABF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1B8ED55-4848-EFA9-52C1-87A329DF90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0815904-6B61-C856-F103-F59CF7F4B7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A43DDC8-2929-95FC-32E0-339C6B09E87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65208" y="0"/>
            <a:ext cx="96615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059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242D9-2C40-E18F-5783-572383376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A0A6995-030D-F71E-10D8-5A449FAC4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DF596D9-07A0-4FFF-A857-15C73F9DB3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EBAA951-641F-C8CD-AB88-A8ADFB33EC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40DD067-3AE3-B207-99E0-28EAEC76F0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7E327D2-CF70-082A-9A4F-7E3A33F16C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F190920-8870-5DDD-3CB4-FFA2EC184E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11276D8-B84B-1CB5-2EC2-4043D07229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901DB01-5483-59CE-7050-BC46CB9ABF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1B8ED55-4848-EFA9-52C1-87A329DF90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0815904-6B61-C856-F103-F59CF7F4B7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B37764C-8CF7-185F-3B69-25FC95EFF02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5765" y="0"/>
            <a:ext cx="100404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826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242D9-2C40-E18F-5783-572383376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A0A6995-030D-F71E-10D8-5A449FAC4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DF596D9-07A0-4FFF-A857-15C73F9DB3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EBAA951-641F-C8CD-AB88-A8ADFB33EC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40DD067-3AE3-B207-99E0-28EAEC76F0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7E327D2-CF70-082A-9A4F-7E3A33F16C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F190920-8870-5DDD-3CB4-FFA2EC184E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11276D8-B84B-1CB5-2EC2-4043D07229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901DB01-5483-59CE-7050-BC46CB9ABF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1B8ED55-4848-EFA9-52C1-87A329DF90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0815904-6B61-C856-F103-F59CF7F4B7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ACE72EB-E292-DB39-199C-E2D59EFEB68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80875" y="8522"/>
            <a:ext cx="9119435" cy="68409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9792C8E-041E-AE89-04BE-7E0007B58B2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26930" y="1924050"/>
            <a:ext cx="1557087" cy="713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10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370EB-0F12-00EB-CC5F-6A623BF1C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8782748-ABE1-59EF-0402-729614015D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8C94B28-1875-7EF5-9039-E78D45EFB7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B980D9C-D801-DC91-E905-35FD166323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1ADA9AC-B8B6-7C71-4ACA-6C4A31D576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6725EB0-782E-88F8-F6EA-AD3269BF72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522F22B-ABF8-0757-BF24-3C827CA4DDE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23F7993-D5D9-8955-28F7-C2A88B77A4C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D8B3C04-FB5B-F666-2B60-A3C6A331CE7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B6E2144E-AEF9-FCAD-E7E2-E902DAB623A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6183B54-7A6B-DC79-7034-712C53E9F39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1C0437F-DD20-4315-747F-F31B1380C04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80875" y="8522"/>
            <a:ext cx="9119435" cy="68409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A577DB3-CEE6-BF00-498C-98EDC11B034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26930" y="1924050"/>
            <a:ext cx="1557087" cy="713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213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6B967-D9A8-7759-145A-E34AC8AC6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1C89A53-29A1-E66D-64A7-D1E5623D35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A8FE28B-D37E-DCF0-E423-3D86B154E9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5C1995F-36F8-FCB0-8176-54B7956420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CA90881-B61D-BC0A-BC11-9DEAC4ABC2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EC66089-16AC-42F1-53F9-5DB439C29E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DE2FC9E-728A-80EB-4752-4A20AC3E5FF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67091CA-B743-E663-D1B3-39E7718EDBF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396D45B-12DF-6E6B-0DAC-1F795750483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B99D2893-F5A9-DF73-9CE5-23E08EF8FD5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2B466D0-DF3B-208F-7F1A-53C77C4746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05BE59E-E599-6F0E-A9EB-D436E23F876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3850" y="205791"/>
            <a:ext cx="11544300" cy="64564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88B0717-F47C-CD17-C4BB-B376334A44C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83679" y="389774"/>
            <a:ext cx="1909010" cy="644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0591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ADC6C-79B3-2C84-5FF6-2F160DA30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E3CBCEC-92F0-36E7-D1F2-9D6AEC2D57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A5D8B97-DBC9-9954-9190-1990DBBC1D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6F4C95D-02EB-8E38-6362-C9748FBCD5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AD2E329-F2AF-90CD-B96C-479D6929C8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1AA08FE-ED35-D942-F239-F73064C3F56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EBDBBFF-9154-2223-DF5E-89287A26C12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FB84A7A-573F-EA67-6C4D-4F7C3CFE769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142044C-638B-E36A-2A65-AB1E3611EF3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33F6D02-FEC9-DE21-8DC1-9605816833B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11C8BFA-C3F8-F0EC-F981-E58D2919742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E018F65-8DB7-C3DE-2EB9-99DA3918BFB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0181" y="0"/>
            <a:ext cx="110916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174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242D9-2C40-E18F-5783-572383376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A0A6995-030D-F71E-10D8-5A449FAC4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DF596D9-07A0-4FFF-A857-15C73F9DB3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EBAA951-641F-C8CD-AB88-A8ADFB33EC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40DD067-3AE3-B207-99E0-28EAEC76F0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7E327D2-CF70-082A-9A4F-7E3A33F16C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F190920-8870-5DDD-3CB4-FFA2EC184E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11276D8-B84B-1CB5-2EC2-4043D07229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901DB01-5483-59CE-7050-BC46CB9ABF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1B8ED55-4848-EFA9-52C1-87A329DF90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0815904-6B61-C856-F103-F59CF7F4B7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433062A-173C-335D-0309-4619626D442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6045" y="0"/>
            <a:ext cx="105399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3956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242D9-2C40-E18F-5783-572383376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A0A6995-030D-F71E-10D8-5A449FAC4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DF596D9-07A0-4FFF-A857-15C73F9DB3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EBAA951-641F-C8CD-AB88-A8ADFB33EC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40DD067-3AE3-B207-99E0-28EAEC76F0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7E327D2-CF70-082A-9A4F-7E3A33F16C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F190920-8870-5DDD-3CB4-FFA2EC184E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11276D8-B84B-1CB5-2EC2-4043D07229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901DB01-5483-59CE-7050-BC46CB9ABF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1B8ED55-4848-EFA9-52C1-87A329DF90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0815904-6B61-C856-F103-F59CF7F4B7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0093D715-9211-5DC6-2BC1-C3E71BA3574F}"/>
              </a:ext>
            </a:extLst>
          </p:cNvPr>
          <p:cNvSpPr txBox="1"/>
          <p:nvPr/>
        </p:nvSpPr>
        <p:spPr>
          <a:xfrm>
            <a:off x="5444206" y="1412436"/>
            <a:ext cx="1295547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s-ES" sz="2400" b="1" dirty="0">
                <a:latin typeface="Times New Roman"/>
                <a:ea typeface="+mn-lt"/>
                <a:cs typeface="Times New Roman"/>
              </a:rPr>
              <a:t>Ejemplo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7BAACD5-FC52-C562-3995-3C6279A536C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3226" y="0"/>
            <a:ext cx="114855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447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242D9-2C40-E18F-5783-572383376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A0A6995-030D-F71E-10D8-5A449FAC4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DF596D9-07A0-4FFF-A857-15C73F9DB3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EBAA951-641F-C8CD-AB88-A8ADFB33EC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40DD067-3AE3-B207-99E0-28EAEC76F0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7E327D2-CF70-082A-9A4F-7E3A33F16C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F190920-8870-5DDD-3CB4-FFA2EC184E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11276D8-B84B-1CB5-2EC2-4043D07229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901DB01-5483-59CE-7050-BC46CB9ABF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1B8ED55-4848-EFA9-52C1-87A329DF90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0815904-6B61-C856-F103-F59CF7F4B7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CC8830B-E220-30F1-C3F1-4BB93AA527B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42313" y="0"/>
            <a:ext cx="97073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2517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242D9-2C40-E18F-5783-572383376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A0A6995-030D-F71E-10D8-5A449FAC4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DF596D9-07A0-4FFF-A857-15C73F9DB3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EBAA951-641F-C8CD-AB88-A8ADFB33EC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40DD067-3AE3-B207-99E0-28EAEC76F0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7E327D2-CF70-082A-9A4F-7E3A33F16C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F190920-8870-5DDD-3CB4-FFA2EC184E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11276D8-B84B-1CB5-2EC2-4043D07229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901DB01-5483-59CE-7050-BC46CB9ABF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1B8ED55-4848-EFA9-52C1-87A329DF90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0815904-6B61-C856-F103-F59CF7F4B7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2CB313B-83F4-E05D-29C5-8F6C89E35D9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20411"/>
            <a:ext cx="12192000" cy="6817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4184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242D9-2C40-E18F-5783-572383376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A0A6995-030D-F71E-10D8-5A449FAC4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DF596D9-07A0-4FFF-A857-15C73F9DB3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EBAA951-641F-C8CD-AB88-A8ADFB33EC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40DD067-3AE3-B207-99E0-28EAEC76F0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7E327D2-CF70-082A-9A4F-7E3A33F16C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F190920-8870-5DDD-3CB4-FFA2EC184E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11276D8-B84B-1CB5-2EC2-4043D07229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901DB01-5483-59CE-7050-BC46CB9ABF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1B8ED55-4848-EFA9-52C1-87A329DF90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0815904-6B61-C856-F103-F59CF7F4B7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665AEA2-5514-52B0-1E06-735B7205510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56475" y="0"/>
            <a:ext cx="86790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4671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FFC4B-4736-F32B-97D2-6494ED46F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8018EED-8C95-BD71-9687-8EE3DEFFD5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A22CC17-826C-0A17-3B71-EEBF223F82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828B490-A89F-B0D5-DBB6-508BCC417E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AF5291C-6E6A-8D90-D892-F33E4F86595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32B4BC0-0C7C-6F8F-D3E5-9BCA2556ACA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4720364-DC23-1C9F-72FD-6B40EAD71F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BFDACF7-175B-FA08-33F6-F0AC565B0C5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E1CB55D-40EB-D833-2A7D-CF36FF0E260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DEF3E63-72EB-854C-1532-574428E6E5E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EA8F79C-53FF-9B36-F7EB-8C9208F0A02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23D2144-82E7-0AB0-1147-496A178E6E8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7834" y="0"/>
            <a:ext cx="113163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7070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242D9-2C40-E18F-5783-572383376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A0A6995-030D-F71E-10D8-5A449FAC4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DF596D9-07A0-4FFF-A857-15C73F9DB3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EBAA951-641F-C8CD-AB88-A8ADFB33EC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40DD067-3AE3-B207-99E0-28EAEC76F0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7E327D2-CF70-082A-9A4F-7E3A33F16C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F190920-8870-5DDD-3CB4-FFA2EC184E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11276D8-B84B-1CB5-2EC2-4043D07229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901DB01-5483-59CE-7050-BC46CB9ABF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1B8ED55-4848-EFA9-52C1-87A329DF90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0815904-6B61-C856-F103-F59CF7F4B7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59681C0-FD74-AD62-9489-5CCE09C0B10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95500" y="0"/>
            <a:ext cx="8001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3497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242D9-2C40-E18F-5783-572383376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A0A6995-030D-F71E-10D8-5A449FAC4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DF596D9-07A0-4FFF-A857-15C73F9DB3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EBAA951-641F-C8CD-AB88-A8ADFB33EC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40DD067-3AE3-B207-99E0-28EAEC76F0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7E327D2-CF70-082A-9A4F-7E3A33F16C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F190920-8870-5DDD-3CB4-FFA2EC184E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11276D8-B84B-1CB5-2EC2-4043D07229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901DB01-5483-59CE-7050-BC46CB9ABF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1B8ED55-4848-EFA9-52C1-87A329DF90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0815904-6B61-C856-F103-F59CF7F4B7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4EC7B4F-0B2E-C60E-066D-B8B1DC3DBD3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74555" y="0"/>
            <a:ext cx="80428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652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242D9-2C40-E18F-5783-572383376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A0A6995-030D-F71E-10D8-5A449FAC4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DF596D9-07A0-4FFF-A857-15C73F9DB3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EBAA951-641F-C8CD-AB88-A8ADFB33EC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40DD067-3AE3-B207-99E0-28EAEC76F0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7E327D2-CF70-082A-9A4F-7E3A33F16C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F190920-8870-5DDD-3CB4-FFA2EC184E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11276D8-B84B-1CB5-2EC2-4043D07229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901DB01-5483-59CE-7050-BC46CB9ABF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1B8ED55-4848-EFA9-52C1-87A329DF90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0815904-6B61-C856-F103-F59CF7F4B7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E7A9D71-CF32-267D-4FDA-E8E8B14E7AF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49713" y="0"/>
            <a:ext cx="88925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7864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242D9-2C40-E18F-5783-572383376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A0A6995-030D-F71E-10D8-5A449FAC4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DF596D9-07A0-4FFF-A857-15C73F9DB3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EBAA951-641F-C8CD-AB88-A8ADFB33EC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40DD067-3AE3-B207-99E0-28EAEC76F0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7E327D2-CF70-082A-9A4F-7E3A33F16C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F190920-8870-5DDD-3CB4-FFA2EC184E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11276D8-B84B-1CB5-2EC2-4043D07229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901DB01-5483-59CE-7050-BC46CB9ABF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1B8ED55-4848-EFA9-52C1-87A329DF90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0815904-6B61-C856-F103-F59CF7F4B7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3C6AFC3-32B4-26CD-4855-B36DE653AF7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17306" y="0"/>
            <a:ext cx="89573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7802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242D9-2C40-E18F-5783-572383376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A0A6995-030D-F71E-10D8-5A449FAC4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DF596D9-07A0-4FFF-A857-15C73F9DB3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EBAA951-641F-C8CD-AB88-A8ADFB33EC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40DD067-3AE3-B207-99E0-28EAEC76F0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7E327D2-CF70-082A-9A4F-7E3A33F16C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F190920-8870-5DDD-3CB4-FFA2EC184E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11276D8-B84B-1CB5-2EC2-4043D07229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901DB01-5483-59CE-7050-BC46CB9ABF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1B8ED55-4848-EFA9-52C1-87A329DF90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0815904-6B61-C856-F103-F59CF7F4B7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2945195-5B14-CE59-C66F-B691CAC6542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06880" y="0"/>
            <a:ext cx="87782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6457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C165E7-D022-4670-F44A-3923D799E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920" y="0"/>
            <a:ext cx="78981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0797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12B10-AE58-FAAA-EACB-07137D401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2FE8D02-7894-454F-C65B-EEA504A614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D2E21BF-48C5-EDEA-6054-A7C69DF088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4845482-30DF-D5A3-4488-AED3981345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318EDD1-D269-E8E3-4BBE-0A2598BF6D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61EA2B4-E2F7-29CF-7A37-E46B005FF2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BCE9EC3-61CA-CD95-C7BE-466A2564C0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F6E4169-30AE-8052-6F7C-23A6F84E13A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6B4D730-10D0-14A2-5793-B2D5EAD4F43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797976A-71DE-E7D2-F7BA-D820BA04CAB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2A65955-0B01-E6CF-3710-2FC023D0AD1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5F216E3E-1E2A-A094-95CA-72F348DE00D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3996" y="1936137"/>
            <a:ext cx="5871018" cy="364408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D8564168-1141-8B06-A3A5-8EBB06540C4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93703" y="1969211"/>
            <a:ext cx="3913737" cy="4363501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CECA1102-00F4-CE8B-BEE7-3E2BBBDFCE23}"/>
              </a:ext>
            </a:extLst>
          </p:cNvPr>
          <p:cNvSpPr txBox="1"/>
          <p:nvPr/>
        </p:nvSpPr>
        <p:spPr>
          <a:xfrm>
            <a:off x="3884109" y="1255824"/>
            <a:ext cx="4301177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s-ES" sz="2400" b="1" dirty="0">
                <a:latin typeface="Times New Roman"/>
                <a:ea typeface="+mn-lt"/>
                <a:cs typeface="Times New Roman"/>
              </a:rPr>
              <a:t>TRABAJO INDEPENDIENTE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934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12B10-AE58-FAAA-EACB-07137D401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2FE8D02-7894-454F-C65B-EEA504A614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D2E21BF-48C5-EDEA-6054-A7C69DF088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4845482-30DF-D5A3-4488-AED3981345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318EDD1-D269-E8E3-4BBE-0A2598BF6D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61EA2B4-E2F7-29CF-7A37-E46B005FF2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BCE9EC3-61CA-CD95-C7BE-466A2564C0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F6E4169-30AE-8052-6F7C-23A6F84E13A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6B4D730-10D0-14A2-5793-B2D5EAD4F43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797976A-71DE-E7D2-F7BA-D820BA04CAB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2A65955-0B01-E6CF-3710-2FC023D0AD1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6FB30BA-2B2A-750B-FA04-31C39C88488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07089" y="1708942"/>
            <a:ext cx="6023275" cy="287661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29D0612-91BD-FE2D-3CC7-DE621919219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2642" y="1715678"/>
            <a:ext cx="5844459" cy="312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5398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12B10-AE58-FAAA-EACB-07137D401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2FE8D02-7894-454F-C65B-EEA504A614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D2E21BF-48C5-EDEA-6054-A7C69DF088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4845482-30DF-D5A3-4488-AED3981345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318EDD1-D269-E8E3-4BBE-0A2598BF6D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61EA2B4-E2F7-29CF-7A37-E46B005FF2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BCE9EC3-61CA-CD95-C7BE-466A2564C0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F6E4169-30AE-8052-6F7C-23A6F84E13A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6B4D730-10D0-14A2-5793-B2D5EAD4F43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797976A-71DE-E7D2-F7BA-D820BA04CAB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2A65955-0B01-E6CF-3710-2FC023D0AD1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5BF329D-01DC-89E7-C26D-7FDBFF9F90F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7923" y="1907931"/>
            <a:ext cx="5487139" cy="3282374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79A25BE5-C759-EC2D-99B0-003834DD7D6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78363" y="1897596"/>
            <a:ext cx="6313637" cy="240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5375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60B8AF-6022-4E5B-06B9-24B4B78C8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1AB1FB-E3DC-2D26-6B2C-08A25A3B7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40326D8-E30C-AD24-3EAA-BCE96D5C0A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8B8AA84-A5E1-21DE-2EAE-BD6F0C302D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85BB1BB9-F4AA-2D61-3C1B-74A58B29D078}"/>
              </a:ext>
            </a:extLst>
          </p:cNvPr>
          <p:cNvSpPr/>
          <p:nvPr/>
        </p:nvSpPr>
        <p:spPr>
          <a:xfrm>
            <a:off x="1330467" y="3166712"/>
            <a:ext cx="953106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chemeClr val="lt1"/>
              </a:buClr>
              <a:buSzPts val="5400"/>
            </a:pPr>
            <a:r>
              <a:rPr lang="es-MX" sz="5400" b="1" dirty="0">
                <a:solidFill>
                  <a:schemeClr val="bg1"/>
                </a:solidFill>
                <a:latin typeface="Montserrat" panose="00000500000000000000" pitchFamily="50" charset="0"/>
                <a:ea typeface="Roboto" panose="02000000000000000000" pitchFamily="2" charset="0"/>
                <a:cs typeface="Myanmar Text" panose="020B0502040204020203" pitchFamily="34" charset="0"/>
              </a:rPr>
              <a:t>¡MUCHAS GRACIAS!</a:t>
            </a:r>
            <a:endParaRPr lang="es-MX" sz="5400" b="1" dirty="0">
              <a:latin typeface="Montserrat" panose="00000500000000000000" pitchFamily="50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26931EB-0942-B142-0FC7-C81642E72B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410236" y="1629116"/>
            <a:ext cx="913016" cy="474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053338"/>
      </p:ext>
    </p:extLst>
  </p:cSld>
  <p:clrMapOvr>
    <a:masterClrMapping/>
  </p:clrMapOvr>
</p:sld>
</file>

<file path=ppt/theme/theme1.xml><?xml version="1.0" encoding="utf-8"?>
<a:theme xmlns:a="http://schemas.openxmlformats.org/drawingml/2006/main" name="3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D9F5C132E68874FBA0DC0A54E1CE725" ma:contentTypeVersion="18" ma:contentTypeDescription="Crear nuevo documento." ma:contentTypeScope="" ma:versionID="e2679dce9c770ce644d68ae78ced9a67">
  <xsd:schema xmlns:xsd="http://www.w3.org/2001/XMLSchema" xmlns:xs="http://www.w3.org/2001/XMLSchema" xmlns:p="http://schemas.microsoft.com/office/2006/metadata/properties" xmlns:ns2="898a1637-15bf-40de-bb83-d1701772c8de" xmlns:ns3="02f92887-2380-4577-a522-0d3d154534c9" targetNamespace="http://schemas.microsoft.com/office/2006/metadata/properties" ma:root="true" ma:fieldsID="ac16bf50419132631741af3fc9f6716f" ns2:_="" ns3:_="">
    <xsd:import namespace="898a1637-15bf-40de-bb83-d1701772c8de"/>
    <xsd:import namespace="02f92887-2380-4577-a522-0d3d154534c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8a1637-15bf-40de-bb83-d1701772c8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3275abd0-3801-4d23-a03f-3aac7ab7ca2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f92887-2380-4577-a522-0d3d154534c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d4069e7-55c8-4405-8338-860c549c6caf}" ma:internalName="TaxCatchAll" ma:showField="CatchAllData" ma:web="02f92887-2380-4577-a522-0d3d154534c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98a1637-15bf-40de-bb83-d1701772c8de">
      <Terms xmlns="http://schemas.microsoft.com/office/infopath/2007/PartnerControls"/>
    </lcf76f155ced4ddcb4097134ff3c332f>
    <TaxCatchAll xmlns="02f92887-2380-4577-a522-0d3d154534c9" xsi:nil="true"/>
  </documentManagement>
</p:properties>
</file>

<file path=customXml/itemProps1.xml><?xml version="1.0" encoding="utf-8"?>
<ds:datastoreItem xmlns:ds="http://schemas.openxmlformats.org/officeDocument/2006/customXml" ds:itemID="{D8C3A831-1960-4B95-88DB-D7294C7258C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98a1637-15bf-40de-bb83-d1701772c8de"/>
    <ds:schemaRef ds:uri="02f92887-2380-4577-a522-0d3d154534c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B2C89B-F763-4A7D-B5C0-BB607F12021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188521E-61ED-4F45-B1B4-1DD77D94DB22}">
  <ds:schemaRefs>
    <ds:schemaRef ds:uri="http://www.w3.org/XML/1998/namespace"/>
    <ds:schemaRef ds:uri="02f92887-2380-4577-a522-0d3d154534c9"/>
    <ds:schemaRef ds:uri="http://schemas.microsoft.com/office/infopath/2007/PartnerControls"/>
    <ds:schemaRef ds:uri="898a1637-15bf-40de-bb83-d1701772c8de"/>
    <ds:schemaRef ds:uri="http://schemas.microsoft.com/office/2006/documentManagement/types"/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8737</TotalTime>
  <Words>174</Words>
  <Application>Microsoft Office PowerPoint</Application>
  <PresentationFormat>Panorámica</PresentationFormat>
  <Paragraphs>76</Paragraphs>
  <Slides>34</Slides>
  <Notes>31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34</vt:i4>
      </vt:variant>
    </vt:vector>
  </HeadingPairs>
  <TitlesOfParts>
    <vt:vector size="41" baseType="lpstr">
      <vt:lpstr>Arial</vt:lpstr>
      <vt:lpstr>Calibri</vt:lpstr>
      <vt:lpstr>Calibri Light</vt:lpstr>
      <vt:lpstr>Montserrat</vt:lpstr>
      <vt:lpstr>Times New Roman</vt:lpstr>
      <vt:lpstr>3_Tema de Office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Paula Andrea Yepes Gómez</dc:creator>
  <cp:lastModifiedBy>Sebastian Montoya Villada</cp:lastModifiedBy>
  <cp:revision>687</cp:revision>
  <dcterms:created xsi:type="dcterms:W3CDTF">2022-07-12T20:27:57Z</dcterms:created>
  <dcterms:modified xsi:type="dcterms:W3CDTF">2026-03-27T14:50:48Z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0x0101007D9F5C132E68874FBA0DC0A54E1CE725</vt:lpwstr>
  </property>
</Properties>
</file>