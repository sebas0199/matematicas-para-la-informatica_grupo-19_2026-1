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4"/>
    <p:sldMasterId id="2147483660" r:id="rId5"/>
  </p:sldMasterIdLst>
  <p:notesMasterIdLst>
    <p:notesMasterId r:id="rId36"/>
  </p:notesMasterIdLst>
  <p:sldIdLst>
    <p:sldId id="259" r:id="rId6"/>
    <p:sldId id="468" r:id="rId7"/>
    <p:sldId id="257" r:id="rId8"/>
    <p:sldId id="258" r:id="rId9"/>
    <p:sldId id="260" r:id="rId10"/>
    <p:sldId id="261" r:id="rId11"/>
    <p:sldId id="469" r:id="rId12"/>
    <p:sldId id="262" r:id="rId13"/>
    <p:sldId id="263" r:id="rId14"/>
    <p:sldId id="486" r:id="rId15"/>
    <p:sldId id="265" r:id="rId16"/>
    <p:sldId id="470" r:id="rId17"/>
    <p:sldId id="471" r:id="rId18"/>
    <p:sldId id="472" r:id="rId19"/>
    <p:sldId id="473" r:id="rId20"/>
    <p:sldId id="474" r:id="rId21"/>
    <p:sldId id="475" r:id="rId22"/>
    <p:sldId id="476" r:id="rId23"/>
    <p:sldId id="477" r:id="rId24"/>
    <p:sldId id="478" r:id="rId25"/>
    <p:sldId id="266" r:id="rId26"/>
    <p:sldId id="479" r:id="rId27"/>
    <p:sldId id="480" r:id="rId28"/>
    <p:sldId id="481" r:id="rId29"/>
    <p:sldId id="482" r:id="rId30"/>
    <p:sldId id="483" r:id="rId31"/>
    <p:sldId id="484" r:id="rId32"/>
    <p:sldId id="485" r:id="rId33"/>
    <p:sldId id="487" r:id="rId34"/>
    <p:sldId id="358" r:id="rId3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24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849142-B2F0-975C-DDFF-D4E898218011}" v="23" dt="2025-02-26T15:28:54.404"/>
    <p1510:client id="{AD96C422-EC41-4B22-AE28-1E939A6672BC}" v="164" dt="2025-02-27T14:31:30.436"/>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slide" Target="slides/slide29.xml"/><Relationship Id="rId42"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MONTOYA VILLADA" userId="S::sebastianmontoya8118@correo.itm.edu.co::dffcc6c4-4ec2-40a3-ba2d-1adaa01cc26d" providerId="AD" clId="Web-{D0D053EA-C99B-ED7F-0D8E-CE7ABFFEE877}"/>
    <pc:docChg chg="addSld delSld modSld sldOrd">
      <pc:chgData name="SEBASTIAN MONTOYA VILLADA" userId="S::sebastianmontoya8118@correo.itm.edu.co::dffcc6c4-4ec2-40a3-ba2d-1adaa01cc26d" providerId="AD" clId="Web-{D0D053EA-C99B-ED7F-0D8E-CE7ABFFEE877}" dt="2025-02-25T19:56:45.687" v="303" actId="20577"/>
      <pc:docMkLst>
        <pc:docMk/>
      </pc:docMkLst>
      <pc:sldChg chg="modSp">
        <pc:chgData name="SEBASTIAN MONTOYA VILLADA" userId="S::sebastianmontoya8118@correo.itm.edu.co::dffcc6c4-4ec2-40a3-ba2d-1adaa01cc26d" providerId="AD" clId="Web-{D0D053EA-C99B-ED7F-0D8E-CE7ABFFEE877}" dt="2025-02-25T15:54:39.808" v="1" actId="20577"/>
        <pc:sldMkLst>
          <pc:docMk/>
          <pc:sldMk cId="1972982473" sldId="259"/>
        </pc:sldMkLst>
        <pc:spChg chg="mod">
          <ac:chgData name="SEBASTIAN MONTOYA VILLADA" userId="S::sebastianmontoya8118@correo.itm.edu.co::dffcc6c4-4ec2-40a3-ba2d-1adaa01cc26d" providerId="AD" clId="Web-{D0D053EA-C99B-ED7F-0D8E-CE7ABFFEE877}" dt="2025-02-25T15:54:39.808" v="1" actId="20577"/>
          <ac:spMkLst>
            <pc:docMk/>
            <pc:sldMk cId="1972982473" sldId="259"/>
            <ac:spMk id="7" creationId="{2B45B46A-91AE-80AB-4C52-6F9A4C7FEC60}"/>
          </ac:spMkLst>
        </pc:spChg>
      </pc:sldChg>
      <pc:sldChg chg="modSp">
        <pc:chgData name="SEBASTIAN MONTOYA VILLADA" userId="S::sebastianmontoya8118@correo.itm.edu.co::dffcc6c4-4ec2-40a3-ba2d-1adaa01cc26d" providerId="AD" clId="Web-{D0D053EA-C99B-ED7F-0D8E-CE7ABFFEE877}" dt="2025-02-25T15:58:33.866" v="12" actId="20577"/>
        <pc:sldMkLst>
          <pc:docMk/>
          <pc:sldMk cId="771191104" sldId="376"/>
        </pc:sldMkLst>
        <pc:spChg chg="mod">
          <ac:chgData name="SEBASTIAN MONTOYA VILLADA" userId="S::sebastianmontoya8118@correo.itm.edu.co::dffcc6c4-4ec2-40a3-ba2d-1adaa01cc26d" providerId="AD" clId="Web-{D0D053EA-C99B-ED7F-0D8E-CE7ABFFEE877}" dt="2025-02-25T15:58:33.866" v="12" actId="20577"/>
          <ac:spMkLst>
            <pc:docMk/>
            <pc:sldMk cId="771191104" sldId="376"/>
            <ac:spMk id="2" creationId="{0580E81F-1128-E24E-0AE0-A8B86D9D9525}"/>
          </ac:spMkLst>
        </pc:spChg>
      </pc:sldChg>
      <pc:sldChg chg="modSp">
        <pc:chgData name="SEBASTIAN MONTOYA VILLADA" userId="S::sebastianmontoya8118@correo.itm.edu.co::dffcc6c4-4ec2-40a3-ba2d-1adaa01cc26d" providerId="AD" clId="Web-{D0D053EA-C99B-ED7F-0D8E-CE7ABFFEE877}" dt="2025-02-25T19:35:54.736" v="127" actId="20577"/>
        <pc:sldMkLst>
          <pc:docMk/>
          <pc:sldMk cId="3948052957" sldId="391"/>
        </pc:sldMkLst>
        <pc:spChg chg="mod">
          <ac:chgData name="SEBASTIAN MONTOYA VILLADA" userId="S::sebastianmontoya8118@correo.itm.edu.co::dffcc6c4-4ec2-40a3-ba2d-1adaa01cc26d" providerId="AD" clId="Web-{D0D053EA-C99B-ED7F-0D8E-CE7ABFFEE877}" dt="2025-02-25T19:35:54.736" v="127" actId="20577"/>
          <ac:spMkLst>
            <pc:docMk/>
            <pc:sldMk cId="3948052957" sldId="391"/>
            <ac:spMk id="14" creationId="{EEC23015-6382-FDDD-F360-F1D331E6F74E}"/>
          </ac:spMkLst>
        </pc:spChg>
      </pc:sldChg>
      <pc:sldChg chg="delSp modSp delAnim">
        <pc:chgData name="SEBASTIAN MONTOYA VILLADA" userId="S::sebastianmontoya8118@correo.itm.edu.co::dffcc6c4-4ec2-40a3-ba2d-1adaa01cc26d" providerId="AD" clId="Web-{D0D053EA-C99B-ED7F-0D8E-CE7ABFFEE877}" dt="2025-02-25T19:46:00.320" v="232" actId="20577"/>
        <pc:sldMkLst>
          <pc:docMk/>
          <pc:sldMk cId="4162135195" sldId="418"/>
        </pc:sldMkLst>
        <pc:spChg chg="del">
          <ac:chgData name="SEBASTIAN MONTOYA VILLADA" userId="S::sebastianmontoya8118@correo.itm.edu.co::dffcc6c4-4ec2-40a3-ba2d-1adaa01cc26d" providerId="AD" clId="Web-{D0D053EA-C99B-ED7F-0D8E-CE7ABFFEE877}" dt="2025-02-25T19:35:57.892" v="128"/>
          <ac:spMkLst>
            <pc:docMk/>
            <pc:sldMk cId="4162135195" sldId="418"/>
            <ac:spMk id="14" creationId="{1F6C53D9-6253-6086-AF55-01701282C68C}"/>
          </ac:spMkLst>
        </pc:spChg>
        <pc:spChg chg="mod">
          <ac:chgData name="SEBASTIAN MONTOYA VILLADA" userId="S::sebastianmontoya8118@correo.itm.edu.co::dffcc6c4-4ec2-40a3-ba2d-1adaa01cc26d" providerId="AD" clId="Web-{D0D053EA-C99B-ED7F-0D8E-CE7ABFFEE877}" dt="2025-02-25T19:46:00.320" v="232" actId="20577"/>
          <ac:spMkLst>
            <pc:docMk/>
            <pc:sldMk cId="4162135195" sldId="418"/>
            <ac:spMk id="17" creationId="{FC85E4E6-6B2D-3153-0602-44B2574129F1}"/>
          </ac:spMkLst>
        </pc:spChg>
        <pc:picChg chg="mod">
          <ac:chgData name="SEBASTIAN MONTOYA VILLADA" userId="S::sebastianmontoya8118@correo.itm.edu.co::dffcc6c4-4ec2-40a3-ba2d-1adaa01cc26d" providerId="AD" clId="Web-{D0D053EA-C99B-ED7F-0D8E-CE7ABFFEE877}" dt="2025-02-25T19:38:32.460" v="159" actId="1076"/>
          <ac:picMkLst>
            <pc:docMk/>
            <pc:sldMk cId="4162135195" sldId="418"/>
            <ac:picMk id="2" creationId="{2E78E170-368E-C5D2-7289-BC1385F6DAB7}"/>
          </ac:picMkLst>
        </pc:picChg>
      </pc:sldChg>
      <pc:sldChg chg="ord">
        <pc:chgData name="SEBASTIAN MONTOYA VILLADA" userId="S::sebastianmontoya8118@correo.itm.edu.co::dffcc6c4-4ec2-40a3-ba2d-1adaa01cc26d" providerId="AD" clId="Web-{D0D053EA-C99B-ED7F-0D8E-CE7ABFFEE877}" dt="2025-02-25T15:59:42.150" v="34"/>
        <pc:sldMkLst>
          <pc:docMk/>
          <pc:sldMk cId="572116004" sldId="438"/>
        </pc:sldMkLst>
      </pc:sldChg>
      <pc:sldChg chg="addSp delSp modSp">
        <pc:chgData name="SEBASTIAN MONTOYA VILLADA" userId="S::sebastianmontoya8118@correo.itm.edu.co::dffcc6c4-4ec2-40a3-ba2d-1adaa01cc26d" providerId="AD" clId="Web-{D0D053EA-C99B-ED7F-0D8E-CE7ABFFEE877}" dt="2025-02-25T19:54:15.978" v="276" actId="20577"/>
        <pc:sldMkLst>
          <pc:docMk/>
          <pc:sldMk cId="669662910" sldId="439"/>
        </pc:sldMkLst>
        <pc:spChg chg="mod">
          <ac:chgData name="SEBASTIAN MONTOYA VILLADA" userId="S::sebastianmontoya8118@correo.itm.edu.co::dffcc6c4-4ec2-40a3-ba2d-1adaa01cc26d" providerId="AD" clId="Web-{D0D053EA-C99B-ED7F-0D8E-CE7ABFFEE877}" dt="2025-02-25T19:54:15.978" v="276" actId="20577"/>
          <ac:spMkLst>
            <pc:docMk/>
            <pc:sldMk cId="669662910" sldId="439"/>
            <ac:spMk id="15" creationId="{9F6A2C9A-AFDE-7B64-1367-4E0885FE8946}"/>
          </ac:spMkLst>
        </pc:spChg>
        <pc:spChg chg="mod">
          <ac:chgData name="SEBASTIAN MONTOYA VILLADA" userId="S::sebastianmontoya8118@correo.itm.edu.co::dffcc6c4-4ec2-40a3-ba2d-1adaa01cc26d" providerId="AD" clId="Web-{D0D053EA-C99B-ED7F-0D8E-CE7ABFFEE877}" dt="2025-02-25T19:53:21.898" v="257" actId="20577"/>
          <ac:spMkLst>
            <pc:docMk/>
            <pc:sldMk cId="669662910" sldId="439"/>
            <ac:spMk id="17" creationId="{AA4C6227-57C7-521E-F563-0DF6C1C0045C}"/>
          </ac:spMkLst>
        </pc:spChg>
        <pc:picChg chg="add del mod">
          <ac:chgData name="SEBASTIAN MONTOYA VILLADA" userId="S::sebastianmontoya8118@correo.itm.edu.co::dffcc6c4-4ec2-40a3-ba2d-1adaa01cc26d" providerId="AD" clId="Web-{D0D053EA-C99B-ED7F-0D8E-CE7ABFFEE877}" dt="2025-02-25T19:53:49.399" v="262"/>
          <ac:picMkLst>
            <pc:docMk/>
            <pc:sldMk cId="669662910" sldId="439"/>
            <ac:picMk id="2" creationId="{E491EAEC-5A3A-F0FF-C113-59C5C3705815}"/>
          </ac:picMkLst>
        </pc:picChg>
        <pc:picChg chg="del mod">
          <ac:chgData name="SEBASTIAN MONTOYA VILLADA" userId="S::sebastianmontoya8118@correo.itm.edu.co::dffcc6c4-4ec2-40a3-ba2d-1adaa01cc26d" providerId="AD" clId="Web-{D0D053EA-C99B-ED7F-0D8E-CE7ABFFEE877}" dt="2025-02-25T19:53:23.539" v="258"/>
          <ac:picMkLst>
            <pc:docMk/>
            <pc:sldMk cId="669662910" sldId="439"/>
            <ac:picMk id="13" creationId="{03F7FC06-A2A5-79E1-1D02-6B3B4F7B4AFB}"/>
          </ac:picMkLst>
        </pc:picChg>
        <pc:picChg chg="add mod">
          <ac:chgData name="SEBASTIAN MONTOYA VILLADA" userId="S::sebastianmontoya8118@correo.itm.edu.co::dffcc6c4-4ec2-40a3-ba2d-1adaa01cc26d" providerId="AD" clId="Web-{D0D053EA-C99B-ED7F-0D8E-CE7ABFFEE877}" dt="2025-02-25T19:53:52.306" v="264" actId="1076"/>
          <ac:picMkLst>
            <pc:docMk/>
            <pc:sldMk cId="669662910" sldId="439"/>
            <ac:picMk id="14" creationId="{E7F9E6D3-FE09-2E87-28F9-5245F2F23289}"/>
          </ac:picMkLst>
        </pc:picChg>
      </pc:sldChg>
      <pc:sldChg chg="modSp">
        <pc:chgData name="SEBASTIAN MONTOYA VILLADA" userId="S::sebastianmontoya8118@correo.itm.edu.co::dffcc6c4-4ec2-40a3-ba2d-1adaa01cc26d" providerId="AD" clId="Web-{D0D053EA-C99B-ED7F-0D8E-CE7ABFFEE877}" dt="2025-02-25T16:01:32.796" v="63" actId="20577"/>
        <pc:sldMkLst>
          <pc:docMk/>
          <pc:sldMk cId="4045531496" sldId="440"/>
        </pc:sldMkLst>
        <pc:spChg chg="mod">
          <ac:chgData name="SEBASTIAN MONTOYA VILLADA" userId="S::sebastianmontoya8118@correo.itm.edu.co::dffcc6c4-4ec2-40a3-ba2d-1adaa01cc26d" providerId="AD" clId="Web-{D0D053EA-C99B-ED7F-0D8E-CE7ABFFEE877}" dt="2025-02-25T16:01:32.796" v="63" actId="20577"/>
          <ac:spMkLst>
            <pc:docMk/>
            <pc:sldMk cId="4045531496" sldId="440"/>
            <ac:spMk id="15" creationId="{B92E2F6B-79D2-AD7F-C8E1-F92E7ABF025A}"/>
          </ac:spMkLst>
        </pc:spChg>
        <pc:spChg chg="mod">
          <ac:chgData name="SEBASTIAN MONTOYA VILLADA" userId="S::sebastianmontoya8118@correo.itm.edu.co::dffcc6c4-4ec2-40a3-ba2d-1adaa01cc26d" providerId="AD" clId="Web-{D0D053EA-C99B-ED7F-0D8E-CE7ABFFEE877}" dt="2025-02-25T16:01:25.670" v="62" actId="20577"/>
          <ac:spMkLst>
            <pc:docMk/>
            <pc:sldMk cId="4045531496" sldId="440"/>
            <ac:spMk id="17" creationId="{B9ECE4F0-AD6D-8D92-C3AE-20519BE49560}"/>
          </ac:spMkLst>
        </pc:spChg>
      </pc:sldChg>
      <pc:sldChg chg="modSp">
        <pc:chgData name="SEBASTIAN MONTOYA VILLADA" userId="S::sebastianmontoya8118@correo.itm.edu.co::dffcc6c4-4ec2-40a3-ba2d-1adaa01cc26d" providerId="AD" clId="Web-{D0D053EA-C99B-ED7F-0D8E-CE7ABFFEE877}" dt="2025-02-25T16:02:56.128" v="95" actId="20577"/>
        <pc:sldMkLst>
          <pc:docMk/>
          <pc:sldMk cId="3488386825" sldId="441"/>
        </pc:sldMkLst>
        <pc:spChg chg="mod">
          <ac:chgData name="SEBASTIAN MONTOYA VILLADA" userId="S::sebastianmontoya8118@correo.itm.edu.co::dffcc6c4-4ec2-40a3-ba2d-1adaa01cc26d" providerId="AD" clId="Web-{D0D053EA-C99B-ED7F-0D8E-CE7ABFFEE877}" dt="2025-02-25T16:02:56.128" v="95" actId="20577"/>
          <ac:spMkLst>
            <pc:docMk/>
            <pc:sldMk cId="3488386825" sldId="441"/>
            <ac:spMk id="17" creationId="{7459510F-0A7C-3020-1ADA-4A032A9E1ACD}"/>
          </ac:spMkLst>
        </pc:spChg>
      </pc:sldChg>
      <pc:sldChg chg="modSp">
        <pc:chgData name="SEBASTIAN MONTOYA VILLADA" userId="S::sebastianmontoya8118@correo.itm.edu.co::dffcc6c4-4ec2-40a3-ba2d-1adaa01cc26d" providerId="AD" clId="Web-{D0D053EA-C99B-ED7F-0D8E-CE7ABFFEE877}" dt="2025-02-25T16:03:34.661" v="117" actId="20577"/>
        <pc:sldMkLst>
          <pc:docMk/>
          <pc:sldMk cId="3963111032" sldId="442"/>
        </pc:sldMkLst>
        <pc:spChg chg="mod">
          <ac:chgData name="SEBASTIAN MONTOYA VILLADA" userId="S::sebastianmontoya8118@correo.itm.edu.co::dffcc6c4-4ec2-40a3-ba2d-1adaa01cc26d" providerId="AD" clId="Web-{D0D053EA-C99B-ED7F-0D8E-CE7ABFFEE877}" dt="2025-02-25T16:03:34.661" v="117" actId="20577"/>
          <ac:spMkLst>
            <pc:docMk/>
            <pc:sldMk cId="3963111032" sldId="442"/>
            <ac:spMk id="17" creationId="{F7B886D6-B62D-6522-1CEF-75B341D8A719}"/>
          </ac:spMkLst>
        </pc:spChg>
      </pc:sldChg>
      <pc:sldChg chg="modSp">
        <pc:chgData name="SEBASTIAN MONTOYA VILLADA" userId="S::sebastianmontoya8118@correo.itm.edu.co::dffcc6c4-4ec2-40a3-ba2d-1adaa01cc26d" providerId="AD" clId="Web-{D0D053EA-C99B-ED7F-0D8E-CE7ABFFEE877}" dt="2025-02-25T16:02:17.673" v="81" actId="20577"/>
        <pc:sldMkLst>
          <pc:docMk/>
          <pc:sldMk cId="65361483" sldId="443"/>
        </pc:sldMkLst>
        <pc:spChg chg="mod">
          <ac:chgData name="SEBASTIAN MONTOYA VILLADA" userId="S::sebastianmontoya8118@correo.itm.edu.co::dffcc6c4-4ec2-40a3-ba2d-1adaa01cc26d" providerId="AD" clId="Web-{D0D053EA-C99B-ED7F-0D8E-CE7ABFFEE877}" dt="2025-02-25T16:02:17.673" v="81" actId="20577"/>
          <ac:spMkLst>
            <pc:docMk/>
            <pc:sldMk cId="65361483" sldId="443"/>
            <ac:spMk id="17" creationId="{55C07E61-3B09-38FD-B26C-30E547DA9885}"/>
          </ac:spMkLst>
        </pc:spChg>
      </pc:sldChg>
      <pc:sldChg chg="del">
        <pc:chgData name="SEBASTIAN MONTOYA VILLADA" userId="S::sebastianmontoya8118@correo.itm.edu.co::dffcc6c4-4ec2-40a3-ba2d-1adaa01cc26d" providerId="AD" clId="Web-{D0D053EA-C99B-ED7F-0D8E-CE7ABFFEE877}" dt="2025-02-25T16:02:03.813" v="78"/>
        <pc:sldMkLst>
          <pc:docMk/>
          <pc:sldMk cId="4262564120" sldId="444"/>
        </pc:sldMkLst>
      </pc:sldChg>
      <pc:sldChg chg="modSp">
        <pc:chgData name="SEBASTIAN MONTOYA VILLADA" userId="S::sebastianmontoya8118@correo.itm.edu.co::dffcc6c4-4ec2-40a3-ba2d-1adaa01cc26d" providerId="AD" clId="Web-{D0D053EA-C99B-ED7F-0D8E-CE7ABFFEE877}" dt="2025-02-25T16:02:30.408" v="91" actId="20577"/>
        <pc:sldMkLst>
          <pc:docMk/>
          <pc:sldMk cId="610938291" sldId="445"/>
        </pc:sldMkLst>
        <pc:spChg chg="mod">
          <ac:chgData name="SEBASTIAN MONTOYA VILLADA" userId="S::sebastianmontoya8118@correo.itm.edu.co::dffcc6c4-4ec2-40a3-ba2d-1adaa01cc26d" providerId="AD" clId="Web-{D0D053EA-C99B-ED7F-0D8E-CE7ABFFEE877}" dt="2025-02-25T16:02:30.408" v="91" actId="20577"/>
          <ac:spMkLst>
            <pc:docMk/>
            <pc:sldMk cId="610938291" sldId="445"/>
            <ac:spMk id="17" creationId="{FE0009F1-422B-17A8-0D51-F1FF9C403265}"/>
          </ac:spMkLst>
        </pc:spChg>
      </pc:sldChg>
      <pc:sldChg chg="ord">
        <pc:chgData name="SEBASTIAN MONTOYA VILLADA" userId="S::sebastianmontoya8118@correo.itm.edu.co::dffcc6c4-4ec2-40a3-ba2d-1adaa01cc26d" providerId="AD" clId="Web-{D0D053EA-C99B-ED7F-0D8E-CE7ABFFEE877}" dt="2025-02-25T15:59:51.088" v="35"/>
        <pc:sldMkLst>
          <pc:docMk/>
          <pc:sldMk cId="2935635366" sldId="446"/>
        </pc:sldMkLst>
      </pc:sldChg>
      <pc:sldChg chg="del">
        <pc:chgData name="SEBASTIAN MONTOYA VILLADA" userId="S::sebastianmontoya8118@correo.itm.edu.co::dffcc6c4-4ec2-40a3-ba2d-1adaa01cc26d" providerId="AD" clId="Web-{D0D053EA-C99B-ED7F-0D8E-CE7ABFFEE877}" dt="2025-02-25T19:45:29.444" v="220"/>
        <pc:sldMkLst>
          <pc:docMk/>
          <pc:sldMk cId="1813552283" sldId="447"/>
        </pc:sldMkLst>
      </pc:sldChg>
      <pc:sldChg chg="delSp modSp delAnim">
        <pc:chgData name="SEBASTIAN MONTOYA VILLADA" userId="S::sebastianmontoya8118@correo.itm.edu.co::dffcc6c4-4ec2-40a3-ba2d-1adaa01cc26d" providerId="AD" clId="Web-{D0D053EA-C99B-ED7F-0D8E-CE7ABFFEE877}" dt="2025-02-25T19:46:34.759" v="238" actId="20577"/>
        <pc:sldMkLst>
          <pc:docMk/>
          <pc:sldMk cId="3468940232" sldId="448"/>
        </pc:sldMkLst>
        <pc:spChg chg="del">
          <ac:chgData name="SEBASTIAN MONTOYA VILLADA" userId="S::sebastianmontoya8118@correo.itm.edu.co::dffcc6c4-4ec2-40a3-ba2d-1adaa01cc26d" providerId="AD" clId="Web-{D0D053EA-C99B-ED7F-0D8E-CE7ABFFEE877}" dt="2025-02-25T16:00:26.418" v="42"/>
          <ac:spMkLst>
            <pc:docMk/>
            <pc:sldMk cId="3468940232" sldId="448"/>
            <ac:spMk id="14" creationId="{4E5E922D-0987-9B75-FA19-8A5936A1D181}"/>
          </ac:spMkLst>
        </pc:spChg>
        <pc:spChg chg="mod">
          <ac:chgData name="SEBASTIAN MONTOYA VILLADA" userId="S::sebastianmontoya8118@correo.itm.edu.co::dffcc6c4-4ec2-40a3-ba2d-1adaa01cc26d" providerId="AD" clId="Web-{D0D053EA-C99B-ED7F-0D8E-CE7ABFFEE877}" dt="2025-02-25T19:46:34.759" v="238" actId="20577"/>
          <ac:spMkLst>
            <pc:docMk/>
            <pc:sldMk cId="3468940232" sldId="448"/>
            <ac:spMk id="17" creationId="{8CEEB35C-5D30-D1C8-29CF-DDFC3B0EFDD4}"/>
          </ac:spMkLst>
        </pc:spChg>
      </pc:sldChg>
      <pc:sldChg chg="modSp">
        <pc:chgData name="SEBASTIAN MONTOYA VILLADA" userId="S::sebastianmontoya8118@correo.itm.edu.co::dffcc6c4-4ec2-40a3-ba2d-1adaa01cc26d" providerId="AD" clId="Web-{D0D053EA-C99B-ED7F-0D8E-CE7ABFFEE877}" dt="2025-02-25T16:01:08.091" v="57" actId="20577"/>
        <pc:sldMkLst>
          <pc:docMk/>
          <pc:sldMk cId="4156220730" sldId="449"/>
        </pc:sldMkLst>
        <pc:spChg chg="mod">
          <ac:chgData name="SEBASTIAN MONTOYA VILLADA" userId="S::sebastianmontoya8118@correo.itm.edu.co::dffcc6c4-4ec2-40a3-ba2d-1adaa01cc26d" providerId="AD" clId="Web-{D0D053EA-C99B-ED7F-0D8E-CE7ABFFEE877}" dt="2025-02-25T16:01:08.091" v="57" actId="20577"/>
          <ac:spMkLst>
            <pc:docMk/>
            <pc:sldMk cId="4156220730" sldId="449"/>
            <ac:spMk id="17" creationId="{8F6AC07D-7E08-5A00-5628-3583E04ECD4A}"/>
          </ac:spMkLst>
        </pc:spChg>
      </pc:sldChg>
      <pc:sldChg chg="modSp">
        <pc:chgData name="SEBASTIAN MONTOYA VILLADA" userId="S::sebastianmontoya8118@correo.itm.edu.co::dffcc6c4-4ec2-40a3-ba2d-1adaa01cc26d" providerId="AD" clId="Web-{D0D053EA-C99B-ED7F-0D8E-CE7ABFFEE877}" dt="2025-02-25T16:01:47.828" v="71" actId="20577"/>
        <pc:sldMkLst>
          <pc:docMk/>
          <pc:sldMk cId="3474474829" sldId="450"/>
        </pc:sldMkLst>
        <pc:spChg chg="mod">
          <ac:chgData name="SEBASTIAN MONTOYA VILLADA" userId="S::sebastianmontoya8118@correo.itm.edu.co::dffcc6c4-4ec2-40a3-ba2d-1adaa01cc26d" providerId="AD" clId="Web-{D0D053EA-C99B-ED7F-0D8E-CE7ABFFEE877}" dt="2025-02-25T16:01:47.828" v="71" actId="20577"/>
          <ac:spMkLst>
            <pc:docMk/>
            <pc:sldMk cId="3474474829" sldId="450"/>
            <ac:spMk id="17" creationId="{9CA6337C-5C48-770D-852E-72FBA8346A55}"/>
          </ac:spMkLst>
        </pc:spChg>
      </pc:sldChg>
      <pc:sldChg chg="modSp add replId">
        <pc:chgData name="SEBASTIAN MONTOYA VILLADA" userId="S::sebastianmontoya8118@correo.itm.edu.co::dffcc6c4-4ec2-40a3-ba2d-1adaa01cc26d" providerId="AD" clId="Web-{D0D053EA-C99B-ED7F-0D8E-CE7ABFFEE877}" dt="2025-02-25T15:59:32.853" v="33" actId="1076"/>
        <pc:sldMkLst>
          <pc:docMk/>
          <pc:sldMk cId="2330530037" sldId="453"/>
        </pc:sldMkLst>
        <pc:spChg chg="mod">
          <ac:chgData name="SEBASTIAN MONTOYA VILLADA" userId="S::sebastianmontoya8118@correo.itm.edu.co::dffcc6c4-4ec2-40a3-ba2d-1adaa01cc26d" providerId="AD" clId="Web-{D0D053EA-C99B-ED7F-0D8E-CE7ABFFEE877}" dt="2025-02-25T15:59:32.853" v="33" actId="1076"/>
          <ac:spMkLst>
            <pc:docMk/>
            <pc:sldMk cId="2330530037" sldId="453"/>
            <ac:spMk id="2" creationId="{C6C5B5F5-0A1A-E20A-40EE-997664429581}"/>
          </ac:spMkLst>
        </pc:spChg>
        <pc:spChg chg="mod">
          <ac:chgData name="SEBASTIAN MONTOYA VILLADA" userId="S::sebastianmontoya8118@correo.itm.edu.co::dffcc6c4-4ec2-40a3-ba2d-1adaa01cc26d" providerId="AD" clId="Web-{D0D053EA-C99B-ED7F-0D8E-CE7ABFFEE877}" dt="2025-02-25T15:59:11.320" v="22" actId="20577"/>
          <ac:spMkLst>
            <pc:docMk/>
            <pc:sldMk cId="2330530037" sldId="453"/>
            <ac:spMk id="13" creationId="{DFA9521C-B565-3504-D752-8BA5C5A00EDA}"/>
          </ac:spMkLst>
        </pc:spChg>
      </pc:sldChg>
      <pc:sldChg chg="delSp modSp add replId">
        <pc:chgData name="SEBASTIAN MONTOYA VILLADA" userId="S::sebastianmontoya8118@correo.itm.edu.co::dffcc6c4-4ec2-40a3-ba2d-1adaa01cc26d" providerId="AD" clId="Web-{D0D053EA-C99B-ED7F-0D8E-CE7ABFFEE877}" dt="2025-02-25T19:46:08.555" v="233" actId="1076"/>
        <pc:sldMkLst>
          <pc:docMk/>
          <pc:sldMk cId="2576927264" sldId="454"/>
        </pc:sldMkLst>
        <pc:spChg chg="mod">
          <ac:chgData name="SEBASTIAN MONTOYA VILLADA" userId="S::sebastianmontoya8118@correo.itm.edu.co::dffcc6c4-4ec2-40a3-ba2d-1adaa01cc26d" providerId="AD" clId="Web-{D0D053EA-C99B-ED7F-0D8E-CE7ABFFEE877}" dt="2025-02-25T19:46:08.555" v="233" actId="1076"/>
          <ac:spMkLst>
            <pc:docMk/>
            <pc:sldMk cId="2576927264" sldId="454"/>
            <ac:spMk id="17" creationId="{68407AB9-2CEF-C466-9230-7A625263EF78}"/>
          </ac:spMkLst>
        </pc:spChg>
        <pc:picChg chg="del">
          <ac:chgData name="SEBASTIAN MONTOYA VILLADA" userId="S::sebastianmontoya8118@correo.itm.edu.co::dffcc6c4-4ec2-40a3-ba2d-1adaa01cc26d" providerId="AD" clId="Web-{D0D053EA-C99B-ED7F-0D8E-CE7ABFFEE877}" dt="2025-02-25T19:42:34.063" v="161"/>
          <ac:picMkLst>
            <pc:docMk/>
            <pc:sldMk cId="2576927264" sldId="454"/>
            <ac:picMk id="2" creationId="{B39CCDFF-E33E-DB0D-6009-B9ADA925C77E}"/>
          </ac:picMkLst>
        </pc:picChg>
      </pc:sldChg>
      <pc:sldChg chg="modSp add replId">
        <pc:chgData name="SEBASTIAN MONTOYA VILLADA" userId="S::sebastianmontoya8118@correo.itm.edu.co::dffcc6c4-4ec2-40a3-ba2d-1adaa01cc26d" providerId="AD" clId="Web-{D0D053EA-C99B-ED7F-0D8E-CE7ABFFEE877}" dt="2025-02-25T19:45:18.897" v="219" actId="20577"/>
        <pc:sldMkLst>
          <pc:docMk/>
          <pc:sldMk cId="2078257066" sldId="455"/>
        </pc:sldMkLst>
        <pc:spChg chg="mod">
          <ac:chgData name="SEBASTIAN MONTOYA VILLADA" userId="S::sebastianmontoya8118@correo.itm.edu.co::dffcc6c4-4ec2-40a3-ba2d-1adaa01cc26d" providerId="AD" clId="Web-{D0D053EA-C99B-ED7F-0D8E-CE7ABFFEE877}" dt="2025-02-25T19:45:18.897" v="219" actId="20577"/>
          <ac:spMkLst>
            <pc:docMk/>
            <pc:sldMk cId="2078257066" sldId="455"/>
            <ac:spMk id="17" creationId="{3608AAB2-B1D8-0355-8E27-DAC473EB1105}"/>
          </ac:spMkLst>
        </pc:spChg>
      </pc:sldChg>
      <pc:sldChg chg="addSp delSp modSp add replId">
        <pc:chgData name="SEBASTIAN MONTOYA VILLADA" userId="S::sebastianmontoya8118@correo.itm.edu.co::dffcc6c4-4ec2-40a3-ba2d-1adaa01cc26d" providerId="AD" clId="Web-{D0D053EA-C99B-ED7F-0D8E-CE7ABFFEE877}" dt="2025-02-25T19:56:45.687" v="303" actId="20577"/>
        <pc:sldMkLst>
          <pc:docMk/>
          <pc:sldMk cId="13597976" sldId="456"/>
        </pc:sldMkLst>
        <pc:spChg chg="mod">
          <ac:chgData name="SEBASTIAN MONTOYA VILLADA" userId="S::sebastianmontoya8118@correo.itm.edu.co::dffcc6c4-4ec2-40a3-ba2d-1adaa01cc26d" providerId="AD" clId="Web-{D0D053EA-C99B-ED7F-0D8E-CE7ABFFEE877}" dt="2025-02-25T19:56:45.687" v="303" actId="20577"/>
          <ac:spMkLst>
            <pc:docMk/>
            <pc:sldMk cId="13597976" sldId="456"/>
            <ac:spMk id="15" creationId="{14BBBF26-18E2-32DE-BB8E-63A7C22BBD39}"/>
          </ac:spMkLst>
        </pc:spChg>
        <pc:spChg chg="mod">
          <ac:chgData name="SEBASTIAN MONTOYA VILLADA" userId="S::sebastianmontoya8118@correo.itm.edu.co::dffcc6c4-4ec2-40a3-ba2d-1adaa01cc26d" providerId="AD" clId="Web-{D0D053EA-C99B-ED7F-0D8E-CE7ABFFEE877}" dt="2025-02-25T19:56:23.827" v="293" actId="20577"/>
          <ac:spMkLst>
            <pc:docMk/>
            <pc:sldMk cId="13597976" sldId="456"/>
            <ac:spMk id="17" creationId="{1A73CB2D-89FF-C6D0-6B5B-EAD7515FEB7B}"/>
          </ac:spMkLst>
        </pc:spChg>
        <pc:picChg chg="add mod">
          <ac:chgData name="SEBASTIAN MONTOYA VILLADA" userId="S::sebastianmontoya8118@correo.itm.edu.co::dffcc6c4-4ec2-40a3-ba2d-1adaa01cc26d" providerId="AD" clId="Web-{D0D053EA-C99B-ED7F-0D8E-CE7ABFFEE877}" dt="2025-02-25T19:56:27.717" v="296" actId="1076"/>
          <ac:picMkLst>
            <pc:docMk/>
            <pc:sldMk cId="13597976" sldId="456"/>
            <ac:picMk id="2" creationId="{D207BD01-003F-59E5-10F0-9F8C4B492B6A}"/>
          </ac:picMkLst>
        </pc:picChg>
        <pc:picChg chg="del">
          <ac:chgData name="SEBASTIAN MONTOYA VILLADA" userId="S::sebastianmontoya8118@correo.itm.edu.co::dffcc6c4-4ec2-40a3-ba2d-1adaa01cc26d" providerId="AD" clId="Web-{D0D053EA-C99B-ED7F-0D8E-CE7ABFFEE877}" dt="2025-02-25T19:56:24.702" v="294"/>
          <ac:picMkLst>
            <pc:docMk/>
            <pc:sldMk cId="13597976" sldId="456"/>
            <ac:picMk id="13" creationId="{8E7F3F28-2314-90B6-4437-52A0424D0613}"/>
          </ac:picMkLst>
        </pc:picChg>
      </pc:sldChg>
      <pc:sldChg chg="add replId">
        <pc:chgData name="SEBASTIAN MONTOYA VILLADA" userId="S::sebastianmontoya8118@correo.itm.edu.co::dffcc6c4-4ec2-40a3-ba2d-1adaa01cc26d" providerId="AD" clId="Web-{D0D053EA-C99B-ED7F-0D8E-CE7ABFFEE877}" dt="2025-02-25T19:55:35.309" v="277"/>
        <pc:sldMkLst>
          <pc:docMk/>
          <pc:sldMk cId="880687849" sldId="457"/>
        </pc:sldMkLst>
      </pc:sldChg>
    </pc:docChg>
  </pc:docChgLst>
  <pc:docChgLst>
    <pc:chgData name="SEBASTIAN MONTOYA VILLADA" userId="S::sebastianmontoya8118@correo.itm.edu.co::dffcc6c4-4ec2-40a3-ba2d-1adaa01cc26d" providerId="AD" clId="Web-{BFDEF7A3-BB49-0AFB-2203-6A0ADC140F92}"/>
    <pc:docChg chg="addSld delSld modSld sldOrd">
      <pc:chgData name="SEBASTIAN MONTOYA VILLADA" userId="S::sebastianmontoya8118@correo.itm.edu.co::dffcc6c4-4ec2-40a3-ba2d-1adaa01cc26d" providerId="AD" clId="Web-{BFDEF7A3-BB49-0AFB-2203-6A0ADC140F92}" dt="2025-02-24T03:22:06.839" v="181"/>
      <pc:docMkLst>
        <pc:docMk/>
      </pc:docMkLst>
      <pc:sldChg chg="delSp modSp delAnim">
        <pc:chgData name="SEBASTIAN MONTOYA VILLADA" userId="S::sebastianmontoya8118@correo.itm.edu.co::dffcc6c4-4ec2-40a3-ba2d-1adaa01cc26d" providerId="AD" clId="Web-{BFDEF7A3-BB49-0AFB-2203-6A0ADC140F92}" dt="2025-02-24T02:32:05.800" v="5" actId="20577"/>
        <pc:sldMkLst>
          <pc:docMk/>
          <pc:sldMk cId="771191104" sldId="376"/>
        </pc:sldMkLst>
        <pc:spChg chg="mod">
          <ac:chgData name="SEBASTIAN MONTOYA VILLADA" userId="S::sebastianmontoya8118@correo.itm.edu.co::dffcc6c4-4ec2-40a3-ba2d-1adaa01cc26d" providerId="AD" clId="Web-{BFDEF7A3-BB49-0AFB-2203-6A0ADC140F92}" dt="2025-02-24T02:32:05.800" v="5" actId="20577"/>
          <ac:spMkLst>
            <pc:docMk/>
            <pc:sldMk cId="771191104" sldId="376"/>
            <ac:spMk id="2" creationId="{0580E81F-1128-E24E-0AE0-A8B86D9D9525}"/>
          </ac:spMkLst>
        </pc:spChg>
        <pc:spChg chg="mod">
          <ac:chgData name="SEBASTIAN MONTOYA VILLADA" userId="S::sebastianmontoya8118@correo.itm.edu.co::dffcc6c4-4ec2-40a3-ba2d-1adaa01cc26d" providerId="AD" clId="Web-{BFDEF7A3-BB49-0AFB-2203-6A0ADC140F92}" dt="2025-02-24T02:31:44.315" v="0" actId="1076"/>
          <ac:spMkLst>
            <pc:docMk/>
            <pc:sldMk cId="771191104" sldId="376"/>
            <ac:spMk id="13" creationId="{39D79C70-AB96-7FAE-134F-BC27F2A7246B}"/>
          </ac:spMkLst>
        </pc:spChg>
        <pc:spChg chg="del">
          <ac:chgData name="SEBASTIAN MONTOYA VILLADA" userId="S::sebastianmontoya8118@correo.itm.edu.co::dffcc6c4-4ec2-40a3-ba2d-1adaa01cc26d" providerId="AD" clId="Web-{BFDEF7A3-BB49-0AFB-2203-6A0ADC140F92}" dt="2025-02-24T02:31:48.940" v="2"/>
          <ac:spMkLst>
            <pc:docMk/>
            <pc:sldMk cId="771191104" sldId="376"/>
            <ac:spMk id="14" creationId="{C866E470-F7DF-BCB3-57EF-F44EF418ACC0}"/>
          </ac:spMkLst>
        </pc:spChg>
        <pc:picChg chg="del">
          <ac:chgData name="SEBASTIAN MONTOYA VILLADA" userId="S::sebastianmontoya8118@correo.itm.edu.co::dffcc6c4-4ec2-40a3-ba2d-1adaa01cc26d" providerId="AD" clId="Web-{BFDEF7A3-BB49-0AFB-2203-6A0ADC140F92}" dt="2025-02-24T02:31:45.830" v="1"/>
          <ac:picMkLst>
            <pc:docMk/>
            <pc:sldMk cId="771191104" sldId="376"/>
            <ac:picMk id="16" creationId="{5B5EB208-D799-1243-DFAE-59BE52373012}"/>
          </ac:picMkLst>
        </pc:picChg>
      </pc:sldChg>
      <pc:sldChg chg="delSp modSp">
        <pc:chgData name="SEBASTIAN MONTOYA VILLADA" userId="S::sebastianmontoya8118@correo.itm.edu.co::dffcc6c4-4ec2-40a3-ba2d-1adaa01cc26d" providerId="AD" clId="Web-{BFDEF7A3-BB49-0AFB-2203-6A0ADC140F92}" dt="2025-02-24T02:32:44.410" v="25" actId="20577"/>
        <pc:sldMkLst>
          <pc:docMk/>
          <pc:sldMk cId="3948052957" sldId="391"/>
        </pc:sldMkLst>
        <pc:spChg chg="mod">
          <ac:chgData name="SEBASTIAN MONTOYA VILLADA" userId="S::sebastianmontoya8118@correo.itm.edu.co::dffcc6c4-4ec2-40a3-ba2d-1adaa01cc26d" providerId="AD" clId="Web-{BFDEF7A3-BB49-0AFB-2203-6A0ADC140F92}" dt="2025-02-24T02:32:34.832" v="19" actId="20577"/>
          <ac:spMkLst>
            <pc:docMk/>
            <pc:sldMk cId="3948052957" sldId="391"/>
            <ac:spMk id="13" creationId="{E9D91B48-AD77-A73F-0176-79798B097560}"/>
          </ac:spMkLst>
        </pc:spChg>
        <pc:spChg chg="mod">
          <ac:chgData name="SEBASTIAN MONTOYA VILLADA" userId="S::sebastianmontoya8118@correo.itm.edu.co::dffcc6c4-4ec2-40a3-ba2d-1adaa01cc26d" providerId="AD" clId="Web-{BFDEF7A3-BB49-0AFB-2203-6A0ADC140F92}" dt="2025-02-24T02:32:44.410" v="25" actId="20577"/>
          <ac:spMkLst>
            <pc:docMk/>
            <pc:sldMk cId="3948052957" sldId="391"/>
            <ac:spMk id="14" creationId="{EEC23015-6382-FDDD-F360-F1D331E6F74E}"/>
          </ac:spMkLst>
        </pc:spChg>
        <pc:spChg chg="del">
          <ac:chgData name="SEBASTIAN MONTOYA VILLADA" userId="S::sebastianmontoya8118@correo.itm.edu.co::dffcc6c4-4ec2-40a3-ba2d-1adaa01cc26d" providerId="AD" clId="Web-{BFDEF7A3-BB49-0AFB-2203-6A0ADC140F92}" dt="2025-02-24T02:32:39.442" v="21"/>
          <ac:spMkLst>
            <pc:docMk/>
            <pc:sldMk cId="3948052957" sldId="391"/>
            <ac:spMk id="17" creationId="{88776E08-C022-316B-2CD1-CCDD9063D916}"/>
          </ac:spMkLst>
        </pc:spChg>
        <pc:picChg chg="del">
          <ac:chgData name="SEBASTIAN MONTOYA VILLADA" userId="S::sebastianmontoya8118@correo.itm.edu.co::dffcc6c4-4ec2-40a3-ba2d-1adaa01cc26d" providerId="AD" clId="Web-{BFDEF7A3-BB49-0AFB-2203-6A0ADC140F92}" dt="2025-02-24T02:32:36.879" v="20"/>
          <ac:picMkLst>
            <pc:docMk/>
            <pc:sldMk cId="3948052957" sldId="391"/>
            <ac:picMk id="15" creationId="{45AD87D6-A060-F658-7913-D2FE042A9ED4}"/>
          </ac:picMkLst>
        </pc:picChg>
      </pc:sldChg>
      <pc:sldChg chg="del">
        <pc:chgData name="SEBASTIAN MONTOYA VILLADA" userId="S::sebastianmontoya8118@correo.itm.edu.co::dffcc6c4-4ec2-40a3-ba2d-1adaa01cc26d" providerId="AD" clId="Web-{BFDEF7A3-BB49-0AFB-2203-6A0ADC140F92}" dt="2025-02-24T02:44:30.513" v="76"/>
        <pc:sldMkLst>
          <pc:docMk/>
          <pc:sldMk cId="2983642901" sldId="400"/>
        </pc:sldMkLst>
      </pc:sldChg>
      <pc:sldChg chg="del">
        <pc:chgData name="SEBASTIAN MONTOYA VILLADA" userId="S::sebastianmontoya8118@correo.itm.edu.co::dffcc6c4-4ec2-40a3-ba2d-1adaa01cc26d" providerId="AD" clId="Web-{BFDEF7A3-BB49-0AFB-2203-6A0ADC140F92}" dt="2025-02-24T02:44:26.747" v="73"/>
        <pc:sldMkLst>
          <pc:docMk/>
          <pc:sldMk cId="3030745904" sldId="405"/>
        </pc:sldMkLst>
      </pc:sldChg>
      <pc:sldChg chg="addSp delSp modSp delAnim">
        <pc:chgData name="SEBASTIAN MONTOYA VILLADA" userId="S::sebastianmontoya8118@correo.itm.edu.co::dffcc6c4-4ec2-40a3-ba2d-1adaa01cc26d" providerId="AD" clId="Web-{BFDEF7A3-BB49-0AFB-2203-6A0ADC140F92}" dt="2025-02-24T03:21:22.025" v="175" actId="14100"/>
        <pc:sldMkLst>
          <pc:docMk/>
          <pc:sldMk cId="264314326" sldId="407"/>
        </pc:sldMkLst>
        <pc:spChg chg="del">
          <ac:chgData name="SEBASTIAN MONTOYA VILLADA" userId="S::sebastianmontoya8118@correo.itm.edu.co::dffcc6c4-4ec2-40a3-ba2d-1adaa01cc26d" providerId="AD" clId="Web-{BFDEF7A3-BB49-0AFB-2203-6A0ADC140F92}" dt="2025-02-24T03:21:18.009" v="173"/>
          <ac:spMkLst>
            <pc:docMk/>
            <pc:sldMk cId="264314326" sldId="407"/>
            <ac:spMk id="16" creationId="{0A2FBF85-91D0-C76B-8CE2-B6CE06479895}"/>
          </ac:spMkLst>
        </pc:spChg>
        <pc:picChg chg="add mod">
          <ac:chgData name="SEBASTIAN MONTOYA VILLADA" userId="S::sebastianmontoya8118@correo.itm.edu.co::dffcc6c4-4ec2-40a3-ba2d-1adaa01cc26d" providerId="AD" clId="Web-{BFDEF7A3-BB49-0AFB-2203-6A0ADC140F92}" dt="2025-02-24T03:21:22.025" v="175" actId="14100"/>
          <ac:picMkLst>
            <pc:docMk/>
            <pc:sldMk cId="264314326" sldId="407"/>
            <ac:picMk id="2" creationId="{15FB7FF8-F735-868E-D04A-09FE5BDF4FC1}"/>
          </ac:picMkLst>
        </pc:picChg>
      </pc:sldChg>
      <pc:sldChg chg="del">
        <pc:chgData name="SEBASTIAN MONTOYA VILLADA" userId="S::sebastianmontoya8118@correo.itm.edu.co::dffcc6c4-4ec2-40a3-ba2d-1adaa01cc26d" providerId="AD" clId="Web-{BFDEF7A3-BB49-0AFB-2203-6A0ADC140F92}" dt="2025-02-24T03:21:05.571" v="169"/>
        <pc:sldMkLst>
          <pc:docMk/>
          <pc:sldMk cId="883493532" sldId="415"/>
        </pc:sldMkLst>
      </pc:sldChg>
      <pc:sldChg chg="del">
        <pc:chgData name="SEBASTIAN MONTOYA VILLADA" userId="S::sebastianmontoya8118@correo.itm.edu.co::dffcc6c4-4ec2-40a3-ba2d-1adaa01cc26d" providerId="AD" clId="Web-{BFDEF7A3-BB49-0AFB-2203-6A0ADC140F92}" dt="2025-02-24T02:44:10.965" v="61"/>
        <pc:sldMkLst>
          <pc:docMk/>
          <pc:sldMk cId="1582947114" sldId="417"/>
        </pc:sldMkLst>
      </pc:sldChg>
      <pc:sldChg chg="addSp delSp modSp">
        <pc:chgData name="SEBASTIAN MONTOYA VILLADA" userId="S::sebastianmontoya8118@correo.itm.edu.co::dffcc6c4-4ec2-40a3-ba2d-1adaa01cc26d" providerId="AD" clId="Web-{BFDEF7A3-BB49-0AFB-2203-6A0ADC140F92}" dt="2025-02-24T02:44:07.684" v="59" actId="20577"/>
        <pc:sldMkLst>
          <pc:docMk/>
          <pc:sldMk cId="4162135195" sldId="418"/>
        </pc:sldMkLst>
        <pc:spChg chg="mod">
          <ac:chgData name="SEBASTIAN MONTOYA VILLADA" userId="S::sebastianmontoya8118@correo.itm.edu.co::dffcc6c4-4ec2-40a3-ba2d-1adaa01cc26d" providerId="AD" clId="Web-{BFDEF7A3-BB49-0AFB-2203-6A0ADC140F92}" dt="2025-02-24T02:44:07.684" v="59" actId="20577"/>
          <ac:spMkLst>
            <pc:docMk/>
            <pc:sldMk cId="4162135195" sldId="418"/>
            <ac:spMk id="17" creationId="{FC85E4E6-6B2D-3153-0602-44B2574129F1}"/>
          </ac:spMkLst>
        </pc:spChg>
        <pc:spChg chg="del mod">
          <ac:chgData name="SEBASTIAN MONTOYA VILLADA" userId="S::sebastianmontoya8118@correo.itm.edu.co::dffcc6c4-4ec2-40a3-ba2d-1adaa01cc26d" providerId="AD" clId="Web-{BFDEF7A3-BB49-0AFB-2203-6A0ADC140F92}" dt="2025-02-24T02:33:04.536" v="31"/>
          <ac:spMkLst>
            <pc:docMk/>
            <pc:sldMk cId="4162135195" sldId="418"/>
            <ac:spMk id="19" creationId="{7BB1A9BC-022B-64BB-FB63-309AFE3370C6}"/>
          </ac:spMkLst>
        </pc:spChg>
        <pc:spChg chg="del">
          <ac:chgData name="SEBASTIAN MONTOYA VILLADA" userId="S::sebastianmontoya8118@correo.itm.edu.co::dffcc6c4-4ec2-40a3-ba2d-1adaa01cc26d" providerId="AD" clId="Web-{BFDEF7A3-BB49-0AFB-2203-6A0ADC140F92}" dt="2025-02-24T02:33:00.520" v="29"/>
          <ac:spMkLst>
            <pc:docMk/>
            <pc:sldMk cId="4162135195" sldId="418"/>
            <ac:spMk id="21" creationId="{6EDB260A-4D92-D109-E480-C96FF500753C}"/>
          </ac:spMkLst>
        </pc:spChg>
        <pc:picChg chg="add mod">
          <ac:chgData name="SEBASTIAN MONTOYA VILLADA" userId="S::sebastianmontoya8118@correo.itm.edu.co::dffcc6c4-4ec2-40a3-ba2d-1adaa01cc26d" providerId="AD" clId="Web-{BFDEF7A3-BB49-0AFB-2203-6A0ADC140F92}" dt="2025-02-24T02:41:36.053" v="56" actId="1076"/>
          <ac:picMkLst>
            <pc:docMk/>
            <pc:sldMk cId="4162135195" sldId="418"/>
            <ac:picMk id="2" creationId="{2E78E170-368E-C5D2-7289-BC1385F6DAB7}"/>
          </ac:picMkLst>
        </pc:picChg>
        <pc:picChg chg="del">
          <ac:chgData name="SEBASTIAN MONTOYA VILLADA" userId="S::sebastianmontoya8118@correo.itm.edu.co::dffcc6c4-4ec2-40a3-ba2d-1adaa01cc26d" providerId="AD" clId="Web-{BFDEF7A3-BB49-0AFB-2203-6A0ADC140F92}" dt="2025-02-24T02:32:55.520" v="26"/>
          <ac:picMkLst>
            <pc:docMk/>
            <pc:sldMk cId="4162135195" sldId="418"/>
            <ac:picMk id="16" creationId="{CE2264DA-0A4A-DF64-43E3-289C0AE48B7F}"/>
          </ac:picMkLst>
        </pc:picChg>
        <pc:picChg chg="del">
          <ac:chgData name="SEBASTIAN MONTOYA VILLADA" userId="S::sebastianmontoya8118@correo.itm.edu.co::dffcc6c4-4ec2-40a3-ba2d-1adaa01cc26d" providerId="AD" clId="Web-{BFDEF7A3-BB49-0AFB-2203-6A0ADC140F92}" dt="2025-02-24T02:32:56.723" v="27"/>
          <ac:picMkLst>
            <pc:docMk/>
            <pc:sldMk cId="4162135195" sldId="418"/>
            <ac:picMk id="23" creationId="{BDBA7866-5962-E71E-E4A9-8E79CCCC1455}"/>
          </ac:picMkLst>
        </pc:picChg>
        <pc:picChg chg="del">
          <ac:chgData name="SEBASTIAN MONTOYA VILLADA" userId="S::sebastianmontoya8118@correo.itm.edu.co::dffcc6c4-4ec2-40a3-ba2d-1adaa01cc26d" providerId="AD" clId="Web-{BFDEF7A3-BB49-0AFB-2203-6A0ADC140F92}" dt="2025-02-24T02:32:57.364" v="28"/>
          <ac:picMkLst>
            <pc:docMk/>
            <pc:sldMk cId="4162135195" sldId="418"/>
            <ac:picMk id="25" creationId="{B553B08B-3950-D639-7681-81679E7F5DB8}"/>
          </ac:picMkLst>
        </pc:picChg>
      </pc:sldChg>
      <pc:sldChg chg="del">
        <pc:chgData name="SEBASTIAN MONTOYA VILLADA" userId="S::sebastianmontoya8118@correo.itm.edu.co::dffcc6c4-4ec2-40a3-ba2d-1adaa01cc26d" providerId="AD" clId="Web-{BFDEF7A3-BB49-0AFB-2203-6A0ADC140F92}" dt="2025-02-24T02:44:09.731" v="60"/>
        <pc:sldMkLst>
          <pc:docMk/>
          <pc:sldMk cId="2277183801" sldId="419"/>
        </pc:sldMkLst>
      </pc:sldChg>
      <pc:sldChg chg="del">
        <pc:chgData name="SEBASTIAN MONTOYA VILLADA" userId="S::sebastianmontoya8118@correo.itm.edu.co::dffcc6c4-4ec2-40a3-ba2d-1adaa01cc26d" providerId="AD" clId="Web-{BFDEF7A3-BB49-0AFB-2203-6A0ADC140F92}" dt="2025-02-24T02:44:11.793" v="62"/>
        <pc:sldMkLst>
          <pc:docMk/>
          <pc:sldMk cId="3172300573" sldId="420"/>
        </pc:sldMkLst>
      </pc:sldChg>
      <pc:sldChg chg="del">
        <pc:chgData name="SEBASTIAN MONTOYA VILLADA" userId="S::sebastianmontoya8118@correo.itm.edu.co::dffcc6c4-4ec2-40a3-ba2d-1adaa01cc26d" providerId="AD" clId="Web-{BFDEF7A3-BB49-0AFB-2203-6A0ADC140F92}" dt="2025-02-24T02:44:14.090" v="65"/>
        <pc:sldMkLst>
          <pc:docMk/>
          <pc:sldMk cId="1052279356" sldId="421"/>
        </pc:sldMkLst>
      </pc:sldChg>
      <pc:sldChg chg="del">
        <pc:chgData name="SEBASTIAN MONTOYA VILLADA" userId="S::sebastianmontoya8118@correo.itm.edu.co::dffcc6c4-4ec2-40a3-ba2d-1adaa01cc26d" providerId="AD" clId="Web-{BFDEF7A3-BB49-0AFB-2203-6A0ADC140F92}" dt="2025-02-24T02:44:12.621" v="63"/>
        <pc:sldMkLst>
          <pc:docMk/>
          <pc:sldMk cId="558072135" sldId="422"/>
        </pc:sldMkLst>
      </pc:sldChg>
      <pc:sldChg chg="del">
        <pc:chgData name="SEBASTIAN MONTOYA VILLADA" userId="S::sebastianmontoya8118@correo.itm.edu.co::dffcc6c4-4ec2-40a3-ba2d-1adaa01cc26d" providerId="AD" clId="Web-{BFDEF7A3-BB49-0AFB-2203-6A0ADC140F92}" dt="2025-02-24T02:44:13.356" v="64"/>
        <pc:sldMkLst>
          <pc:docMk/>
          <pc:sldMk cId="612992250" sldId="423"/>
        </pc:sldMkLst>
      </pc:sldChg>
      <pc:sldChg chg="del">
        <pc:chgData name="SEBASTIAN MONTOYA VILLADA" userId="S::sebastianmontoya8118@correo.itm.edu.co::dffcc6c4-4ec2-40a3-ba2d-1adaa01cc26d" providerId="AD" clId="Web-{BFDEF7A3-BB49-0AFB-2203-6A0ADC140F92}" dt="2025-02-24T02:44:14.918" v="66"/>
        <pc:sldMkLst>
          <pc:docMk/>
          <pc:sldMk cId="2471884271" sldId="424"/>
        </pc:sldMkLst>
      </pc:sldChg>
      <pc:sldChg chg="del">
        <pc:chgData name="SEBASTIAN MONTOYA VILLADA" userId="S::sebastianmontoya8118@correo.itm.edu.co::dffcc6c4-4ec2-40a3-ba2d-1adaa01cc26d" providerId="AD" clId="Web-{BFDEF7A3-BB49-0AFB-2203-6A0ADC140F92}" dt="2025-02-24T02:44:15.856" v="67"/>
        <pc:sldMkLst>
          <pc:docMk/>
          <pc:sldMk cId="2883539494" sldId="425"/>
        </pc:sldMkLst>
      </pc:sldChg>
      <pc:sldChg chg="del">
        <pc:chgData name="SEBASTIAN MONTOYA VILLADA" userId="S::sebastianmontoya8118@correo.itm.edu.co::dffcc6c4-4ec2-40a3-ba2d-1adaa01cc26d" providerId="AD" clId="Web-{BFDEF7A3-BB49-0AFB-2203-6A0ADC140F92}" dt="2025-02-24T02:44:16.856" v="68"/>
        <pc:sldMkLst>
          <pc:docMk/>
          <pc:sldMk cId="1889712123" sldId="426"/>
        </pc:sldMkLst>
      </pc:sldChg>
      <pc:sldChg chg="del">
        <pc:chgData name="SEBASTIAN MONTOYA VILLADA" userId="S::sebastianmontoya8118@correo.itm.edu.co::dffcc6c4-4ec2-40a3-ba2d-1adaa01cc26d" providerId="AD" clId="Web-{BFDEF7A3-BB49-0AFB-2203-6A0ADC140F92}" dt="2025-02-24T02:44:18.356" v="69"/>
        <pc:sldMkLst>
          <pc:docMk/>
          <pc:sldMk cId="1845372240" sldId="427"/>
        </pc:sldMkLst>
      </pc:sldChg>
      <pc:sldChg chg="del">
        <pc:chgData name="SEBASTIAN MONTOYA VILLADA" userId="S::sebastianmontoya8118@correo.itm.edu.co::dffcc6c4-4ec2-40a3-ba2d-1adaa01cc26d" providerId="AD" clId="Web-{BFDEF7A3-BB49-0AFB-2203-6A0ADC140F92}" dt="2025-02-24T02:44:18.918" v="70"/>
        <pc:sldMkLst>
          <pc:docMk/>
          <pc:sldMk cId="1649356625" sldId="429"/>
        </pc:sldMkLst>
      </pc:sldChg>
      <pc:sldChg chg="del">
        <pc:chgData name="SEBASTIAN MONTOYA VILLADA" userId="S::sebastianmontoya8118@correo.itm.edu.co::dffcc6c4-4ec2-40a3-ba2d-1adaa01cc26d" providerId="AD" clId="Web-{BFDEF7A3-BB49-0AFB-2203-6A0ADC140F92}" dt="2025-02-24T02:44:29.044" v="75"/>
        <pc:sldMkLst>
          <pc:docMk/>
          <pc:sldMk cId="753574481" sldId="430"/>
        </pc:sldMkLst>
      </pc:sldChg>
      <pc:sldChg chg="del">
        <pc:chgData name="SEBASTIAN MONTOYA VILLADA" userId="S::sebastianmontoya8118@correo.itm.edu.co::dffcc6c4-4ec2-40a3-ba2d-1adaa01cc26d" providerId="AD" clId="Web-{BFDEF7A3-BB49-0AFB-2203-6A0ADC140F92}" dt="2025-02-24T02:44:25.669" v="72"/>
        <pc:sldMkLst>
          <pc:docMk/>
          <pc:sldMk cId="3058751669" sldId="431"/>
        </pc:sldMkLst>
      </pc:sldChg>
      <pc:sldChg chg="del">
        <pc:chgData name="SEBASTIAN MONTOYA VILLADA" userId="S::sebastianmontoya8118@correo.itm.edu.co::dffcc6c4-4ec2-40a3-ba2d-1adaa01cc26d" providerId="AD" clId="Web-{BFDEF7A3-BB49-0AFB-2203-6A0ADC140F92}" dt="2025-02-24T02:44:27.950" v="74"/>
        <pc:sldMkLst>
          <pc:docMk/>
          <pc:sldMk cId="4218912115" sldId="432"/>
        </pc:sldMkLst>
      </pc:sldChg>
      <pc:sldChg chg="del">
        <pc:chgData name="SEBASTIAN MONTOYA VILLADA" userId="S::sebastianmontoya8118@correo.itm.edu.co::dffcc6c4-4ec2-40a3-ba2d-1adaa01cc26d" providerId="AD" clId="Web-{BFDEF7A3-BB49-0AFB-2203-6A0ADC140F92}" dt="2025-02-24T02:44:20.106" v="71"/>
        <pc:sldMkLst>
          <pc:docMk/>
          <pc:sldMk cId="4220384787" sldId="433"/>
        </pc:sldMkLst>
      </pc:sldChg>
      <pc:sldChg chg="del">
        <pc:chgData name="SEBASTIAN MONTOYA VILLADA" userId="S::sebastianmontoya8118@correo.itm.edu.co::dffcc6c4-4ec2-40a3-ba2d-1adaa01cc26d" providerId="AD" clId="Web-{BFDEF7A3-BB49-0AFB-2203-6A0ADC140F92}" dt="2025-02-24T03:21:04.134" v="168"/>
        <pc:sldMkLst>
          <pc:docMk/>
          <pc:sldMk cId="402471539" sldId="435"/>
        </pc:sldMkLst>
      </pc:sldChg>
      <pc:sldChg chg="del">
        <pc:chgData name="SEBASTIAN MONTOYA VILLADA" userId="S::sebastianmontoya8118@correo.itm.edu.co::dffcc6c4-4ec2-40a3-ba2d-1adaa01cc26d" providerId="AD" clId="Web-{BFDEF7A3-BB49-0AFB-2203-6A0ADC140F92}" dt="2025-02-24T03:21:06.462" v="170"/>
        <pc:sldMkLst>
          <pc:docMk/>
          <pc:sldMk cId="1486134515" sldId="436"/>
        </pc:sldMkLst>
      </pc:sldChg>
      <pc:sldChg chg="del">
        <pc:chgData name="SEBASTIAN MONTOYA VILLADA" userId="S::sebastianmontoya8118@correo.itm.edu.co::dffcc6c4-4ec2-40a3-ba2d-1adaa01cc26d" providerId="AD" clId="Web-{BFDEF7A3-BB49-0AFB-2203-6A0ADC140F92}" dt="2025-02-24T03:21:07.274" v="171"/>
        <pc:sldMkLst>
          <pc:docMk/>
          <pc:sldMk cId="69470726" sldId="437"/>
        </pc:sldMkLst>
      </pc:sldChg>
      <pc:sldChg chg="modSp add replId">
        <pc:chgData name="SEBASTIAN MONTOYA VILLADA" userId="S::sebastianmontoya8118@correo.itm.edu.co::dffcc6c4-4ec2-40a3-ba2d-1adaa01cc26d" providerId="AD" clId="Web-{BFDEF7A3-BB49-0AFB-2203-6A0ADC140F92}" dt="2025-02-24T02:32:17.206" v="11" actId="20577"/>
        <pc:sldMkLst>
          <pc:docMk/>
          <pc:sldMk cId="572116004" sldId="438"/>
        </pc:sldMkLst>
        <pc:spChg chg="mod">
          <ac:chgData name="SEBASTIAN MONTOYA VILLADA" userId="S::sebastianmontoya8118@correo.itm.edu.co::dffcc6c4-4ec2-40a3-ba2d-1adaa01cc26d" providerId="AD" clId="Web-{BFDEF7A3-BB49-0AFB-2203-6A0ADC140F92}" dt="2025-02-24T02:32:15.925" v="9" actId="20577"/>
          <ac:spMkLst>
            <pc:docMk/>
            <pc:sldMk cId="572116004" sldId="438"/>
            <ac:spMk id="2" creationId="{9507CD90-D13D-083D-43E3-81A66B861680}"/>
          </ac:spMkLst>
        </pc:spChg>
        <pc:spChg chg="mod">
          <ac:chgData name="SEBASTIAN MONTOYA VILLADA" userId="S::sebastianmontoya8118@correo.itm.edu.co::dffcc6c4-4ec2-40a3-ba2d-1adaa01cc26d" providerId="AD" clId="Web-{BFDEF7A3-BB49-0AFB-2203-6A0ADC140F92}" dt="2025-02-24T02:32:17.206" v="11" actId="20577"/>
          <ac:spMkLst>
            <pc:docMk/>
            <pc:sldMk cId="572116004" sldId="438"/>
            <ac:spMk id="13" creationId="{089E80D2-8775-79DE-ABA3-654728776C17}"/>
          </ac:spMkLst>
        </pc:spChg>
      </pc:sldChg>
      <pc:sldChg chg="addSp delSp modSp add replId delAnim">
        <pc:chgData name="SEBASTIAN MONTOYA VILLADA" userId="S::sebastianmontoya8118@correo.itm.edu.co::dffcc6c4-4ec2-40a3-ba2d-1adaa01cc26d" providerId="AD" clId="Web-{BFDEF7A3-BB49-0AFB-2203-6A0ADC140F92}" dt="2025-02-24T02:45:56.578" v="91" actId="1076"/>
        <pc:sldMkLst>
          <pc:docMk/>
          <pc:sldMk cId="669662910" sldId="439"/>
        </pc:sldMkLst>
        <pc:spChg chg="del mod">
          <ac:chgData name="SEBASTIAN MONTOYA VILLADA" userId="S::sebastianmontoya8118@correo.itm.edu.co::dffcc6c4-4ec2-40a3-ba2d-1adaa01cc26d" providerId="AD" clId="Web-{BFDEF7A3-BB49-0AFB-2203-6A0ADC140F92}" dt="2025-02-24T02:45:32.436" v="84"/>
          <ac:spMkLst>
            <pc:docMk/>
            <pc:sldMk cId="669662910" sldId="439"/>
            <ac:spMk id="14" creationId="{96055DC8-2893-65E6-B30C-DCEB994A4D1A}"/>
          </ac:spMkLst>
        </pc:spChg>
        <pc:spChg chg="add mod">
          <ac:chgData name="SEBASTIAN MONTOYA VILLADA" userId="S::sebastianmontoya8118@correo.itm.edu.co::dffcc6c4-4ec2-40a3-ba2d-1adaa01cc26d" providerId="AD" clId="Web-{BFDEF7A3-BB49-0AFB-2203-6A0ADC140F92}" dt="2025-02-24T02:45:56.578" v="91" actId="1076"/>
          <ac:spMkLst>
            <pc:docMk/>
            <pc:sldMk cId="669662910" sldId="439"/>
            <ac:spMk id="15" creationId="{9F6A2C9A-AFDE-7B64-1367-4E0885FE8946}"/>
          </ac:spMkLst>
        </pc:spChg>
        <pc:spChg chg="mod">
          <ac:chgData name="SEBASTIAN MONTOYA VILLADA" userId="S::sebastianmontoya8118@correo.itm.edu.co::dffcc6c4-4ec2-40a3-ba2d-1adaa01cc26d" providerId="AD" clId="Web-{BFDEF7A3-BB49-0AFB-2203-6A0ADC140F92}" dt="2025-02-24T02:44:52.810" v="80" actId="20577"/>
          <ac:spMkLst>
            <pc:docMk/>
            <pc:sldMk cId="669662910" sldId="439"/>
            <ac:spMk id="17" creationId="{AA4C6227-57C7-521E-F563-0DF6C1C0045C}"/>
          </ac:spMkLst>
        </pc:spChg>
        <pc:picChg chg="del">
          <ac:chgData name="SEBASTIAN MONTOYA VILLADA" userId="S::sebastianmontoya8118@correo.itm.edu.co::dffcc6c4-4ec2-40a3-ba2d-1adaa01cc26d" providerId="AD" clId="Web-{BFDEF7A3-BB49-0AFB-2203-6A0ADC140F92}" dt="2025-02-24T02:45:25.905" v="81"/>
          <ac:picMkLst>
            <pc:docMk/>
            <pc:sldMk cId="669662910" sldId="439"/>
            <ac:picMk id="2" creationId="{04CE042E-A98C-16E1-BB54-1EA8811B1E49}"/>
          </ac:picMkLst>
        </pc:picChg>
        <pc:picChg chg="add mod">
          <ac:chgData name="SEBASTIAN MONTOYA VILLADA" userId="S::sebastianmontoya8118@correo.itm.edu.co::dffcc6c4-4ec2-40a3-ba2d-1adaa01cc26d" providerId="AD" clId="Web-{BFDEF7A3-BB49-0AFB-2203-6A0ADC140F92}" dt="2025-02-24T02:45:36.859" v="86" actId="1076"/>
          <ac:picMkLst>
            <pc:docMk/>
            <pc:sldMk cId="669662910" sldId="439"/>
            <ac:picMk id="13" creationId="{03F7FC06-A2A5-79E1-1D02-6B3B4F7B4AFB}"/>
          </ac:picMkLst>
        </pc:picChg>
      </pc:sldChg>
      <pc:sldChg chg="addSp delSp modSp add replId">
        <pc:chgData name="SEBASTIAN MONTOYA VILLADA" userId="S::sebastianmontoya8118@correo.itm.edu.co::dffcc6c4-4ec2-40a3-ba2d-1adaa01cc26d" providerId="AD" clId="Web-{BFDEF7A3-BB49-0AFB-2203-6A0ADC140F92}" dt="2025-02-24T03:00:29.748" v="102" actId="20577"/>
        <pc:sldMkLst>
          <pc:docMk/>
          <pc:sldMk cId="4045531496" sldId="440"/>
        </pc:sldMkLst>
        <pc:spChg chg="mod">
          <ac:chgData name="SEBASTIAN MONTOYA VILLADA" userId="S::sebastianmontoya8118@correo.itm.edu.co::dffcc6c4-4ec2-40a3-ba2d-1adaa01cc26d" providerId="AD" clId="Web-{BFDEF7A3-BB49-0AFB-2203-6A0ADC140F92}" dt="2025-02-24T03:00:29.748" v="102" actId="20577"/>
          <ac:spMkLst>
            <pc:docMk/>
            <pc:sldMk cId="4045531496" sldId="440"/>
            <ac:spMk id="15" creationId="{B92E2F6B-79D2-AD7F-C8E1-F92E7ABF025A}"/>
          </ac:spMkLst>
        </pc:spChg>
        <pc:spChg chg="mod">
          <ac:chgData name="SEBASTIAN MONTOYA VILLADA" userId="S::sebastianmontoya8118@correo.itm.edu.co::dffcc6c4-4ec2-40a3-ba2d-1adaa01cc26d" providerId="AD" clId="Web-{BFDEF7A3-BB49-0AFB-2203-6A0ADC140F92}" dt="2025-02-24T02:49:14.319" v="95" actId="20577"/>
          <ac:spMkLst>
            <pc:docMk/>
            <pc:sldMk cId="4045531496" sldId="440"/>
            <ac:spMk id="17" creationId="{B9ECE4F0-AD6D-8D92-C3AE-20519BE49560}"/>
          </ac:spMkLst>
        </pc:spChg>
        <pc:picChg chg="add mod">
          <ac:chgData name="SEBASTIAN MONTOYA VILLADA" userId="S::sebastianmontoya8118@correo.itm.edu.co::dffcc6c4-4ec2-40a3-ba2d-1adaa01cc26d" providerId="AD" clId="Web-{BFDEF7A3-BB49-0AFB-2203-6A0ADC140F92}" dt="2025-02-24T02:49:17.600" v="98" actId="1076"/>
          <ac:picMkLst>
            <pc:docMk/>
            <pc:sldMk cId="4045531496" sldId="440"/>
            <ac:picMk id="2" creationId="{9B8113CF-D50C-5218-7D45-9D5949B3D87E}"/>
          </ac:picMkLst>
        </pc:picChg>
        <pc:picChg chg="del">
          <ac:chgData name="SEBASTIAN MONTOYA VILLADA" userId="S::sebastianmontoya8118@correo.itm.edu.co::dffcc6c4-4ec2-40a3-ba2d-1adaa01cc26d" providerId="AD" clId="Web-{BFDEF7A3-BB49-0AFB-2203-6A0ADC140F92}" dt="2025-02-24T02:49:15.116" v="96"/>
          <ac:picMkLst>
            <pc:docMk/>
            <pc:sldMk cId="4045531496" sldId="440"/>
            <ac:picMk id="13" creationId="{2E1DE3F0-E9D7-AC2B-6B93-8E4C295B48A3}"/>
          </ac:picMkLst>
        </pc:picChg>
      </pc:sldChg>
      <pc:sldChg chg="addSp delSp modSp add replId">
        <pc:chgData name="SEBASTIAN MONTOYA VILLADA" userId="S::sebastianmontoya8118@correo.itm.edu.co::dffcc6c4-4ec2-40a3-ba2d-1adaa01cc26d" providerId="AD" clId="Web-{BFDEF7A3-BB49-0AFB-2203-6A0ADC140F92}" dt="2025-02-24T03:01:21.625" v="114" actId="20577"/>
        <pc:sldMkLst>
          <pc:docMk/>
          <pc:sldMk cId="3488386825" sldId="441"/>
        </pc:sldMkLst>
        <pc:spChg chg="mod">
          <ac:chgData name="SEBASTIAN MONTOYA VILLADA" userId="S::sebastianmontoya8118@correo.itm.edu.co::dffcc6c4-4ec2-40a3-ba2d-1adaa01cc26d" providerId="AD" clId="Web-{BFDEF7A3-BB49-0AFB-2203-6A0ADC140F92}" dt="2025-02-24T03:01:21.625" v="114" actId="20577"/>
          <ac:spMkLst>
            <pc:docMk/>
            <pc:sldMk cId="3488386825" sldId="441"/>
            <ac:spMk id="15" creationId="{67AF33A3-7788-4DB9-3002-2FB7788D287C}"/>
          </ac:spMkLst>
        </pc:spChg>
        <pc:spChg chg="mod">
          <ac:chgData name="SEBASTIAN MONTOYA VILLADA" userId="S::sebastianmontoya8118@correo.itm.edu.co::dffcc6c4-4ec2-40a3-ba2d-1adaa01cc26d" providerId="AD" clId="Web-{BFDEF7A3-BB49-0AFB-2203-6A0ADC140F92}" dt="2025-02-24T03:00:57.421" v="106" actId="20577"/>
          <ac:spMkLst>
            <pc:docMk/>
            <pc:sldMk cId="3488386825" sldId="441"/>
            <ac:spMk id="17" creationId="{7459510F-0A7C-3020-1ADA-4A032A9E1ACD}"/>
          </ac:spMkLst>
        </pc:spChg>
        <pc:picChg chg="del">
          <ac:chgData name="SEBASTIAN MONTOYA VILLADA" userId="S::sebastianmontoya8118@correo.itm.edu.co::dffcc6c4-4ec2-40a3-ba2d-1adaa01cc26d" providerId="AD" clId="Web-{BFDEF7A3-BB49-0AFB-2203-6A0ADC140F92}" dt="2025-02-24T03:00:58.515" v="107"/>
          <ac:picMkLst>
            <pc:docMk/>
            <pc:sldMk cId="3488386825" sldId="441"/>
            <ac:picMk id="2" creationId="{C62E72FD-5A71-5A20-9AAD-49A2164311F3}"/>
          </ac:picMkLst>
        </pc:picChg>
        <pc:picChg chg="add mod">
          <ac:chgData name="SEBASTIAN MONTOYA VILLADA" userId="S::sebastianmontoya8118@correo.itm.edu.co::dffcc6c4-4ec2-40a3-ba2d-1adaa01cc26d" providerId="AD" clId="Web-{BFDEF7A3-BB49-0AFB-2203-6A0ADC140F92}" dt="2025-02-24T03:01:03.968" v="111" actId="1076"/>
          <ac:picMkLst>
            <pc:docMk/>
            <pc:sldMk cId="3488386825" sldId="441"/>
            <ac:picMk id="13" creationId="{E31DBD5F-473F-72E8-EA69-BC169E27CF78}"/>
          </ac:picMkLst>
        </pc:picChg>
      </pc:sldChg>
      <pc:sldChg chg="addSp delSp modSp add replId">
        <pc:chgData name="SEBASTIAN MONTOYA VILLADA" userId="S::sebastianmontoya8118@correo.itm.edu.co::dffcc6c4-4ec2-40a3-ba2d-1adaa01cc26d" providerId="AD" clId="Web-{BFDEF7A3-BB49-0AFB-2203-6A0ADC140F92}" dt="2025-02-24T03:02:26.518" v="130" actId="20577"/>
        <pc:sldMkLst>
          <pc:docMk/>
          <pc:sldMk cId="3963111032" sldId="442"/>
        </pc:sldMkLst>
        <pc:spChg chg="mod">
          <ac:chgData name="SEBASTIAN MONTOYA VILLADA" userId="S::sebastianmontoya8118@correo.itm.edu.co::dffcc6c4-4ec2-40a3-ba2d-1adaa01cc26d" providerId="AD" clId="Web-{BFDEF7A3-BB49-0AFB-2203-6A0ADC140F92}" dt="2025-02-24T03:02:26.518" v="130" actId="20577"/>
          <ac:spMkLst>
            <pc:docMk/>
            <pc:sldMk cId="3963111032" sldId="442"/>
            <ac:spMk id="15" creationId="{C53D3C2E-8F27-9F04-D326-6121C6179580}"/>
          </ac:spMkLst>
        </pc:spChg>
        <pc:spChg chg="mod">
          <ac:chgData name="SEBASTIAN MONTOYA VILLADA" userId="S::sebastianmontoya8118@correo.itm.edu.co::dffcc6c4-4ec2-40a3-ba2d-1adaa01cc26d" providerId="AD" clId="Web-{BFDEF7A3-BB49-0AFB-2203-6A0ADC140F92}" dt="2025-02-24T03:01:36.047" v="124" actId="20577"/>
          <ac:spMkLst>
            <pc:docMk/>
            <pc:sldMk cId="3963111032" sldId="442"/>
            <ac:spMk id="17" creationId="{F7B886D6-B62D-6522-1CEF-75B341D8A719}"/>
          </ac:spMkLst>
        </pc:spChg>
        <pc:picChg chg="add mod">
          <ac:chgData name="SEBASTIAN MONTOYA VILLADA" userId="S::sebastianmontoya8118@correo.itm.edu.co::dffcc6c4-4ec2-40a3-ba2d-1adaa01cc26d" providerId="AD" clId="Web-{BFDEF7A3-BB49-0AFB-2203-6A0ADC140F92}" dt="2025-02-24T03:01:49.501" v="126"/>
          <ac:picMkLst>
            <pc:docMk/>
            <pc:sldMk cId="3963111032" sldId="442"/>
            <ac:picMk id="2" creationId="{1C8719B8-B974-7BDB-4450-69187EDC49A6}"/>
          </ac:picMkLst>
        </pc:picChg>
        <pc:picChg chg="del">
          <ac:chgData name="SEBASTIAN MONTOYA VILLADA" userId="S::sebastianmontoya8118@correo.itm.edu.co::dffcc6c4-4ec2-40a3-ba2d-1adaa01cc26d" providerId="AD" clId="Web-{BFDEF7A3-BB49-0AFB-2203-6A0ADC140F92}" dt="2025-02-24T03:01:37.032" v="125"/>
          <ac:picMkLst>
            <pc:docMk/>
            <pc:sldMk cId="3963111032" sldId="442"/>
            <ac:picMk id="13" creationId="{E4EF604D-AD72-8DCC-A7E1-06A8CA805AA7}"/>
          </ac:picMkLst>
        </pc:picChg>
      </pc:sldChg>
      <pc:sldChg chg="delSp modSp add replId">
        <pc:chgData name="SEBASTIAN MONTOYA VILLADA" userId="S::sebastianmontoya8118@correo.itm.edu.co::dffcc6c4-4ec2-40a3-ba2d-1adaa01cc26d" providerId="AD" clId="Web-{BFDEF7A3-BB49-0AFB-2203-6A0ADC140F92}" dt="2025-02-24T03:02:52.190" v="138"/>
        <pc:sldMkLst>
          <pc:docMk/>
          <pc:sldMk cId="65361483" sldId="443"/>
        </pc:sldMkLst>
        <pc:spChg chg="del">
          <ac:chgData name="SEBASTIAN MONTOYA VILLADA" userId="S::sebastianmontoya8118@correo.itm.edu.co::dffcc6c4-4ec2-40a3-ba2d-1adaa01cc26d" providerId="AD" clId="Web-{BFDEF7A3-BB49-0AFB-2203-6A0ADC140F92}" dt="2025-02-24T03:02:52.190" v="138"/>
          <ac:spMkLst>
            <pc:docMk/>
            <pc:sldMk cId="65361483" sldId="443"/>
            <ac:spMk id="15" creationId="{DCB9E536-E2CE-E2A0-DD8B-8B5EA7EF07F8}"/>
          </ac:spMkLst>
        </pc:spChg>
        <pc:spChg chg="mod">
          <ac:chgData name="SEBASTIAN MONTOYA VILLADA" userId="S::sebastianmontoya8118@correo.itm.edu.co::dffcc6c4-4ec2-40a3-ba2d-1adaa01cc26d" providerId="AD" clId="Web-{BFDEF7A3-BB49-0AFB-2203-6A0ADC140F92}" dt="2025-02-24T03:02:46.190" v="136" actId="20577"/>
          <ac:spMkLst>
            <pc:docMk/>
            <pc:sldMk cId="65361483" sldId="443"/>
            <ac:spMk id="17" creationId="{55C07E61-3B09-38FD-B26C-30E547DA9885}"/>
          </ac:spMkLst>
        </pc:spChg>
        <pc:picChg chg="del">
          <ac:chgData name="SEBASTIAN MONTOYA VILLADA" userId="S::sebastianmontoya8118@correo.itm.edu.co::dffcc6c4-4ec2-40a3-ba2d-1adaa01cc26d" providerId="AD" clId="Web-{BFDEF7A3-BB49-0AFB-2203-6A0ADC140F92}" dt="2025-02-24T03:02:46.909" v="137"/>
          <ac:picMkLst>
            <pc:docMk/>
            <pc:sldMk cId="65361483" sldId="443"/>
            <ac:picMk id="2" creationId="{520AD4D2-7C4E-6F74-0D4A-66C50E73581F}"/>
          </ac:picMkLst>
        </pc:picChg>
      </pc:sldChg>
      <pc:sldChg chg="add replId">
        <pc:chgData name="SEBASTIAN MONTOYA VILLADA" userId="S::sebastianmontoya8118@correo.itm.edu.co::dffcc6c4-4ec2-40a3-ba2d-1adaa01cc26d" providerId="AD" clId="Web-{BFDEF7A3-BB49-0AFB-2203-6A0ADC140F92}" dt="2025-02-24T03:02:55.128" v="139"/>
        <pc:sldMkLst>
          <pc:docMk/>
          <pc:sldMk cId="4262564120" sldId="444"/>
        </pc:sldMkLst>
      </pc:sldChg>
      <pc:sldChg chg="modSp add replId">
        <pc:chgData name="SEBASTIAN MONTOYA VILLADA" userId="S::sebastianmontoya8118@correo.itm.edu.co::dffcc6c4-4ec2-40a3-ba2d-1adaa01cc26d" providerId="AD" clId="Web-{BFDEF7A3-BB49-0AFB-2203-6A0ADC140F92}" dt="2025-02-24T03:04:40.913" v="142" actId="20577"/>
        <pc:sldMkLst>
          <pc:docMk/>
          <pc:sldMk cId="610938291" sldId="445"/>
        </pc:sldMkLst>
        <pc:spChg chg="mod">
          <ac:chgData name="SEBASTIAN MONTOYA VILLADA" userId="S::sebastianmontoya8118@correo.itm.edu.co::dffcc6c4-4ec2-40a3-ba2d-1adaa01cc26d" providerId="AD" clId="Web-{BFDEF7A3-BB49-0AFB-2203-6A0ADC140F92}" dt="2025-02-24T03:04:40.913" v="142" actId="20577"/>
          <ac:spMkLst>
            <pc:docMk/>
            <pc:sldMk cId="610938291" sldId="445"/>
            <ac:spMk id="17" creationId="{FE0009F1-422B-17A8-0D51-F1FF9C403265}"/>
          </ac:spMkLst>
        </pc:spChg>
      </pc:sldChg>
      <pc:sldChg chg="modSp add replId">
        <pc:chgData name="SEBASTIAN MONTOYA VILLADA" userId="S::sebastianmontoya8118@correo.itm.edu.co::dffcc6c4-4ec2-40a3-ba2d-1adaa01cc26d" providerId="AD" clId="Web-{BFDEF7A3-BB49-0AFB-2203-6A0ADC140F92}" dt="2025-02-24T03:09:22.797" v="146" actId="20577"/>
        <pc:sldMkLst>
          <pc:docMk/>
          <pc:sldMk cId="2935635366" sldId="446"/>
        </pc:sldMkLst>
        <pc:spChg chg="mod">
          <ac:chgData name="SEBASTIAN MONTOYA VILLADA" userId="S::sebastianmontoya8118@correo.itm.edu.co::dffcc6c4-4ec2-40a3-ba2d-1adaa01cc26d" providerId="AD" clId="Web-{BFDEF7A3-BB49-0AFB-2203-6A0ADC140F92}" dt="2025-02-24T03:09:22.797" v="146" actId="20577"/>
          <ac:spMkLst>
            <pc:docMk/>
            <pc:sldMk cId="2935635366" sldId="446"/>
            <ac:spMk id="2" creationId="{87759D0B-37A5-438C-BD04-9A64882F529F}"/>
          </ac:spMkLst>
        </pc:spChg>
      </pc:sldChg>
      <pc:sldChg chg="add replId">
        <pc:chgData name="SEBASTIAN MONTOYA VILLADA" userId="S::sebastianmontoya8118@correo.itm.edu.co::dffcc6c4-4ec2-40a3-ba2d-1adaa01cc26d" providerId="AD" clId="Web-{BFDEF7A3-BB49-0AFB-2203-6A0ADC140F92}" dt="2025-02-24T03:09:26.360" v="147"/>
        <pc:sldMkLst>
          <pc:docMk/>
          <pc:sldMk cId="1813552283" sldId="447"/>
        </pc:sldMkLst>
      </pc:sldChg>
      <pc:sldChg chg="delSp modSp add ord replId">
        <pc:chgData name="SEBASTIAN MONTOYA VILLADA" userId="S::sebastianmontoya8118@correo.itm.edu.co::dffcc6c4-4ec2-40a3-ba2d-1adaa01cc26d" providerId="AD" clId="Web-{BFDEF7A3-BB49-0AFB-2203-6A0ADC140F92}" dt="2025-02-24T03:14:44.918" v="154"/>
        <pc:sldMkLst>
          <pc:docMk/>
          <pc:sldMk cId="3468940232" sldId="448"/>
        </pc:sldMkLst>
        <pc:spChg chg="mod">
          <ac:chgData name="SEBASTIAN MONTOYA VILLADA" userId="S::sebastianmontoya8118@correo.itm.edu.co::dffcc6c4-4ec2-40a3-ba2d-1adaa01cc26d" providerId="AD" clId="Web-{BFDEF7A3-BB49-0AFB-2203-6A0ADC140F92}" dt="2025-02-24T03:14:39.105" v="153" actId="20577"/>
          <ac:spMkLst>
            <pc:docMk/>
            <pc:sldMk cId="3468940232" sldId="448"/>
            <ac:spMk id="14" creationId="{4E5E922D-0987-9B75-FA19-8A5936A1D181}"/>
          </ac:spMkLst>
        </pc:spChg>
        <pc:spChg chg="mod">
          <ac:chgData name="SEBASTIAN MONTOYA VILLADA" userId="S::sebastianmontoya8118@correo.itm.edu.co::dffcc6c4-4ec2-40a3-ba2d-1adaa01cc26d" providerId="AD" clId="Web-{BFDEF7A3-BB49-0AFB-2203-6A0ADC140F92}" dt="2025-02-24T03:11:03.738" v="151" actId="20577"/>
          <ac:spMkLst>
            <pc:docMk/>
            <pc:sldMk cId="3468940232" sldId="448"/>
            <ac:spMk id="17" creationId="{8CEEB35C-5D30-D1C8-29CF-DDFC3B0EFDD4}"/>
          </ac:spMkLst>
        </pc:spChg>
        <pc:picChg chg="del">
          <ac:chgData name="SEBASTIAN MONTOYA VILLADA" userId="S::sebastianmontoya8118@correo.itm.edu.co::dffcc6c4-4ec2-40a3-ba2d-1adaa01cc26d" providerId="AD" clId="Web-{BFDEF7A3-BB49-0AFB-2203-6A0ADC140F92}" dt="2025-02-24T03:11:00.363" v="149"/>
          <ac:picMkLst>
            <pc:docMk/>
            <pc:sldMk cId="3468940232" sldId="448"/>
            <ac:picMk id="2" creationId="{3112FB56-E9FF-827C-F68E-F1211BF2C0B4}"/>
          </ac:picMkLst>
        </pc:picChg>
      </pc:sldChg>
      <pc:sldChg chg="delSp modSp add replId">
        <pc:chgData name="SEBASTIAN MONTOYA VILLADA" userId="S::sebastianmontoya8118@correo.itm.edu.co::dffcc6c4-4ec2-40a3-ba2d-1adaa01cc26d" providerId="AD" clId="Web-{BFDEF7A3-BB49-0AFB-2203-6A0ADC140F92}" dt="2025-02-24T03:15:04.590" v="161" actId="1076"/>
        <pc:sldMkLst>
          <pc:docMk/>
          <pc:sldMk cId="4156220730" sldId="449"/>
        </pc:sldMkLst>
        <pc:spChg chg="del">
          <ac:chgData name="SEBASTIAN MONTOYA VILLADA" userId="S::sebastianmontoya8118@correo.itm.edu.co::dffcc6c4-4ec2-40a3-ba2d-1adaa01cc26d" providerId="AD" clId="Web-{BFDEF7A3-BB49-0AFB-2203-6A0ADC140F92}" dt="2025-02-24T03:14:54.621" v="157"/>
          <ac:spMkLst>
            <pc:docMk/>
            <pc:sldMk cId="4156220730" sldId="449"/>
            <ac:spMk id="15" creationId="{7EDE3D75-58FB-3117-BD1E-10D6FA09D778}"/>
          </ac:spMkLst>
        </pc:spChg>
        <pc:spChg chg="mod">
          <ac:chgData name="SEBASTIAN MONTOYA VILLADA" userId="S::sebastianmontoya8118@correo.itm.edu.co::dffcc6c4-4ec2-40a3-ba2d-1adaa01cc26d" providerId="AD" clId="Web-{BFDEF7A3-BB49-0AFB-2203-6A0ADC140F92}" dt="2025-02-24T03:15:04.590" v="161" actId="1076"/>
          <ac:spMkLst>
            <pc:docMk/>
            <pc:sldMk cId="4156220730" sldId="449"/>
            <ac:spMk id="17" creationId="{8F6AC07D-7E08-5A00-5628-3583E04ECD4A}"/>
          </ac:spMkLst>
        </pc:spChg>
        <pc:picChg chg="del">
          <ac:chgData name="SEBASTIAN MONTOYA VILLADA" userId="S::sebastianmontoya8118@correo.itm.edu.co::dffcc6c4-4ec2-40a3-ba2d-1adaa01cc26d" providerId="AD" clId="Web-{BFDEF7A3-BB49-0AFB-2203-6A0ADC140F92}" dt="2025-02-24T03:14:52.590" v="156"/>
          <ac:picMkLst>
            <pc:docMk/>
            <pc:sldMk cId="4156220730" sldId="449"/>
            <ac:picMk id="13" creationId="{147B10E5-3C4A-769E-4054-AB942C5CD219}"/>
          </ac:picMkLst>
        </pc:picChg>
      </pc:sldChg>
      <pc:sldChg chg="delSp modSp add replId">
        <pc:chgData name="SEBASTIAN MONTOYA VILLADA" userId="S::sebastianmontoya8118@correo.itm.edu.co::dffcc6c4-4ec2-40a3-ba2d-1adaa01cc26d" providerId="AD" clId="Web-{BFDEF7A3-BB49-0AFB-2203-6A0ADC140F92}" dt="2025-02-24T03:20:48.508" v="167" actId="20577"/>
        <pc:sldMkLst>
          <pc:docMk/>
          <pc:sldMk cId="3474474829" sldId="450"/>
        </pc:sldMkLst>
        <pc:spChg chg="del">
          <ac:chgData name="SEBASTIAN MONTOYA VILLADA" userId="S::sebastianmontoya8118@correo.itm.edu.co::dffcc6c4-4ec2-40a3-ba2d-1adaa01cc26d" providerId="AD" clId="Web-{BFDEF7A3-BB49-0AFB-2203-6A0ADC140F92}" dt="2025-02-24T03:15:31.654" v="163"/>
          <ac:spMkLst>
            <pc:docMk/>
            <pc:sldMk cId="3474474829" sldId="450"/>
            <ac:spMk id="15" creationId="{EC6D01E1-0DB7-29F8-90C0-8CE9842A64BD}"/>
          </ac:spMkLst>
        </pc:spChg>
        <pc:spChg chg="mod">
          <ac:chgData name="SEBASTIAN MONTOYA VILLADA" userId="S::sebastianmontoya8118@correo.itm.edu.co::dffcc6c4-4ec2-40a3-ba2d-1adaa01cc26d" providerId="AD" clId="Web-{BFDEF7A3-BB49-0AFB-2203-6A0ADC140F92}" dt="2025-02-24T03:20:48.508" v="167" actId="20577"/>
          <ac:spMkLst>
            <pc:docMk/>
            <pc:sldMk cId="3474474829" sldId="450"/>
            <ac:spMk id="17" creationId="{9CA6337C-5C48-770D-852E-72FBA8346A55}"/>
          </ac:spMkLst>
        </pc:spChg>
        <pc:picChg chg="del">
          <ac:chgData name="SEBASTIAN MONTOYA VILLADA" userId="S::sebastianmontoya8118@correo.itm.edu.co::dffcc6c4-4ec2-40a3-ba2d-1adaa01cc26d" providerId="AD" clId="Web-{BFDEF7A3-BB49-0AFB-2203-6A0ADC140F92}" dt="2025-02-24T03:15:31.810" v="164"/>
          <ac:picMkLst>
            <pc:docMk/>
            <pc:sldMk cId="3474474829" sldId="450"/>
            <ac:picMk id="2" creationId="{AE3726B5-3789-1090-42EB-139BAD62ED19}"/>
          </ac:picMkLst>
        </pc:picChg>
      </pc:sldChg>
      <pc:sldChg chg="addSp delSp modSp add replId">
        <pc:chgData name="SEBASTIAN MONTOYA VILLADA" userId="S::sebastianmontoya8118@correo.itm.edu.co::dffcc6c4-4ec2-40a3-ba2d-1adaa01cc26d" providerId="AD" clId="Web-{BFDEF7A3-BB49-0AFB-2203-6A0ADC140F92}" dt="2025-02-24T03:21:42.119" v="178"/>
        <pc:sldMkLst>
          <pc:docMk/>
          <pc:sldMk cId="2984619112" sldId="451"/>
        </pc:sldMkLst>
        <pc:picChg chg="del">
          <ac:chgData name="SEBASTIAN MONTOYA VILLADA" userId="S::sebastianmontoya8118@correo.itm.edu.co::dffcc6c4-4ec2-40a3-ba2d-1adaa01cc26d" providerId="AD" clId="Web-{BFDEF7A3-BB49-0AFB-2203-6A0ADC140F92}" dt="2025-02-24T03:21:41.057" v="177"/>
          <ac:picMkLst>
            <pc:docMk/>
            <pc:sldMk cId="2984619112" sldId="451"/>
            <ac:picMk id="2" creationId="{9635E434-9630-0132-F532-3B701EDD8618}"/>
          </ac:picMkLst>
        </pc:picChg>
        <pc:picChg chg="add mod">
          <ac:chgData name="SEBASTIAN MONTOYA VILLADA" userId="S::sebastianmontoya8118@correo.itm.edu.co::dffcc6c4-4ec2-40a3-ba2d-1adaa01cc26d" providerId="AD" clId="Web-{BFDEF7A3-BB49-0AFB-2203-6A0ADC140F92}" dt="2025-02-24T03:21:42.119" v="178"/>
          <ac:picMkLst>
            <pc:docMk/>
            <pc:sldMk cId="2984619112" sldId="451"/>
            <ac:picMk id="13" creationId="{7758457B-4C08-B068-0106-B486A2B544A9}"/>
          </ac:picMkLst>
        </pc:picChg>
      </pc:sldChg>
      <pc:sldChg chg="addSp delSp modSp add replId">
        <pc:chgData name="SEBASTIAN MONTOYA VILLADA" userId="S::sebastianmontoya8118@correo.itm.edu.co::dffcc6c4-4ec2-40a3-ba2d-1adaa01cc26d" providerId="AD" clId="Web-{BFDEF7A3-BB49-0AFB-2203-6A0ADC140F92}" dt="2025-02-24T03:22:06.839" v="181"/>
        <pc:sldMkLst>
          <pc:docMk/>
          <pc:sldMk cId="4281083980" sldId="452"/>
        </pc:sldMkLst>
        <pc:picChg chg="add mod">
          <ac:chgData name="SEBASTIAN MONTOYA VILLADA" userId="S::sebastianmontoya8118@correo.itm.edu.co::dffcc6c4-4ec2-40a3-ba2d-1adaa01cc26d" providerId="AD" clId="Web-{BFDEF7A3-BB49-0AFB-2203-6A0ADC140F92}" dt="2025-02-24T03:22:06.839" v="181"/>
          <ac:picMkLst>
            <pc:docMk/>
            <pc:sldMk cId="4281083980" sldId="452"/>
            <ac:picMk id="2" creationId="{93545596-1B45-0BD8-6CF4-3EA3D246CFCE}"/>
          </ac:picMkLst>
        </pc:picChg>
        <pc:picChg chg="del">
          <ac:chgData name="SEBASTIAN MONTOYA VILLADA" userId="S::sebastianmontoya8118@correo.itm.edu.co::dffcc6c4-4ec2-40a3-ba2d-1adaa01cc26d" providerId="AD" clId="Web-{BFDEF7A3-BB49-0AFB-2203-6A0ADC140F92}" dt="2025-02-24T03:22:05.792" v="180"/>
          <ac:picMkLst>
            <pc:docMk/>
            <pc:sldMk cId="4281083980" sldId="452"/>
            <ac:picMk id="13" creationId="{10A9950D-13EE-4596-2A8D-A954BECE253F}"/>
          </ac:picMkLst>
        </pc:picChg>
      </pc:sldChg>
    </pc:docChg>
  </pc:docChgLst>
  <pc:docChgLst>
    <pc:chgData name="SEBASTIAN MONTOYA VILLADA" userId="dffcc6c4-4ec2-40a3-ba2d-1adaa01cc26d" providerId="ADAL" clId="{F09527A7-D27E-404A-BC6E-E58270939841}"/>
    <pc:docChg chg="undo redo custSel addSld delSld modSld sldOrd">
      <pc:chgData name="SEBASTIAN MONTOYA VILLADA" userId="dffcc6c4-4ec2-40a3-ba2d-1adaa01cc26d" providerId="ADAL" clId="{F09527A7-D27E-404A-BC6E-E58270939841}" dt="2025-02-16T20:12:59.267" v="701" actId="22"/>
      <pc:docMkLst>
        <pc:docMk/>
      </pc:docMkLst>
      <pc:sldChg chg="addSp modSp mod modAnim">
        <pc:chgData name="SEBASTIAN MONTOYA VILLADA" userId="dffcc6c4-4ec2-40a3-ba2d-1adaa01cc26d" providerId="ADAL" clId="{F09527A7-D27E-404A-BC6E-E58270939841}" dt="2025-02-16T19:12:43.973" v="31" actId="113"/>
        <pc:sldMkLst>
          <pc:docMk/>
          <pc:sldMk cId="771191104" sldId="376"/>
        </pc:sldMkLst>
        <pc:spChg chg="add mod">
          <ac:chgData name="SEBASTIAN MONTOYA VILLADA" userId="dffcc6c4-4ec2-40a3-ba2d-1adaa01cc26d" providerId="ADAL" clId="{F09527A7-D27E-404A-BC6E-E58270939841}" dt="2025-02-16T19:01:18.020" v="11" actId="5793"/>
          <ac:spMkLst>
            <pc:docMk/>
            <pc:sldMk cId="771191104" sldId="376"/>
            <ac:spMk id="2" creationId="{0580E81F-1128-E24E-0AE0-A8B86D9D9525}"/>
          </ac:spMkLst>
        </pc:spChg>
        <pc:spChg chg="mod">
          <ac:chgData name="SEBASTIAN MONTOYA VILLADA" userId="dffcc6c4-4ec2-40a3-ba2d-1adaa01cc26d" providerId="ADAL" clId="{F09527A7-D27E-404A-BC6E-E58270939841}" dt="2025-02-16T19:12:43.973" v="31" actId="113"/>
          <ac:spMkLst>
            <pc:docMk/>
            <pc:sldMk cId="771191104" sldId="376"/>
            <ac:spMk id="13" creationId="{39D79C70-AB96-7FAE-134F-BC27F2A7246B}"/>
          </ac:spMkLst>
        </pc:spChg>
      </pc:sldChg>
      <pc:sldChg chg="del">
        <pc:chgData name="SEBASTIAN MONTOYA VILLADA" userId="dffcc6c4-4ec2-40a3-ba2d-1adaa01cc26d" providerId="ADAL" clId="{F09527A7-D27E-404A-BC6E-E58270939841}" dt="2025-02-16T19:47:21.924" v="331" actId="47"/>
        <pc:sldMkLst>
          <pc:docMk/>
          <pc:sldMk cId="1316426740" sldId="380"/>
        </pc:sldMkLst>
      </pc:sldChg>
      <pc:sldChg chg="del">
        <pc:chgData name="SEBASTIAN MONTOYA VILLADA" userId="dffcc6c4-4ec2-40a3-ba2d-1adaa01cc26d" providerId="ADAL" clId="{F09527A7-D27E-404A-BC6E-E58270939841}" dt="2025-02-16T19:47:36.928" v="336" actId="47"/>
        <pc:sldMkLst>
          <pc:docMk/>
          <pc:sldMk cId="30056615" sldId="382"/>
        </pc:sldMkLst>
      </pc:sldChg>
      <pc:sldChg chg="del">
        <pc:chgData name="SEBASTIAN MONTOYA VILLADA" userId="dffcc6c4-4ec2-40a3-ba2d-1adaa01cc26d" providerId="ADAL" clId="{F09527A7-D27E-404A-BC6E-E58270939841}" dt="2025-02-16T20:09:42.046" v="656" actId="47"/>
        <pc:sldMkLst>
          <pc:docMk/>
          <pc:sldMk cId="1682749734" sldId="390"/>
        </pc:sldMkLst>
      </pc:sldChg>
      <pc:sldChg chg="addSp modSp mod modAnim">
        <pc:chgData name="SEBASTIAN MONTOYA VILLADA" userId="dffcc6c4-4ec2-40a3-ba2d-1adaa01cc26d" providerId="ADAL" clId="{F09527A7-D27E-404A-BC6E-E58270939841}" dt="2025-02-16T19:13:57.957" v="73" actId="20577"/>
        <pc:sldMkLst>
          <pc:docMk/>
          <pc:sldMk cId="3948052957" sldId="391"/>
        </pc:sldMkLst>
        <pc:spChg chg="mod">
          <ac:chgData name="SEBASTIAN MONTOYA VILLADA" userId="dffcc6c4-4ec2-40a3-ba2d-1adaa01cc26d" providerId="ADAL" clId="{F09527A7-D27E-404A-BC6E-E58270939841}" dt="2025-02-16T19:13:00.076" v="35"/>
          <ac:spMkLst>
            <pc:docMk/>
            <pc:sldMk cId="3948052957" sldId="391"/>
            <ac:spMk id="13" creationId="{E9D91B48-AD77-A73F-0176-79798B097560}"/>
          </ac:spMkLst>
        </pc:spChg>
        <pc:spChg chg="mod">
          <ac:chgData name="SEBASTIAN MONTOYA VILLADA" userId="dffcc6c4-4ec2-40a3-ba2d-1adaa01cc26d" providerId="ADAL" clId="{F09527A7-D27E-404A-BC6E-E58270939841}" dt="2025-02-16T19:13:22.756" v="47" actId="20577"/>
          <ac:spMkLst>
            <pc:docMk/>
            <pc:sldMk cId="3948052957" sldId="391"/>
            <ac:spMk id="14" creationId="{EEC23015-6382-FDDD-F360-F1D331E6F74E}"/>
          </ac:spMkLst>
        </pc:spChg>
      </pc:sldChg>
      <pc:sldChg chg="del">
        <pc:chgData name="SEBASTIAN MONTOYA VILLADA" userId="dffcc6c4-4ec2-40a3-ba2d-1adaa01cc26d" providerId="ADAL" clId="{F09527A7-D27E-404A-BC6E-E58270939841}" dt="2025-02-16T19:47:24.251" v="332" actId="47"/>
        <pc:sldMkLst>
          <pc:docMk/>
          <pc:sldMk cId="2414021238" sldId="395"/>
        </pc:sldMkLst>
      </pc:sldChg>
      <pc:sldChg chg="modSp modAnim">
        <pc:chgData name="SEBASTIAN MONTOYA VILLADA" userId="dffcc6c4-4ec2-40a3-ba2d-1adaa01cc26d" providerId="ADAL" clId="{F09527A7-D27E-404A-BC6E-E58270939841}" dt="2025-02-16T20:05:56.634" v="600" actId="20577"/>
        <pc:sldMkLst>
          <pc:docMk/>
          <pc:sldMk cId="2983642901" sldId="400"/>
        </pc:sldMkLst>
      </pc:sldChg>
      <pc:sldChg chg="del">
        <pc:chgData name="SEBASTIAN MONTOYA VILLADA" userId="dffcc6c4-4ec2-40a3-ba2d-1adaa01cc26d" providerId="ADAL" clId="{F09527A7-D27E-404A-BC6E-E58270939841}" dt="2025-02-16T19:47:27.033" v="333" actId="47"/>
        <pc:sldMkLst>
          <pc:docMk/>
          <pc:sldMk cId="1050413160" sldId="401"/>
        </pc:sldMkLst>
      </pc:sldChg>
      <pc:sldChg chg="del">
        <pc:chgData name="SEBASTIAN MONTOYA VILLADA" userId="dffcc6c4-4ec2-40a3-ba2d-1adaa01cc26d" providerId="ADAL" clId="{F09527A7-D27E-404A-BC6E-E58270939841}" dt="2025-02-16T19:47:27.920" v="334" actId="47"/>
        <pc:sldMkLst>
          <pc:docMk/>
          <pc:sldMk cId="554192678" sldId="402"/>
        </pc:sldMkLst>
      </pc:sldChg>
      <pc:sldChg chg="del">
        <pc:chgData name="SEBASTIAN MONTOYA VILLADA" userId="dffcc6c4-4ec2-40a3-ba2d-1adaa01cc26d" providerId="ADAL" clId="{F09527A7-D27E-404A-BC6E-E58270939841}" dt="2025-02-16T19:47:30.340" v="335" actId="47"/>
        <pc:sldMkLst>
          <pc:docMk/>
          <pc:sldMk cId="3909010307" sldId="403"/>
        </pc:sldMkLst>
      </pc:sldChg>
      <pc:sldChg chg="del ord">
        <pc:chgData name="SEBASTIAN MONTOYA VILLADA" userId="dffcc6c4-4ec2-40a3-ba2d-1adaa01cc26d" providerId="ADAL" clId="{F09527A7-D27E-404A-BC6E-E58270939841}" dt="2025-02-16T20:09:13.668" v="647" actId="47"/>
        <pc:sldMkLst>
          <pc:docMk/>
          <pc:sldMk cId="3717018916" sldId="404"/>
        </pc:sldMkLst>
      </pc:sldChg>
      <pc:sldChg chg="modSp mod">
        <pc:chgData name="SEBASTIAN MONTOYA VILLADA" userId="dffcc6c4-4ec2-40a3-ba2d-1adaa01cc26d" providerId="ADAL" clId="{F09527A7-D27E-404A-BC6E-E58270939841}" dt="2025-02-16T20:02:32.864" v="521" actId="20577"/>
        <pc:sldMkLst>
          <pc:docMk/>
          <pc:sldMk cId="3030745904" sldId="405"/>
        </pc:sldMkLst>
      </pc:sldChg>
      <pc:sldChg chg="del">
        <pc:chgData name="SEBASTIAN MONTOYA VILLADA" userId="dffcc6c4-4ec2-40a3-ba2d-1adaa01cc26d" providerId="ADAL" clId="{F09527A7-D27E-404A-BC6E-E58270939841}" dt="2025-02-16T20:07:43.996" v="627" actId="47"/>
        <pc:sldMkLst>
          <pc:docMk/>
          <pc:sldMk cId="3373459878" sldId="406"/>
        </pc:sldMkLst>
      </pc:sldChg>
      <pc:sldChg chg="modSp modAnim">
        <pc:chgData name="SEBASTIAN MONTOYA VILLADA" userId="dffcc6c4-4ec2-40a3-ba2d-1adaa01cc26d" providerId="ADAL" clId="{F09527A7-D27E-404A-BC6E-E58270939841}" dt="2025-02-16T20:09:00.610" v="646" actId="20577"/>
        <pc:sldMkLst>
          <pc:docMk/>
          <pc:sldMk cId="264314326" sldId="407"/>
        </pc:sldMkLst>
        <pc:spChg chg="mod">
          <ac:chgData name="SEBASTIAN MONTOYA VILLADA" userId="dffcc6c4-4ec2-40a3-ba2d-1adaa01cc26d" providerId="ADAL" clId="{F09527A7-D27E-404A-BC6E-E58270939841}" dt="2025-02-16T20:09:00.610" v="646" actId="20577"/>
          <ac:spMkLst>
            <pc:docMk/>
            <pc:sldMk cId="264314326" sldId="407"/>
            <ac:spMk id="16" creationId="{0A2FBF85-91D0-C76B-8CE2-B6CE06479895}"/>
          </ac:spMkLst>
        </pc:spChg>
      </pc:sldChg>
      <pc:sldChg chg="del">
        <pc:chgData name="SEBASTIAN MONTOYA VILLADA" userId="dffcc6c4-4ec2-40a3-ba2d-1adaa01cc26d" providerId="ADAL" clId="{F09527A7-D27E-404A-BC6E-E58270939841}" dt="2025-02-16T20:09:16.941" v="648" actId="47"/>
        <pc:sldMkLst>
          <pc:docMk/>
          <pc:sldMk cId="4022216482" sldId="408"/>
        </pc:sldMkLst>
      </pc:sldChg>
      <pc:sldChg chg="del">
        <pc:chgData name="SEBASTIAN MONTOYA VILLADA" userId="dffcc6c4-4ec2-40a3-ba2d-1adaa01cc26d" providerId="ADAL" clId="{F09527A7-D27E-404A-BC6E-E58270939841}" dt="2025-02-16T20:09:18.190" v="649" actId="47"/>
        <pc:sldMkLst>
          <pc:docMk/>
          <pc:sldMk cId="1918284679" sldId="409"/>
        </pc:sldMkLst>
      </pc:sldChg>
      <pc:sldChg chg="del">
        <pc:chgData name="SEBASTIAN MONTOYA VILLADA" userId="dffcc6c4-4ec2-40a3-ba2d-1adaa01cc26d" providerId="ADAL" clId="{F09527A7-D27E-404A-BC6E-E58270939841}" dt="2025-02-16T20:09:19.238" v="650" actId="47"/>
        <pc:sldMkLst>
          <pc:docMk/>
          <pc:sldMk cId="3700439104" sldId="411"/>
        </pc:sldMkLst>
      </pc:sldChg>
      <pc:sldChg chg="del">
        <pc:chgData name="SEBASTIAN MONTOYA VILLADA" userId="dffcc6c4-4ec2-40a3-ba2d-1adaa01cc26d" providerId="ADAL" clId="{F09527A7-D27E-404A-BC6E-E58270939841}" dt="2025-02-16T20:09:19.750" v="651" actId="47"/>
        <pc:sldMkLst>
          <pc:docMk/>
          <pc:sldMk cId="3936341471" sldId="412"/>
        </pc:sldMkLst>
      </pc:sldChg>
      <pc:sldChg chg="del">
        <pc:chgData name="SEBASTIAN MONTOYA VILLADA" userId="dffcc6c4-4ec2-40a3-ba2d-1adaa01cc26d" providerId="ADAL" clId="{F09527A7-D27E-404A-BC6E-E58270939841}" dt="2025-02-16T20:09:20.292" v="652" actId="47"/>
        <pc:sldMkLst>
          <pc:docMk/>
          <pc:sldMk cId="2826602838" sldId="413"/>
        </pc:sldMkLst>
      </pc:sldChg>
      <pc:sldChg chg="del">
        <pc:chgData name="SEBASTIAN MONTOYA VILLADA" userId="dffcc6c4-4ec2-40a3-ba2d-1adaa01cc26d" providerId="ADAL" clId="{F09527A7-D27E-404A-BC6E-E58270939841}" dt="2025-02-16T20:09:20.752" v="653" actId="47"/>
        <pc:sldMkLst>
          <pc:docMk/>
          <pc:sldMk cId="3875755718" sldId="414"/>
        </pc:sldMkLst>
      </pc:sldChg>
      <pc:sldChg chg="addSp delSp modSp mod ord delAnim">
        <pc:chgData name="SEBASTIAN MONTOYA VILLADA" userId="dffcc6c4-4ec2-40a3-ba2d-1adaa01cc26d" providerId="ADAL" clId="{F09527A7-D27E-404A-BC6E-E58270939841}" dt="2025-02-16T20:12:18.440" v="692" actId="1076"/>
        <pc:sldMkLst>
          <pc:docMk/>
          <pc:sldMk cId="883493532" sldId="415"/>
        </pc:sldMkLst>
        <pc:spChg chg="mod">
          <ac:chgData name="SEBASTIAN MONTOYA VILLADA" userId="dffcc6c4-4ec2-40a3-ba2d-1adaa01cc26d" providerId="ADAL" clId="{F09527A7-D27E-404A-BC6E-E58270939841}" dt="2025-02-16T20:12:11.930" v="689" actId="20577"/>
          <ac:spMkLst>
            <pc:docMk/>
            <pc:sldMk cId="883493532" sldId="415"/>
            <ac:spMk id="14" creationId="{431184CF-3E57-7F0D-8B88-FF3A3B02724F}"/>
          </ac:spMkLst>
        </pc:spChg>
        <pc:picChg chg="add mod">
          <ac:chgData name="SEBASTIAN MONTOYA VILLADA" userId="dffcc6c4-4ec2-40a3-ba2d-1adaa01cc26d" providerId="ADAL" clId="{F09527A7-D27E-404A-BC6E-E58270939841}" dt="2025-02-16T20:12:18.440" v="692" actId="1076"/>
          <ac:picMkLst>
            <pc:docMk/>
            <pc:sldMk cId="883493532" sldId="415"/>
            <ac:picMk id="13" creationId="{7A8DCA51-E016-81A3-52DE-9122DBCC3872}"/>
          </ac:picMkLst>
        </pc:picChg>
      </pc:sldChg>
      <pc:sldChg chg="del">
        <pc:chgData name="SEBASTIAN MONTOYA VILLADA" userId="dffcc6c4-4ec2-40a3-ba2d-1adaa01cc26d" providerId="ADAL" clId="{F09527A7-D27E-404A-BC6E-E58270939841}" dt="2025-02-16T20:09:45.011" v="657" actId="47"/>
        <pc:sldMkLst>
          <pc:docMk/>
          <pc:sldMk cId="2097254035" sldId="416"/>
        </pc:sldMkLst>
      </pc:sldChg>
      <pc:sldChg chg="addSp modSp add mod modAnim">
        <pc:chgData name="SEBASTIAN MONTOYA VILLADA" userId="dffcc6c4-4ec2-40a3-ba2d-1adaa01cc26d" providerId="ADAL" clId="{F09527A7-D27E-404A-BC6E-E58270939841}" dt="2025-02-16T19:33:47.279" v="234" actId="113"/>
        <pc:sldMkLst>
          <pc:docMk/>
          <pc:sldMk cId="1582947114" sldId="417"/>
        </pc:sldMkLst>
      </pc:sldChg>
      <pc:sldChg chg="addSp delSp modSp add mod delAnim modAnim">
        <pc:chgData name="SEBASTIAN MONTOYA VILLADA" userId="dffcc6c4-4ec2-40a3-ba2d-1adaa01cc26d" providerId="ADAL" clId="{F09527A7-D27E-404A-BC6E-E58270939841}" dt="2025-02-16T19:26:37.723" v="136" actId="1076"/>
        <pc:sldMkLst>
          <pc:docMk/>
          <pc:sldMk cId="4162135195" sldId="418"/>
        </pc:sldMkLst>
        <pc:spChg chg="mod">
          <ac:chgData name="SEBASTIAN MONTOYA VILLADA" userId="dffcc6c4-4ec2-40a3-ba2d-1adaa01cc26d" providerId="ADAL" clId="{F09527A7-D27E-404A-BC6E-E58270939841}" dt="2025-02-16T19:14:24.101" v="81" actId="1076"/>
          <ac:spMkLst>
            <pc:docMk/>
            <pc:sldMk cId="4162135195" sldId="418"/>
            <ac:spMk id="14" creationId="{1F6C53D9-6253-6086-AF55-01701282C68C}"/>
          </ac:spMkLst>
        </pc:spChg>
        <pc:spChg chg="mod">
          <ac:chgData name="SEBASTIAN MONTOYA VILLADA" userId="dffcc6c4-4ec2-40a3-ba2d-1adaa01cc26d" providerId="ADAL" clId="{F09527A7-D27E-404A-BC6E-E58270939841}" dt="2025-02-16T19:19:35.738" v="119" actId="1076"/>
          <ac:spMkLst>
            <pc:docMk/>
            <pc:sldMk cId="4162135195" sldId="418"/>
            <ac:spMk id="17" creationId="{FC85E4E6-6B2D-3153-0602-44B2574129F1}"/>
          </ac:spMkLst>
        </pc:spChg>
      </pc:sldChg>
      <pc:sldChg chg="addSp delSp modSp add mod delAnim">
        <pc:chgData name="SEBASTIAN MONTOYA VILLADA" userId="dffcc6c4-4ec2-40a3-ba2d-1adaa01cc26d" providerId="ADAL" clId="{F09527A7-D27E-404A-BC6E-E58270939841}" dt="2025-02-16T19:28:15.812" v="172" actId="5793"/>
        <pc:sldMkLst>
          <pc:docMk/>
          <pc:sldMk cId="2277183801" sldId="419"/>
        </pc:sldMkLst>
      </pc:sldChg>
      <pc:sldChg chg="addSp delSp modSp add mod">
        <pc:chgData name="SEBASTIAN MONTOYA VILLADA" userId="dffcc6c4-4ec2-40a3-ba2d-1adaa01cc26d" providerId="ADAL" clId="{F09527A7-D27E-404A-BC6E-E58270939841}" dt="2025-02-16T19:36:15.326" v="271" actId="1076"/>
        <pc:sldMkLst>
          <pc:docMk/>
          <pc:sldMk cId="3172300573" sldId="420"/>
        </pc:sldMkLst>
      </pc:sldChg>
      <pc:sldChg chg="addSp delSp modSp add mod ord delAnim modAnim">
        <pc:chgData name="SEBASTIAN MONTOYA VILLADA" userId="dffcc6c4-4ec2-40a3-ba2d-1adaa01cc26d" providerId="ADAL" clId="{F09527A7-D27E-404A-BC6E-E58270939841}" dt="2025-02-16T19:43:18.110" v="323"/>
        <pc:sldMkLst>
          <pc:docMk/>
          <pc:sldMk cId="1052279356" sldId="421"/>
        </pc:sldMkLst>
      </pc:sldChg>
      <pc:sldChg chg="delSp modSp add mod">
        <pc:chgData name="SEBASTIAN MONTOYA VILLADA" userId="dffcc6c4-4ec2-40a3-ba2d-1adaa01cc26d" providerId="ADAL" clId="{F09527A7-D27E-404A-BC6E-E58270939841}" dt="2025-02-16T19:39:47.956" v="297" actId="20577"/>
        <pc:sldMkLst>
          <pc:docMk/>
          <pc:sldMk cId="558072135" sldId="422"/>
        </pc:sldMkLst>
      </pc:sldChg>
      <pc:sldChg chg="add">
        <pc:chgData name="SEBASTIAN MONTOYA VILLADA" userId="dffcc6c4-4ec2-40a3-ba2d-1adaa01cc26d" providerId="ADAL" clId="{F09527A7-D27E-404A-BC6E-E58270939841}" dt="2025-02-16T19:39:53.029" v="298" actId="2890"/>
        <pc:sldMkLst>
          <pc:docMk/>
          <pc:sldMk cId="612992250" sldId="423"/>
        </pc:sldMkLst>
      </pc:sldChg>
      <pc:sldChg chg="addSp delSp modSp add mod modAnim">
        <pc:chgData name="SEBASTIAN MONTOYA VILLADA" userId="dffcc6c4-4ec2-40a3-ba2d-1adaa01cc26d" providerId="ADAL" clId="{F09527A7-D27E-404A-BC6E-E58270939841}" dt="2025-02-16T19:43:03.885" v="321"/>
        <pc:sldMkLst>
          <pc:docMk/>
          <pc:sldMk cId="2471884271" sldId="424"/>
        </pc:sldMkLst>
      </pc:sldChg>
      <pc:sldChg chg="addSp modSp add mod ord">
        <pc:chgData name="SEBASTIAN MONTOYA VILLADA" userId="dffcc6c4-4ec2-40a3-ba2d-1adaa01cc26d" providerId="ADAL" clId="{F09527A7-D27E-404A-BC6E-E58270939841}" dt="2025-02-16T19:45:55.589" v="330" actId="20577"/>
        <pc:sldMkLst>
          <pc:docMk/>
          <pc:sldMk cId="2883539494" sldId="425"/>
        </pc:sldMkLst>
      </pc:sldChg>
      <pc:sldChg chg="addSp delSp modSp add mod">
        <pc:chgData name="SEBASTIAN MONTOYA VILLADA" userId="dffcc6c4-4ec2-40a3-ba2d-1adaa01cc26d" providerId="ADAL" clId="{F09527A7-D27E-404A-BC6E-E58270939841}" dt="2025-02-16T19:52:56.178" v="356" actId="1076"/>
        <pc:sldMkLst>
          <pc:docMk/>
          <pc:sldMk cId="1889712123" sldId="426"/>
        </pc:sldMkLst>
      </pc:sldChg>
      <pc:sldChg chg="addSp delSp modSp add mod delAnim">
        <pc:chgData name="SEBASTIAN MONTOYA VILLADA" userId="dffcc6c4-4ec2-40a3-ba2d-1adaa01cc26d" providerId="ADAL" clId="{F09527A7-D27E-404A-BC6E-E58270939841}" dt="2025-02-16T19:53:40.938" v="374" actId="1076"/>
        <pc:sldMkLst>
          <pc:docMk/>
          <pc:sldMk cId="1845372240" sldId="427"/>
        </pc:sldMkLst>
      </pc:sldChg>
      <pc:sldChg chg="addSp modSp add del mod">
        <pc:chgData name="SEBASTIAN MONTOYA VILLADA" userId="dffcc6c4-4ec2-40a3-ba2d-1adaa01cc26d" providerId="ADAL" clId="{F09527A7-D27E-404A-BC6E-E58270939841}" dt="2025-02-16T19:56:04.891" v="383" actId="47"/>
        <pc:sldMkLst>
          <pc:docMk/>
          <pc:sldMk cId="4075768467" sldId="428"/>
        </pc:sldMkLst>
      </pc:sldChg>
      <pc:sldChg chg="addSp delSp modSp add mod ord modAnim">
        <pc:chgData name="SEBASTIAN MONTOYA VILLADA" userId="dffcc6c4-4ec2-40a3-ba2d-1adaa01cc26d" providerId="ADAL" clId="{F09527A7-D27E-404A-BC6E-E58270939841}" dt="2025-02-16T19:57:59.178" v="428" actId="1076"/>
        <pc:sldMkLst>
          <pc:docMk/>
          <pc:sldMk cId="1649356625" sldId="429"/>
        </pc:sldMkLst>
      </pc:sldChg>
      <pc:sldChg chg="addSp delSp modSp add mod ord modAnim">
        <pc:chgData name="SEBASTIAN MONTOYA VILLADA" userId="dffcc6c4-4ec2-40a3-ba2d-1adaa01cc26d" providerId="ADAL" clId="{F09527A7-D27E-404A-BC6E-E58270939841}" dt="2025-02-16T20:08:01.746" v="630"/>
        <pc:sldMkLst>
          <pc:docMk/>
          <pc:sldMk cId="753574481" sldId="430"/>
        </pc:sldMkLst>
      </pc:sldChg>
      <pc:sldChg chg="addSp delSp modSp add mod modAnim">
        <pc:chgData name="SEBASTIAN MONTOYA VILLADA" userId="dffcc6c4-4ec2-40a3-ba2d-1adaa01cc26d" providerId="ADAL" clId="{F09527A7-D27E-404A-BC6E-E58270939841}" dt="2025-02-16T20:00:54.795" v="479" actId="5793"/>
        <pc:sldMkLst>
          <pc:docMk/>
          <pc:sldMk cId="3058751669" sldId="431"/>
        </pc:sldMkLst>
      </pc:sldChg>
      <pc:sldChg chg="addSp modSp add mod ord">
        <pc:chgData name="SEBASTIAN MONTOYA VILLADA" userId="dffcc6c4-4ec2-40a3-ba2d-1adaa01cc26d" providerId="ADAL" clId="{F09527A7-D27E-404A-BC6E-E58270939841}" dt="2025-02-16T20:04:37.670" v="570"/>
        <pc:sldMkLst>
          <pc:docMk/>
          <pc:sldMk cId="4218912115" sldId="432"/>
        </pc:sldMkLst>
      </pc:sldChg>
      <pc:sldChg chg="add ord">
        <pc:chgData name="SEBASTIAN MONTOYA VILLADA" userId="dffcc6c4-4ec2-40a3-ba2d-1adaa01cc26d" providerId="ADAL" clId="{F09527A7-D27E-404A-BC6E-E58270939841}" dt="2025-02-16T20:04:25.413" v="566"/>
        <pc:sldMkLst>
          <pc:docMk/>
          <pc:sldMk cId="4220384787" sldId="433"/>
        </pc:sldMkLst>
      </pc:sldChg>
      <pc:sldChg chg="addSp delSp modSp add del mod ord modAnim">
        <pc:chgData name="SEBASTIAN MONTOYA VILLADA" userId="dffcc6c4-4ec2-40a3-ba2d-1adaa01cc26d" providerId="ADAL" clId="{F09527A7-D27E-404A-BC6E-E58270939841}" dt="2025-02-16T20:08:12.394" v="631" actId="47"/>
        <pc:sldMkLst>
          <pc:docMk/>
          <pc:sldMk cId="2590167215" sldId="434"/>
        </pc:sldMkLst>
      </pc:sldChg>
      <pc:sldChg chg="addSp delSp modSp add mod ord modAnim">
        <pc:chgData name="SEBASTIAN MONTOYA VILLADA" userId="dffcc6c4-4ec2-40a3-ba2d-1adaa01cc26d" providerId="ADAL" clId="{F09527A7-D27E-404A-BC6E-E58270939841}" dt="2025-02-16T20:08:35.148" v="638"/>
        <pc:sldMkLst>
          <pc:docMk/>
          <pc:sldMk cId="402471539" sldId="435"/>
        </pc:sldMkLst>
        <pc:spChg chg="mod">
          <ac:chgData name="SEBASTIAN MONTOYA VILLADA" userId="dffcc6c4-4ec2-40a3-ba2d-1adaa01cc26d" providerId="ADAL" clId="{F09527A7-D27E-404A-BC6E-E58270939841}" dt="2025-02-16T20:08:35.148" v="638"/>
          <ac:spMkLst>
            <pc:docMk/>
            <pc:sldMk cId="402471539" sldId="435"/>
            <ac:spMk id="14" creationId="{F1F2ADCE-EEEB-B2FA-AEC1-850A39CFABE7}"/>
          </ac:spMkLst>
        </pc:spChg>
        <pc:picChg chg="add mod">
          <ac:chgData name="SEBASTIAN MONTOYA VILLADA" userId="dffcc6c4-4ec2-40a3-ba2d-1adaa01cc26d" providerId="ADAL" clId="{F09527A7-D27E-404A-BC6E-E58270939841}" dt="2025-02-16T20:08:27.168" v="636" actId="1076"/>
          <ac:picMkLst>
            <pc:docMk/>
            <pc:sldMk cId="402471539" sldId="435"/>
            <ac:picMk id="15" creationId="{90E193BB-D058-5C27-7704-9656EEA85BF1}"/>
          </ac:picMkLst>
        </pc:picChg>
      </pc:sldChg>
      <pc:sldChg chg="addSp delSp modSp add mod delAnim">
        <pc:chgData name="SEBASTIAN MONTOYA VILLADA" userId="dffcc6c4-4ec2-40a3-ba2d-1adaa01cc26d" providerId="ADAL" clId="{F09527A7-D27E-404A-BC6E-E58270939841}" dt="2025-02-16T20:12:39.570" v="698" actId="1076"/>
        <pc:sldMkLst>
          <pc:docMk/>
          <pc:sldMk cId="1486134515" sldId="436"/>
        </pc:sldMkLst>
        <pc:picChg chg="add mod">
          <ac:chgData name="SEBASTIAN MONTOYA VILLADA" userId="dffcc6c4-4ec2-40a3-ba2d-1adaa01cc26d" providerId="ADAL" clId="{F09527A7-D27E-404A-BC6E-E58270939841}" dt="2025-02-16T20:12:39.570" v="698" actId="1076"/>
          <ac:picMkLst>
            <pc:docMk/>
            <pc:sldMk cId="1486134515" sldId="436"/>
            <ac:picMk id="15" creationId="{9A75233A-9EB2-014C-6AA7-6F0C71865403}"/>
          </ac:picMkLst>
        </pc:picChg>
      </pc:sldChg>
      <pc:sldChg chg="addSp delSp add mod">
        <pc:chgData name="SEBASTIAN MONTOYA VILLADA" userId="dffcc6c4-4ec2-40a3-ba2d-1adaa01cc26d" providerId="ADAL" clId="{F09527A7-D27E-404A-BC6E-E58270939841}" dt="2025-02-16T20:12:59.267" v="701" actId="22"/>
        <pc:sldMkLst>
          <pc:docMk/>
          <pc:sldMk cId="69470726" sldId="437"/>
        </pc:sldMkLst>
        <pc:picChg chg="add">
          <ac:chgData name="SEBASTIAN MONTOYA VILLADA" userId="dffcc6c4-4ec2-40a3-ba2d-1adaa01cc26d" providerId="ADAL" clId="{F09527A7-D27E-404A-BC6E-E58270939841}" dt="2025-02-16T20:12:59.267" v="701" actId="22"/>
          <ac:picMkLst>
            <pc:docMk/>
            <pc:sldMk cId="69470726" sldId="437"/>
            <ac:picMk id="13" creationId="{7BD47436-66D3-F1D3-97DD-398A2AF8736F}"/>
          </ac:picMkLst>
        </pc:picChg>
      </pc:sldChg>
    </pc:docChg>
  </pc:docChgLst>
  <pc:docChgLst>
    <pc:chgData name="SEBASTIAN MONTOYA VILLADA" userId="S::sebastianmontoya8118@correo.itm.edu.co::dffcc6c4-4ec2-40a3-ba2d-1adaa01cc26d" providerId="AD" clId="Web-{A548E2A0-A980-DC18-6B47-AB0760A24180}"/>
    <pc:docChg chg="addSld delSld modSld">
      <pc:chgData name="SEBASTIAN MONTOYA VILLADA" userId="S::sebastianmontoya8118@correo.itm.edu.co::dffcc6c4-4ec2-40a3-ba2d-1adaa01cc26d" providerId="AD" clId="Web-{A548E2A0-A980-DC18-6B47-AB0760A24180}" dt="2025-02-15T01:39:02.499" v="290"/>
      <pc:docMkLst>
        <pc:docMk/>
      </pc:docMkLst>
      <pc:sldChg chg="delSp modSp delAnim">
        <pc:chgData name="SEBASTIAN MONTOYA VILLADA" userId="S::sebastianmontoya8118@correo.itm.edu.co::dffcc6c4-4ec2-40a3-ba2d-1adaa01cc26d" providerId="AD" clId="Web-{A548E2A0-A980-DC18-6B47-AB0760A24180}" dt="2025-02-15T01:17:15.372" v="15" actId="20577"/>
        <pc:sldMkLst>
          <pc:docMk/>
          <pc:sldMk cId="771191104" sldId="376"/>
        </pc:sldMkLst>
        <pc:spChg chg="mod">
          <ac:chgData name="SEBASTIAN MONTOYA VILLADA" userId="S::sebastianmontoya8118@correo.itm.edu.co::dffcc6c4-4ec2-40a3-ba2d-1adaa01cc26d" providerId="AD" clId="Web-{A548E2A0-A980-DC18-6B47-AB0760A24180}" dt="2025-02-15T01:16:58.825" v="5" actId="20577"/>
          <ac:spMkLst>
            <pc:docMk/>
            <pc:sldMk cId="771191104" sldId="376"/>
            <ac:spMk id="13" creationId="{39D79C70-AB96-7FAE-134F-BC27F2A7246B}"/>
          </ac:spMkLst>
        </pc:spChg>
      </pc:sldChg>
      <pc:sldChg chg="modSp">
        <pc:chgData name="SEBASTIAN MONTOYA VILLADA" userId="S::sebastianmontoya8118@correo.itm.edu.co::dffcc6c4-4ec2-40a3-ba2d-1adaa01cc26d" providerId="AD" clId="Web-{A548E2A0-A980-DC18-6B47-AB0760A24180}" dt="2025-02-15T01:16:40.449" v="2" actId="20577"/>
        <pc:sldMkLst>
          <pc:docMk/>
          <pc:sldMk cId="2518797674" sldId="377"/>
        </pc:sldMkLst>
        <pc:spChg chg="mod">
          <ac:chgData name="SEBASTIAN MONTOYA VILLADA" userId="S::sebastianmontoya8118@correo.itm.edu.co::dffcc6c4-4ec2-40a3-ba2d-1adaa01cc26d" providerId="AD" clId="Web-{A548E2A0-A980-DC18-6B47-AB0760A24180}" dt="2025-02-15T01:16:40.449" v="2" actId="20577"/>
          <ac:spMkLst>
            <pc:docMk/>
            <pc:sldMk cId="2518797674" sldId="377"/>
            <ac:spMk id="13" creationId="{E2F51173-B4C8-B6D9-4F91-0E63A0042D93}"/>
          </ac:spMkLst>
        </pc:spChg>
      </pc:sldChg>
      <pc:sldChg chg="modSp">
        <pc:chgData name="SEBASTIAN MONTOYA VILLADA" userId="S::sebastianmontoya8118@correo.itm.edu.co::dffcc6c4-4ec2-40a3-ba2d-1adaa01cc26d" providerId="AD" clId="Web-{A548E2A0-A980-DC18-6B47-AB0760A24180}" dt="2025-02-15T01:22:35.615" v="35" actId="20577"/>
        <pc:sldMkLst>
          <pc:docMk/>
          <pc:sldMk cId="1316426740" sldId="380"/>
        </pc:sldMkLst>
      </pc:sldChg>
      <pc:sldChg chg="del">
        <pc:chgData name="SEBASTIAN MONTOYA VILLADA" userId="S::sebastianmontoya8118@correo.itm.edu.co::dffcc6c4-4ec2-40a3-ba2d-1adaa01cc26d" providerId="AD" clId="Web-{A548E2A0-A980-DC18-6B47-AB0760A24180}" dt="2025-02-15T01:31:13.924" v="189"/>
        <pc:sldMkLst>
          <pc:docMk/>
          <pc:sldMk cId="2036934883" sldId="381"/>
        </pc:sldMkLst>
      </pc:sldChg>
      <pc:sldChg chg="delSp modSp delAnim">
        <pc:chgData name="SEBASTIAN MONTOYA VILLADA" userId="S::sebastianmontoya8118@correo.itm.edu.co::dffcc6c4-4ec2-40a3-ba2d-1adaa01cc26d" providerId="AD" clId="Web-{A548E2A0-A980-DC18-6B47-AB0760A24180}" dt="2025-02-15T01:26:10.464" v="123" actId="20577"/>
        <pc:sldMkLst>
          <pc:docMk/>
          <pc:sldMk cId="30056615" sldId="382"/>
        </pc:sldMkLst>
      </pc:sldChg>
      <pc:sldChg chg="del">
        <pc:chgData name="SEBASTIAN MONTOYA VILLADA" userId="S::sebastianmontoya8118@correo.itm.edu.co::dffcc6c4-4ec2-40a3-ba2d-1adaa01cc26d" providerId="AD" clId="Web-{A548E2A0-A980-DC18-6B47-AB0760A24180}" dt="2025-02-15T01:31:15.643" v="190"/>
        <pc:sldMkLst>
          <pc:docMk/>
          <pc:sldMk cId="3571772818" sldId="383"/>
        </pc:sldMkLst>
      </pc:sldChg>
      <pc:sldChg chg="del">
        <pc:chgData name="SEBASTIAN MONTOYA VILLADA" userId="S::sebastianmontoya8118@correo.itm.edu.co::dffcc6c4-4ec2-40a3-ba2d-1adaa01cc26d" providerId="AD" clId="Web-{A548E2A0-A980-DC18-6B47-AB0760A24180}" dt="2025-02-15T01:31:18.987" v="198"/>
        <pc:sldMkLst>
          <pc:docMk/>
          <pc:sldMk cId="454399484" sldId="384"/>
        </pc:sldMkLst>
      </pc:sldChg>
      <pc:sldChg chg="del">
        <pc:chgData name="SEBASTIAN MONTOYA VILLADA" userId="S::sebastianmontoya8118@correo.itm.edu.co::dffcc6c4-4ec2-40a3-ba2d-1adaa01cc26d" providerId="AD" clId="Web-{A548E2A0-A980-DC18-6B47-AB0760A24180}" dt="2025-02-15T01:31:18.987" v="195"/>
        <pc:sldMkLst>
          <pc:docMk/>
          <pc:sldMk cId="2415177045" sldId="386"/>
        </pc:sldMkLst>
      </pc:sldChg>
      <pc:sldChg chg="del">
        <pc:chgData name="SEBASTIAN MONTOYA VILLADA" userId="S::sebastianmontoya8118@correo.itm.edu.co::dffcc6c4-4ec2-40a3-ba2d-1adaa01cc26d" providerId="AD" clId="Web-{A548E2A0-A980-DC18-6B47-AB0760A24180}" dt="2025-02-15T01:31:18.971" v="194"/>
        <pc:sldMkLst>
          <pc:docMk/>
          <pc:sldMk cId="3580543414" sldId="387"/>
        </pc:sldMkLst>
      </pc:sldChg>
      <pc:sldChg chg="del">
        <pc:chgData name="SEBASTIAN MONTOYA VILLADA" userId="S::sebastianmontoya8118@correo.itm.edu.co::dffcc6c4-4ec2-40a3-ba2d-1adaa01cc26d" providerId="AD" clId="Web-{A548E2A0-A980-DC18-6B47-AB0760A24180}" dt="2025-02-15T01:31:18.987" v="197"/>
        <pc:sldMkLst>
          <pc:docMk/>
          <pc:sldMk cId="3338239895" sldId="388"/>
        </pc:sldMkLst>
      </pc:sldChg>
      <pc:sldChg chg="del">
        <pc:chgData name="SEBASTIAN MONTOYA VILLADA" userId="S::sebastianmontoya8118@correo.itm.edu.co::dffcc6c4-4ec2-40a3-ba2d-1adaa01cc26d" providerId="AD" clId="Web-{A548E2A0-A980-DC18-6B47-AB0760A24180}" dt="2025-02-15T01:31:18.987" v="196"/>
        <pc:sldMkLst>
          <pc:docMk/>
          <pc:sldMk cId="458759952" sldId="389"/>
        </pc:sldMkLst>
      </pc:sldChg>
      <pc:sldChg chg="del">
        <pc:chgData name="SEBASTIAN MONTOYA VILLADA" userId="S::sebastianmontoya8118@correo.itm.edu.co::dffcc6c4-4ec2-40a3-ba2d-1adaa01cc26d" providerId="AD" clId="Web-{A548E2A0-A980-DC18-6B47-AB0760A24180}" dt="2025-02-15T01:31:18.971" v="191"/>
        <pc:sldMkLst>
          <pc:docMk/>
          <pc:sldMk cId="766657896" sldId="390"/>
        </pc:sldMkLst>
      </pc:sldChg>
      <pc:sldChg chg="delSp modSp delAnim">
        <pc:chgData name="SEBASTIAN MONTOYA VILLADA" userId="S::sebastianmontoya8118@correo.itm.edu.co::dffcc6c4-4ec2-40a3-ba2d-1adaa01cc26d" providerId="AD" clId="Web-{A548E2A0-A980-DC18-6B47-AB0760A24180}" dt="2025-02-15T01:17:42.435" v="31" actId="20577"/>
        <pc:sldMkLst>
          <pc:docMk/>
          <pc:sldMk cId="3948052957" sldId="391"/>
        </pc:sldMkLst>
        <pc:spChg chg="mod">
          <ac:chgData name="SEBASTIAN MONTOYA VILLADA" userId="S::sebastianmontoya8118@correo.itm.edu.co::dffcc6c4-4ec2-40a3-ba2d-1adaa01cc26d" providerId="AD" clId="Web-{A548E2A0-A980-DC18-6B47-AB0760A24180}" dt="2025-02-15T01:17:32.248" v="23" actId="20577"/>
          <ac:spMkLst>
            <pc:docMk/>
            <pc:sldMk cId="3948052957" sldId="391"/>
            <ac:spMk id="13" creationId="{E9D91B48-AD77-A73F-0176-79798B097560}"/>
          </ac:spMkLst>
        </pc:spChg>
        <pc:spChg chg="mod">
          <ac:chgData name="SEBASTIAN MONTOYA VILLADA" userId="S::sebastianmontoya8118@correo.itm.edu.co::dffcc6c4-4ec2-40a3-ba2d-1adaa01cc26d" providerId="AD" clId="Web-{A548E2A0-A980-DC18-6B47-AB0760A24180}" dt="2025-02-15T01:17:42.435" v="31" actId="20577"/>
          <ac:spMkLst>
            <pc:docMk/>
            <pc:sldMk cId="3948052957" sldId="391"/>
            <ac:spMk id="14" creationId="{EEC23015-6382-FDDD-F360-F1D331E6F74E}"/>
          </ac:spMkLst>
        </pc:spChg>
      </pc:sldChg>
      <pc:sldChg chg="del">
        <pc:chgData name="SEBASTIAN MONTOYA VILLADA" userId="S::sebastianmontoya8118@correo.itm.edu.co::dffcc6c4-4ec2-40a3-ba2d-1adaa01cc26d" providerId="AD" clId="Web-{A548E2A0-A980-DC18-6B47-AB0760A24180}" dt="2025-02-15T01:31:18.971" v="193"/>
        <pc:sldMkLst>
          <pc:docMk/>
          <pc:sldMk cId="3894409822" sldId="392"/>
        </pc:sldMkLst>
      </pc:sldChg>
      <pc:sldChg chg="del">
        <pc:chgData name="SEBASTIAN MONTOYA VILLADA" userId="S::sebastianmontoya8118@correo.itm.edu.co::dffcc6c4-4ec2-40a3-ba2d-1adaa01cc26d" providerId="AD" clId="Web-{A548E2A0-A980-DC18-6B47-AB0760A24180}" dt="2025-02-15T01:31:18.971" v="192"/>
        <pc:sldMkLst>
          <pc:docMk/>
          <pc:sldMk cId="2824380758" sldId="393"/>
        </pc:sldMkLst>
      </pc:sldChg>
      <pc:sldChg chg="del">
        <pc:chgData name="SEBASTIAN MONTOYA VILLADA" userId="S::sebastianmontoya8118@correo.itm.edu.co::dffcc6c4-4ec2-40a3-ba2d-1adaa01cc26d" providerId="AD" clId="Web-{A548E2A0-A980-DC18-6B47-AB0760A24180}" dt="2025-02-15T01:22:56.428" v="39"/>
        <pc:sldMkLst>
          <pc:docMk/>
          <pc:sldMk cId="3186547110" sldId="394"/>
        </pc:sldMkLst>
      </pc:sldChg>
      <pc:sldChg chg="delSp modSp delAnim">
        <pc:chgData name="SEBASTIAN MONTOYA VILLADA" userId="S::sebastianmontoya8118@correo.itm.edu.co::dffcc6c4-4ec2-40a3-ba2d-1adaa01cc26d" providerId="AD" clId="Web-{A548E2A0-A980-DC18-6B47-AB0760A24180}" dt="2025-02-15T01:22:44.990" v="38" actId="20577"/>
        <pc:sldMkLst>
          <pc:docMk/>
          <pc:sldMk cId="2414021238" sldId="395"/>
        </pc:sldMkLst>
      </pc:sldChg>
      <pc:sldChg chg="del">
        <pc:chgData name="SEBASTIAN MONTOYA VILLADA" userId="S::sebastianmontoya8118@correo.itm.edu.co::dffcc6c4-4ec2-40a3-ba2d-1adaa01cc26d" providerId="AD" clId="Web-{A548E2A0-A980-DC18-6B47-AB0760A24180}" dt="2025-02-15T01:23:04.287" v="42"/>
        <pc:sldMkLst>
          <pc:docMk/>
          <pc:sldMk cId="3530286321" sldId="396"/>
        </pc:sldMkLst>
      </pc:sldChg>
      <pc:sldChg chg="del">
        <pc:chgData name="SEBASTIAN MONTOYA VILLADA" userId="S::sebastianmontoya8118@correo.itm.edu.co::dffcc6c4-4ec2-40a3-ba2d-1adaa01cc26d" providerId="AD" clId="Web-{A548E2A0-A980-DC18-6B47-AB0760A24180}" dt="2025-02-15T01:23:02.006" v="40"/>
        <pc:sldMkLst>
          <pc:docMk/>
          <pc:sldMk cId="374000399" sldId="397"/>
        </pc:sldMkLst>
      </pc:sldChg>
      <pc:sldChg chg="del">
        <pc:chgData name="SEBASTIAN MONTOYA VILLADA" userId="S::sebastianmontoya8118@correo.itm.edu.co::dffcc6c4-4ec2-40a3-ba2d-1adaa01cc26d" providerId="AD" clId="Web-{A548E2A0-A980-DC18-6B47-AB0760A24180}" dt="2025-02-15T01:23:02.943" v="41"/>
        <pc:sldMkLst>
          <pc:docMk/>
          <pc:sldMk cId="31451681" sldId="398"/>
        </pc:sldMkLst>
      </pc:sldChg>
      <pc:sldChg chg="del">
        <pc:chgData name="SEBASTIAN MONTOYA VILLADA" userId="S::sebastianmontoya8118@correo.itm.edu.co::dffcc6c4-4ec2-40a3-ba2d-1adaa01cc26d" providerId="AD" clId="Web-{A548E2A0-A980-DC18-6B47-AB0760A24180}" dt="2025-02-15T01:23:05.147" v="43"/>
        <pc:sldMkLst>
          <pc:docMk/>
          <pc:sldMk cId="3906853588" sldId="399"/>
        </pc:sldMkLst>
      </pc:sldChg>
      <pc:sldChg chg="delSp modSp delAnim">
        <pc:chgData name="SEBASTIAN MONTOYA VILLADA" userId="S::sebastianmontoya8118@correo.itm.edu.co::dffcc6c4-4ec2-40a3-ba2d-1adaa01cc26d" providerId="AD" clId="Web-{A548E2A0-A980-DC18-6B47-AB0760A24180}" dt="2025-02-15T01:31:07.565" v="188" actId="20577"/>
        <pc:sldMkLst>
          <pc:docMk/>
          <pc:sldMk cId="2983642901" sldId="400"/>
        </pc:sldMkLst>
      </pc:sldChg>
      <pc:sldChg chg="modSp add replId">
        <pc:chgData name="SEBASTIAN MONTOYA VILLADA" userId="S::sebastianmontoya8118@correo.itm.edu.co::dffcc6c4-4ec2-40a3-ba2d-1adaa01cc26d" providerId="AD" clId="Web-{A548E2A0-A980-DC18-6B47-AB0760A24180}" dt="2025-02-15T01:23:35.366" v="64" actId="20577"/>
        <pc:sldMkLst>
          <pc:docMk/>
          <pc:sldMk cId="1050413160" sldId="401"/>
        </pc:sldMkLst>
      </pc:sldChg>
      <pc:sldChg chg="modSp add replId">
        <pc:chgData name="SEBASTIAN MONTOYA VILLADA" userId="S::sebastianmontoya8118@correo.itm.edu.co::dffcc6c4-4ec2-40a3-ba2d-1adaa01cc26d" providerId="AD" clId="Web-{A548E2A0-A980-DC18-6B47-AB0760A24180}" dt="2025-02-15T01:23:55.867" v="68" actId="20577"/>
        <pc:sldMkLst>
          <pc:docMk/>
          <pc:sldMk cId="554192678" sldId="402"/>
        </pc:sldMkLst>
      </pc:sldChg>
      <pc:sldChg chg="modSp add replId">
        <pc:chgData name="SEBASTIAN MONTOYA VILLADA" userId="S::sebastianmontoya8118@correo.itm.edu.co::dffcc6c4-4ec2-40a3-ba2d-1adaa01cc26d" providerId="AD" clId="Web-{A548E2A0-A980-DC18-6B47-AB0760A24180}" dt="2025-02-15T01:24:31.680" v="84" actId="20577"/>
        <pc:sldMkLst>
          <pc:docMk/>
          <pc:sldMk cId="3909010307" sldId="403"/>
        </pc:sldMkLst>
      </pc:sldChg>
      <pc:sldChg chg="addSp modSp add replId">
        <pc:chgData name="SEBASTIAN MONTOYA VILLADA" userId="S::sebastianmontoya8118@correo.itm.edu.co::dffcc6c4-4ec2-40a3-ba2d-1adaa01cc26d" providerId="AD" clId="Web-{A548E2A0-A980-DC18-6B47-AB0760A24180}" dt="2025-02-15T01:27:05.793" v="140" actId="1076"/>
        <pc:sldMkLst>
          <pc:docMk/>
          <pc:sldMk cId="3717018916" sldId="404"/>
        </pc:sldMkLst>
      </pc:sldChg>
      <pc:sldChg chg="delSp modSp add replId">
        <pc:chgData name="SEBASTIAN MONTOYA VILLADA" userId="S::sebastianmontoya8118@correo.itm.edu.co::dffcc6c4-4ec2-40a3-ba2d-1adaa01cc26d" providerId="AD" clId="Web-{A548E2A0-A980-DC18-6B47-AB0760A24180}" dt="2025-02-15T01:28:02.310" v="164" actId="20577"/>
        <pc:sldMkLst>
          <pc:docMk/>
          <pc:sldMk cId="3030745904" sldId="405"/>
        </pc:sldMkLst>
      </pc:sldChg>
      <pc:sldChg chg="addSp modSp add replId">
        <pc:chgData name="SEBASTIAN MONTOYA VILLADA" userId="S::sebastianmontoya8118@correo.itm.edu.co::dffcc6c4-4ec2-40a3-ba2d-1adaa01cc26d" providerId="AD" clId="Web-{A548E2A0-A980-DC18-6B47-AB0760A24180}" dt="2025-02-15T01:33:45.881" v="228" actId="14100"/>
        <pc:sldMkLst>
          <pc:docMk/>
          <pc:sldMk cId="3373459878" sldId="406"/>
        </pc:sldMkLst>
      </pc:sldChg>
      <pc:sldChg chg="delSp modSp add replId">
        <pc:chgData name="SEBASTIAN MONTOYA VILLADA" userId="S::sebastianmontoya8118@correo.itm.edu.co::dffcc6c4-4ec2-40a3-ba2d-1adaa01cc26d" providerId="AD" clId="Web-{A548E2A0-A980-DC18-6B47-AB0760A24180}" dt="2025-02-15T01:34:36.789" v="249" actId="20577"/>
        <pc:sldMkLst>
          <pc:docMk/>
          <pc:sldMk cId="264314326" sldId="407"/>
        </pc:sldMkLst>
        <pc:spChg chg="mod">
          <ac:chgData name="SEBASTIAN MONTOYA VILLADA" userId="S::sebastianmontoya8118@correo.itm.edu.co::dffcc6c4-4ec2-40a3-ba2d-1adaa01cc26d" providerId="AD" clId="Web-{A548E2A0-A980-DC18-6B47-AB0760A24180}" dt="2025-02-15T01:34:36.789" v="249" actId="20577"/>
          <ac:spMkLst>
            <pc:docMk/>
            <pc:sldMk cId="264314326" sldId="407"/>
            <ac:spMk id="16" creationId="{0A2FBF85-91D0-C76B-8CE2-B6CE06479895}"/>
          </ac:spMkLst>
        </pc:spChg>
      </pc:sldChg>
      <pc:sldChg chg="modSp add replId">
        <pc:chgData name="SEBASTIAN MONTOYA VILLADA" userId="S::sebastianmontoya8118@correo.itm.edu.co::dffcc6c4-4ec2-40a3-ba2d-1adaa01cc26d" providerId="AD" clId="Web-{A548E2A0-A980-DC18-6B47-AB0760A24180}" dt="2025-02-15T01:36:12.104" v="256" actId="20577"/>
        <pc:sldMkLst>
          <pc:docMk/>
          <pc:sldMk cId="4022216482" sldId="408"/>
        </pc:sldMkLst>
      </pc:sldChg>
      <pc:sldChg chg="addSp delSp modSp add replId delAnim">
        <pc:chgData name="SEBASTIAN MONTOYA VILLADA" userId="S::sebastianmontoya8118@correo.itm.edu.co::dffcc6c4-4ec2-40a3-ba2d-1adaa01cc26d" providerId="AD" clId="Web-{A548E2A0-A980-DC18-6B47-AB0760A24180}" dt="2025-02-15T01:36:51.308" v="262" actId="1076"/>
        <pc:sldMkLst>
          <pc:docMk/>
          <pc:sldMk cId="1918284679" sldId="409"/>
        </pc:sldMkLst>
      </pc:sldChg>
      <pc:sldChg chg="addSp modSp add del replId">
        <pc:chgData name="SEBASTIAN MONTOYA VILLADA" userId="S::sebastianmontoya8118@correo.itm.edu.co::dffcc6c4-4ec2-40a3-ba2d-1adaa01cc26d" providerId="AD" clId="Web-{A548E2A0-A980-DC18-6B47-AB0760A24180}" dt="2025-02-15T01:38:23.435" v="279"/>
        <pc:sldMkLst>
          <pc:docMk/>
          <pc:sldMk cId="1015379762" sldId="410"/>
        </pc:sldMkLst>
      </pc:sldChg>
      <pc:sldChg chg="addSp delSp modSp add replId">
        <pc:chgData name="SEBASTIAN MONTOYA VILLADA" userId="S::sebastianmontoya8118@correo.itm.edu.co::dffcc6c4-4ec2-40a3-ba2d-1adaa01cc26d" providerId="AD" clId="Web-{A548E2A0-A980-DC18-6B47-AB0760A24180}" dt="2025-02-15T01:38:01.872" v="278" actId="1076"/>
        <pc:sldMkLst>
          <pc:docMk/>
          <pc:sldMk cId="3700439104" sldId="411"/>
        </pc:sldMkLst>
      </pc:sldChg>
      <pc:sldChg chg="addSp delSp modSp add replId">
        <pc:chgData name="SEBASTIAN MONTOYA VILLADA" userId="S::sebastianmontoya8118@correo.itm.edu.co::dffcc6c4-4ec2-40a3-ba2d-1adaa01cc26d" providerId="AD" clId="Web-{A548E2A0-A980-DC18-6B47-AB0760A24180}" dt="2025-02-15T01:38:33.170" v="284"/>
        <pc:sldMkLst>
          <pc:docMk/>
          <pc:sldMk cId="3936341471" sldId="412"/>
        </pc:sldMkLst>
      </pc:sldChg>
      <pc:sldChg chg="addSp delSp modSp add replId">
        <pc:chgData name="SEBASTIAN MONTOYA VILLADA" userId="S::sebastianmontoya8118@correo.itm.edu.co::dffcc6c4-4ec2-40a3-ba2d-1adaa01cc26d" providerId="AD" clId="Web-{A548E2A0-A980-DC18-6B47-AB0760A24180}" dt="2025-02-15T01:38:47.998" v="287"/>
        <pc:sldMkLst>
          <pc:docMk/>
          <pc:sldMk cId="2826602838" sldId="413"/>
        </pc:sldMkLst>
      </pc:sldChg>
      <pc:sldChg chg="addSp delSp modSp add replId">
        <pc:chgData name="SEBASTIAN MONTOYA VILLADA" userId="S::sebastianmontoya8118@correo.itm.edu.co::dffcc6c4-4ec2-40a3-ba2d-1adaa01cc26d" providerId="AD" clId="Web-{A548E2A0-A980-DC18-6B47-AB0760A24180}" dt="2025-02-15T01:39:02.499" v="290"/>
        <pc:sldMkLst>
          <pc:docMk/>
          <pc:sldMk cId="3875755718" sldId="414"/>
        </pc:sldMkLst>
      </pc:sldChg>
    </pc:docChg>
  </pc:docChgLst>
  <pc:docChgLst>
    <pc:chgData name="SEBASTIAN MONTOYA VILLADA" userId="S::sebastianmontoya8118@correo.itm.edu.co::dffcc6c4-4ec2-40a3-ba2d-1adaa01cc26d" providerId="AD" clId="Web-{25849142-B2F0-975C-DDFF-D4E898218011}"/>
    <pc:docChg chg="modSld">
      <pc:chgData name="SEBASTIAN MONTOYA VILLADA" userId="S::sebastianmontoya8118@correo.itm.edu.co::dffcc6c4-4ec2-40a3-ba2d-1adaa01cc26d" providerId="AD" clId="Web-{25849142-B2F0-975C-DDFF-D4E898218011}" dt="2025-02-26T15:28:54.404" v="13" actId="1076"/>
      <pc:docMkLst>
        <pc:docMk/>
      </pc:docMkLst>
      <pc:sldChg chg="modSp">
        <pc:chgData name="SEBASTIAN MONTOYA VILLADA" userId="S::sebastianmontoya8118@correo.itm.edu.co::dffcc6c4-4ec2-40a3-ba2d-1adaa01cc26d" providerId="AD" clId="Web-{25849142-B2F0-975C-DDFF-D4E898218011}" dt="2025-02-26T15:28:33.529" v="10" actId="1076"/>
        <pc:sldMkLst>
          <pc:docMk/>
          <pc:sldMk cId="4045531496" sldId="440"/>
        </pc:sldMkLst>
        <pc:spChg chg="mod">
          <ac:chgData name="SEBASTIAN MONTOYA VILLADA" userId="S::sebastianmontoya8118@correo.itm.edu.co::dffcc6c4-4ec2-40a3-ba2d-1adaa01cc26d" providerId="AD" clId="Web-{25849142-B2F0-975C-DDFF-D4E898218011}" dt="2025-02-26T15:28:33.404" v="9" actId="20577"/>
          <ac:spMkLst>
            <pc:docMk/>
            <pc:sldMk cId="4045531496" sldId="440"/>
            <ac:spMk id="17" creationId="{B9ECE4F0-AD6D-8D92-C3AE-20519BE49560}"/>
          </ac:spMkLst>
        </pc:spChg>
        <pc:picChg chg="mod">
          <ac:chgData name="SEBASTIAN MONTOYA VILLADA" userId="S::sebastianmontoya8118@correo.itm.edu.co::dffcc6c4-4ec2-40a3-ba2d-1adaa01cc26d" providerId="AD" clId="Web-{25849142-B2F0-975C-DDFF-D4E898218011}" dt="2025-02-26T15:28:33.529" v="10" actId="1076"/>
          <ac:picMkLst>
            <pc:docMk/>
            <pc:sldMk cId="4045531496" sldId="440"/>
            <ac:picMk id="2" creationId="{9B8113CF-D50C-5218-7D45-9D5949B3D87E}"/>
          </ac:picMkLst>
        </pc:picChg>
      </pc:sldChg>
      <pc:sldChg chg="modSp">
        <pc:chgData name="SEBASTIAN MONTOYA VILLADA" userId="S::sebastianmontoya8118@correo.itm.edu.co::dffcc6c4-4ec2-40a3-ba2d-1adaa01cc26d" providerId="AD" clId="Web-{25849142-B2F0-975C-DDFF-D4E898218011}" dt="2025-02-26T15:28:54.404" v="13" actId="1076"/>
        <pc:sldMkLst>
          <pc:docMk/>
          <pc:sldMk cId="3488386825" sldId="441"/>
        </pc:sldMkLst>
        <pc:picChg chg="mod">
          <ac:chgData name="SEBASTIAN MONTOYA VILLADA" userId="S::sebastianmontoya8118@correo.itm.edu.co::dffcc6c4-4ec2-40a3-ba2d-1adaa01cc26d" providerId="AD" clId="Web-{25849142-B2F0-975C-DDFF-D4E898218011}" dt="2025-02-26T15:28:54.404" v="13" actId="1076"/>
          <ac:picMkLst>
            <pc:docMk/>
            <pc:sldMk cId="3488386825" sldId="441"/>
            <ac:picMk id="13" creationId="{E31DBD5F-473F-72E8-EA69-BC169E27CF78}"/>
          </ac:picMkLst>
        </pc:picChg>
      </pc:sldChg>
      <pc:sldChg chg="modSp">
        <pc:chgData name="SEBASTIAN MONTOYA VILLADA" userId="S::sebastianmontoya8118@correo.itm.edu.co::dffcc6c4-4ec2-40a3-ba2d-1adaa01cc26d" providerId="AD" clId="Web-{25849142-B2F0-975C-DDFF-D4E898218011}" dt="2025-02-26T15:28:46.701" v="12" actId="20577"/>
        <pc:sldMkLst>
          <pc:docMk/>
          <pc:sldMk cId="4156220730" sldId="449"/>
        </pc:sldMkLst>
        <pc:spChg chg="mod">
          <ac:chgData name="SEBASTIAN MONTOYA VILLADA" userId="S::sebastianmontoya8118@correo.itm.edu.co::dffcc6c4-4ec2-40a3-ba2d-1adaa01cc26d" providerId="AD" clId="Web-{25849142-B2F0-975C-DDFF-D4E898218011}" dt="2025-02-26T15:28:46.701" v="12" actId="20577"/>
          <ac:spMkLst>
            <pc:docMk/>
            <pc:sldMk cId="4156220730" sldId="449"/>
            <ac:spMk id="17" creationId="{8F6AC07D-7E08-5A00-5628-3583E04ECD4A}"/>
          </ac:spMkLst>
        </pc:spChg>
      </pc:sldChg>
    </pc:docChg>
  </pc:docChgLst>
  <pc:docChgLst>
    <pc:chgData name="SEBASTIAN MONTOYA VILLADA" userId="S::sebastianmontoya8118@correo.itm.edu.co::dffcc6c4-4ec2-40a3-ba2d-1adaa01cc26d" providerId="AD" clId="Web-{0791A9F6-F39A-42C0-75E0-6B6FB8EA49A0}"/>
    <pc:docChg chg="addSld">
      <pc:chgData name="SEBASTIAN MONTOYA VILLADA" userId="S::sebastianmontoya8118@correo.itm.edu.co::dffcc6c4-4ec2-40a3-ba2d-1adaa01cc26d" providerId="AD" clId="Web-{0791A9F6-F39A-42C0-75E0-6B6FB8EA49A0}" dt="2025-02-16T18:56:10.116" v="2"/>
      <pc:docMkLst>
        <pc:docMk/>
      </pc:docMkLst>
      <pc:sldChg chg="add">
        <pc:chgData name="SEBASTIAN MONTOYA VILLADA" userId="S::sebastianmontoya8118@correo.itm.edu.co::dffcc6c4-4ec2-40a3-ba2d-1adaa01cc26d" providerId="AD" clId="Web-{0791A9F6-F39A-42C0-75E0-6B6FB8EA49A0}" dt="2025-02-16T18:56:10.100" v="1"/>
        <pc:sldMkLst>
          <pc:docMk/>
          <pc:sldMk cId="1682749734" sldId="390"/>
        </pc:sldMkLst>
      </pc:sldChg>
      <pc:sldChg chg="add">
        <pc:chgData name="SEBASTIAN MONTOYA VILLADA" userId="S::sebastianmontoya8118@correo.itm.edu.co::dffcc6c4-4ec2-40a3-ba2d-1adaa01cc26d" providerId="AD" clId="Web-{0791A9F6-F39A-42C0-75E0-6B6FB8EA49A0}" dt="2025-02-16T18:56:10.084" v="0"/>
        <pc:sldMkLst>
          <pc:docMk/>
          <pc:sldMk cId="883493532" sldId="415"/>
        </pc:sldMkLst>
      </pc:sldChg>
      <pc:sldChg chg="add">
        <pc:chgData name="SEBASTIAN MONTOYA VILLADA" userId="S::sebastianmontoya8118@correo.itm.edu.co::dffcc6c4-4ec2-40a3-ba2d-1adaa01cc26d" providerId="AD" clId="Web-{0791A9F6-F39A-42C0-75E0-6B6FB8EA49A0}" dt="2025-02-16T18:56:10.116" v="2"/>
        <pc:sldMkLst>
          <pc:docMk/>
          <pc:sldMk cId="2097254035" sldId="416"/>
        </pc:sldMkLst>
      </pc:sldChg>
    </pc:docChg>
  </pc:docChgLst>
  <pc:docChgLst>
    <pc:chgData name="SEBASTIAN MONTOYA VILLADA" userId="dffcc6c4-4ec2-40a3-ba2d-1adaa01cc26d" providerId="ADAL" clId="{AD96C422-EC41-4B22-AE28-1E939A6672BC}"/>
    <pc:docChg chg="undo custSel addSld delSld modSld sldOrd">
      <pc:chgData name="SEBASTIAN MONTOYA VILLADA" userId="dffcc6c4-4ec2-40a3-ba2d-1adaa01cc26d" providerId="ADAL" clId="{AD96C422-EC41-4B22-AE28-1E939A6672BC}" dt="2025-02-27T14:31:30.436" v="603" actId="20577"/>
      <pc:docMkLst>
        <pc:docMk/>
      </pc:docMkLst>
      <pc:sldChg chg="modSp modAnim">
        <pc:chgData name="SEBASTIAN MONTOYA VILLADA" userId="dffcc6c4-4ec2-40a3-ba2d-1adaa01cc26d" providerId="ADAL" clId="{AD96C422-EC41-4B22-AE28-1E939A6672BC}" dt="2025-02-26T19:13:42.350" v="254" actId="113"/>
        <pc:sldMkLst>
          <pc:docMk/>
          <pc:sldMk cId="771191104" sldId="376"/>
        </pc:sldMkLst>
        <pc:spChg chg="mod">
          <ac:chgData name="SEBASTIAN MONTOYA VILLADA" userId="dffcc6c4-4ec2-40a3-ba2d-1adaa01cc26d" providerId="ADAL" clId="{AD96C422-EC41-4B22-AE28-1E939A6672BC}" dt="2025-02-26T19:13:42.350" v="254" actId="113"/>
          <ac:spMkLst>
            <pc:docMk/>
            <pc:sldMk cId="771191104" sldId="376"/>
            <ac:spMk id="2" creationId="{0580E81F-1128-E24E-0AE0-A8B86D9D9525}"/>
          </ac:spMkLst>
        </pc:spChg>
      </pc:sldChg>
      <pc:sldChg chg="modAnim">
        <pc:chgData name="SEBASTIAN MONTOYA VILLADA" userId="dffcc6c4-4ec2-40a3-ba2d-1adaa01cc26d" providerId="ADAL" clId="{AD96C422-EC41-4B22-AE28-1E939A6672BC}" dt="2025-02-26T19:13:12.992" v="250"/>
        <pc:sldMkLst>
          <pc:docMk/>
          <pc:sldMk cId="2518797674" sldId="377"/>
        </pc:sldMkLst>
      </pc:sldChg>
      <pc:sldChg chg="modSp modAnim">
        <pc:chgData name="SEBASTIAN MONTOYA VILLADA" userId="dffcc6c4-4ec2-40a3-ba2d-1adaa01cc26d" providerId="ADAL" clId="{AD96C422-EC41-4B22-AE28-1E939A6672BC}" dt="2025-02-27T14:25:48.393" v="601" actId="20577"/>
        <pc:sldMkLst>
          <pc:docMk/>
          <pc:sldMk cId="3948052957" sldId="391"/>
        </pc:sldMkLst>
        <pc:spChg chg="mod">
          <ac:chgData name="SEBASTIAN MONTOYA VILLADA" userId="dffcc6c4-4ec2-40a3-ba2d-1adaa01cc26d" providerId="ADAL" clId="{AD96C422-EC41-4B22-AE28-1E939A6672BC}" dt="2025-02-27T14:25:48.393" v="601" actId="20577"/>
          <ac:spMkLst>
            <pc:docMk/>
            <pc:sldMk cId="3948052957" sldId="391"/>
            <ac:spMk id="14" creationId="{EEC23015-6382-FDDD-F360-F1D331E6F74E}"/>
          </ac:spMkLst>
        </pc:spChg>
      </pc:sldChg>
      <pc:sldChg chg="ord modAnim">
        <pc:chgData name="SEBASTIAN MONTOYA VILLADA" userId="dffcc6c4-4ec2-40a3-ba2d-1adaa01cc26d" providerId="ADAL" clId="{AD96C422-EC41-4B22-AE28-1E939A6672BC}" dt="2025-02-26T21:10:14.458" v="456"/>
        <pc:sldMkLst>
          <pc:docMk/>
          <pc:sldMk cId="264314326" sldId="407"/>
        </pc:sldMkLst>
      </pc:sldChg>
      <pc:sldChg chg="addSp modSp mod modAnim">
        <pc:chgData name="SEBASTIAN MONTOYA VILLADA" userId="dffcc6c4-4ec2-40a3-ba2d-1adaa01cc26d" providerId="ADAL" clId="{AD96C422-EC41-4B22-AE28-1E939A6672BC}" dt="2025-02-26T19:38:25.572" v="397" actId="113"/>
        <pc:sldMkLst>
          <pc:docMk/>
          <pc:sldMk cId="4162135195" sldId="418"/>
        </pc:sldMkLst>
        <pc:spChg chg="add mod">
          <ac:chgData name="SEBASTIAN MONTOYA VILLADA" userId="dffcc6c4-4ec2-40a3-ba2d-1adaa01cc26d" providerId="ADAL" clId="{AD96C422-EC41-4B22-AE28-1E939A6672BC}" dt="2025-02-26T19:20:27.011" v="272" actId="1076"/>
          <ac:spMkLst>
            <pc:docMk/>
            <pc:sldMk cId="4162135195" sldId="418"/>
            <ac:spMk id="14" creationId="{310E2275-D9A2-6BB7-4C04-B6620143658A}"/>
          </ac:spMkLst>
        </pc:spChg>
        <pc:spChg chg="mod">
          <ac:chgData name="SEBASTIAN MONTOYA VILLADA" userId="dffcc6c4-4ec2-40a3-ba2d-1adaa01cc26d" providerId="ADAL" clId="{AD96C422-EC41-4B22-AE28-1E939A6672BC}" dt="2025-02-26T19:38:25.572" v="397" actId="113"/>
          <ac:spMkLst>
            <pc:docMk/>
            <pc:sldMk cId="4162135195" sldId="418"/>
            <ac:spMk id="17" creationId="{FC85E4E6-6B2D-3153-0602-44B2574129F1}"/>
          </ac:spMkLst>
        </pc:spChg>
        <pc:picChg chg="mod">
          <ac:chgData name="SEBASTIAN MONTOYA VILLADA" userId="dffcc6c4-4ec2-40a3-ba2d-1adaa01cc26d" providerId="ADAL" clId="{AD96C422-EC41-4B22-AE28-1E939A6672BC}" dt="2025-02-26T19:20:17.623" v="269" actId="1076"/>
          <ac:picMkLst>
            <pc:docMk/>
            <pc:sldMk cId="4162135195" sldId="418"/>
            <ac:picMk id="2" creationId="{2E78E170-368E-C5D2-7289-BC1385F6DAB7}"/>
          </ac:picMkLst>
        </pc:picChg>
      </pc:sldChg>
      <pc:sldChg chg="modSp modAnim">
        <pc:chgData name="SEBASTIAN MONTOYA VILLADA" userId="dffcc6c4-4ec2-40a3-ba2d-1adaa01cc26d" providerId="ADAL" clId="{AD96C422-EC41-4B22-AE28-1E939A6672BC}" dt="2025-02-26T19:17:38" v="267" actId="20577"/>
        <pc:sldMkLst>
          <pc:docMk/>
          <pc:sldMk cId="572116004" sldId="438"/>
        </pc:sldMkLst>
        <pc:spChg chg="mod">
          <ac:chgData name="SEBASTIAN MONTOYA VILLADA" userId="dffcc6c4-4ec2-40a3-ba2d-1adaa01cc26d" providerId="ADAL" clId="{AD96C422-EC41-4B22-AE28-1E939A6672BC}" dt="2025-02-26T19:17:38" v="267" actId="20577"/>
          <ac:spMkLst>
            <pc:docMk/>
            <pc:sldMk cId="572116004" sldId="438"/>
            <ac:spMk id="2" creationId="{9507CD90-D13D-083D-43E3-81A66B861680}"/>
          </ac:spMkLst>
        </pc:spChg>
      </pc:sldChg>
      <pc:sldChg chg="modSp mod modAnim">
        <pc:chgData name="SEBASTIAN MONTOYA VILLADA" userId="dffcc6c4-4ec2-40a3-ba2d-1adaa01cc26d" providerId="ADAL" clId="{AD96C422-EC41-4B22-AE28-1E939A6672BC}" dt="2025-02-26T19:23:07.435" v="296"/>
        <pc:sldMkLst>
          <pc:docMk/>
          <pc:sldMk cId="669662910" sldId="439"/>
        </pc:sldMkLst>
        <pc:spChg chg="mod">
          <ac:chgData name="SEBASTIAN MONTOYA VILLADA" userId="dffcc6c4-4ec2-40a3-ba2d-1adaa01cc26d" providerId="ADAL" clId="{AD96C422-EC41-4B22-AE28-1E939A6672BC}" dt="2025-02-26T19:22:57.496" v="294" actId="1076"/>
          <ac:spMkLst>
            <pc:docMk/>
            <pc:sldMk cId="669662910" sldId="439"/>
            <ac:spMk id="15" creationId="{9F6A2C9A-AFDE-7B64-1367-4E0885FE8946}"/>
          </ac:spMkLst>
        </pc:spChg>
        <pc:spChg chg="mod">
          <ac:chgData name="SEBASTIAN MONTOYA VILLADA" userId="dffcc6c4-4ec2-40a3-ba2d-1adaa01cc26d" providerId="ADAL" clId="{AD96C422-EC41-4B22-AE28-1E939A6672BC}" dt="2025-02-26T19:22:29.082" v="287" actId="20577"/>
          <ac:spMkLst>
            <pc:docMk/>
            <pc:sldMk cId="669662910" sldId="439"/>
            <ac:spMk id="17" creationId="{AA4C6227-57C7-521E-F563-0DF6C1C0045C}"/>
          </ac:spMkLst>
        </pc:spChg>
        <pc:picChg chg="mod">
          <ac:chgData name="SEBASTIAN MONTOYA VILLADA" userId="dffcc6c4-4ec2-40a3-ba2d-1adaa01cc26d" providerId="ADAL" clId="{AD96C422-EC41-4B22-AE28-1E939A6672BC}" dt="2025-02-26T19:22:50.164" v="293" actId="1076"/>
          <ac:picMkLst>
            <pc:docMk/>
            <pc:sldMk cId="669662910" sldId="439"/>
            <ac:picMk id="14" creationId="{E7F9E6D3-FE09-2E87-28F9-5245F2F23289}"/>
          </ac:picMkLst>
        </pc:picChg>
      </pc:sldChg>
      <pc:sldChg chg="modSp mod modAnim">
        <pc:chgData name="SEBASTIAN MONTOYA VILLADA" userId="dffcc6c4-4ec2-40a3-ba2d-1adaa01cc26d" providerId="ADAL" clId="{AD96C422-EC41-4B22-AE28-1E939A6672BC}" dt="2025-02-26T20:05:05.166" v="423" actId="20577"/>
        <pc:sldMkLst>
          <pc:docMk/>
          <pc:sldMk cId="4045531496" sldId="440"/>
        </pc:sldMkLst>
        <pc:spChg chg="mod">
          <ac:chgData name="SEBASTIAN MONTOYA VILLADA" userId="dffcc6c4-4ec2-40a3-ba2d-1adaa01cc26d" providerId="ADAL" clId="{AD96C422-EC41-4B22-AE28-1E939A6672BC}" dt="2025-02-26T20:05:05.166" v="423" actId="20577"/>
          <ac:spMkLst>
            <pc:docMk/>
            <pc:sldMk cId="4045531496" sldId="440"/>
            <ac:spMk id="17" creationId="{B9ECE4F0-AD6D-8D92-C3AE-20519BE49560}"/>
          </ac:spMkLst>
        </pc:spChg>
      </pc:sldChg>
      <pc:sldChg chg="modSp mod ord modAnim">
        <pc:chgData name="SEBASTIAN MONTOYA VILLADA" userId="dffcc6c4-4ec2-40a3-ba2d-1adaa01cc26d" providerId="ADAL" clId="{AD96C422-EC41-4B22-AE28-1E939A6672BC}" dt="2025-02-26T19:30:47.459" v="345"/>
        <pc:sldMkLst>
          <pc:docMk/>
          <pc:sldMk cId="3488386825" sldId="441"/>
        </pc:sldMkLst>
        <pc:spChg chg="mod">
          <ac:chgData name="SEBASTIAN MONTOYA VILLADA" userId="dffcc6c4-4ec2-40a3-ba2d-1adaa01cc26d" providerId="ADAL" clId="{AD96C422-EC41-4B22-AE28-1E939A6672BC}" dt="2025-02-26T19:30:40.932" v="344" actId="1076"/>
          <ac:spMkLst>
            <pc:docMk/>
            <pc:sldMk cId="3488386825" sldId="441"/>
            <ac:spMk id="15" creationId="{67AF33A3-7788-4DB9-3002-2FB7788D287C}"/>
          </ac:spMkLst>
        </pc:spChg>
        <pc:spChg chg="mod">
          <ac:chgData name="SEBASTIAN MONTOYA VILLADA" userId="dffcc6c4-4ec2-40a3-ba2d-1adaa01cc26d" providerId="ADAL" clId="{AD96C422-EC41-4B22-AE28-1E939A6672BC}" dt="2025-02-25T20:18:47.169" v="84" actId="20577"/>
          <ac:spMkLst>
            <pc:docMk/>
            <pc:sldMk cId="3488386825" sldId="441"/>
            <ac:spMk id="17" creationId="{7459510F-0A7C-3020-1ADA-4A032A9E1ACD}"/>
          </ac:spMkLst>
        </pc:spChg>
      </pc:sldChg>
      <pc:sldChg chg="del">
        <pc:chgData name="SEBASTIAN MONTOYA VILLADA" userId="dffcc6c4-4ec2-40a3-ba2d-1adaa01cc26d" providerId="ADAL" clId="{AD96C422-EC41-4B22-AE28-1E939A6672BC}" dt="2025-02-25T20:48:00.902" v="216" actId="47"/>
        <pc:sldMkLst>
          <pc:docMk/>
          <pc:sldMk cId="3963111032" sldId="442"/>
        </pc:sldMkLst>
      </pc:sldChg>
      <pc:sldChg chg="modSp mod modAnim">
        <pc:chgData name="SEBASTIAN MONTOYA VILLADA" userId="dffcc6c4-4ec2-40a3-ba2d-1adaa01cc26d" providerId="ADAL" clId="{AD96C422-EC41-4B22-AE28-1E939A6672BC}" dt="2025-02-26T19:34:50.660" v="383"/>
        <pc:sldMkLst>
          <pc:docMk/>
          <pc:sldMk cId="65361483" sldId="443"/>
        </pc:sldMkLst>
        <pc:spChg chg="mod">
          <ac:chgData name="SEBASTIAN MONTOYA VILLADA" userId="dffcc6c4-4ec2-40a3-ba2d-1adaa01cc26d" providerId="ADAL" clId="{AD96C422-EC41-4B22-AE28-1E939A6672BC}" dt="2025-02-25T20:30:20.350" v="104" actId="20577"/>
          <ac:spMkLst>
            <pc:docMk/>
            <pc:sldMk cId="65361483" sldId="443"/>
            <ac:spMk id="17" creationId="{55C07E61-3B09-38FD-B26C-30E547DA9885}"/>
          </ac:spMkLst>
        </pc:spChg>
      </pc:sldChg>
      <pc:sldChg chg="modAnim">
        <pc:chgData name="SEBASTIAN MONTOYA VILLADA" userId="dffcc6c4-4ec2-40a3-ba2d-1adaa01cc26d" providerId="ADAL" clId="{AD96C422-EC41-4B22-AE28-1E939A6672BC}" dt="2025-02-26T19:35:02.299" v="385"/>
        <pc:sldMkLst>
          <pc:docMk/>
          <pc:sldMk cId="610938291" sldId="445"/>
        </pc:sldMkLst>
      </pc:sldChg>
      <pc:sldChg chg="modSp modAnim">
        <pc:chgData name="SEBASTIAN MONTOYA VILLADA" userId="dffcc6c4-4ec2-40a3-ba2d-1adaa01cc26d" providerId="ADAL" clId="{AD96C422-EC41-4B22-AE28-1E939A6672BC}" dt="2025-02-26T19:14:45.475" v="265" actId="113"/>
        <pc:sldMkLst>
          <pc:docMk/>
          <pc:sldMk cId="2935635366" sldId="446"/>
        </pc:sldMkLst>
        <pc:spChg chg="mod">
          <ac:chgData name="SEBASTIAN MONTOYA VILLADA" userId="dffcc6c4-4ec2-40a3-ba2d-1adaa01cc26d" providerId="ADAL" clId="{AD96C422-EC41-4B22-AE28-1E939A6672BC}" dt="2025-02-26T19:14:45.475" v="265" actId="113"/>
          <ac:spMkLst>
            <pc:docMk/>
            <pc:sldMk cId="2935635366" sldId="446"/>
            <ac:spMk id="2" creationId="{87759D0B-37A5-438C-BD04-9A64882F529F}"/>
          </ac:spMkLst>
        </pc:spChg>
      </pc:sldChg>
      <pc:sldChg chg="modAnim">
        <pc:chgData name="SEBASTIAN MONTOYA VILLADA" userId="dffcc6c4-4ec2-40a3-ba2d-1adaa01cc26d" providerId="ADAL" clId="{AD96C422-EC41-4B22-AE28-1E939A6672BC}" dt="2025-02-26T19:21:52.678" v="286"/>
        <pc:sldMkLst>
          <pc:docMk/>
          <pc:sldMk cId="3468940232" sldId="448"/>
        </pc:sldMkLst>
      </pc:sldChg>
      <pc:sldChg chg="modSp modAnim">
        <pc:chgData name="SEBASTIAN MONTOYA VILLADA" userId="dffcc6c4-4ec2-40a3-ba2d-1adaa01cc26d" providerId="ADAL" clId="{AD96C422-EC41-4B22-AE28-1E939A6672BC}" dt="2025-02-27T14:31:30.436" v="603" actId="20577"/>
        <pc:sldMkLst>
          <pc:docMk/>
          <pc:sldMk cId="4156220730" sldId="449"/>
        </pc:sldMkLst>
        <pc:spChg chg="mod">
          <ac:chgData name="SEBASTIAN MONTOYA VILLADA" userId="dffcc6c4-4ec2-40a3-ba2d-1adaa01cc26d" providerId="ADAL" clId="{AD96C422-EC41-4B22-AE28-1E939A6672BC}" dt="2025-02-27T14:31:30.436" v="603" actId="20577"/>
          <ac:spMkLst>
            <pc:docMk/>
            <pc:sldMk cId="4156220730" sldId="449"/>
            <ac:spMk id="17" creationId="{8F6AC07D-7E08-5A00-5628-3583E04ECD4A}"/>
          </ac:spMkLst>
        </pc:spChg>
      </pc:sldChg>
      <pc:sldChg chg="modAnim">
        <pc:chgData name="SEBASTIAN MONTOYA VILLADA" userId="dffcc6c4-4ec2-40a3-ba2d-1adaa01cc26d" providerId="ADAL" clId="{AD96C422-EC41-4B22-AE28-1E939A6672BC}" dt="2025-02-26T19:30:15.598" v="339"/>
        <pc:sldMkLst>
          <pc:docMk/>
          <pc:sldMk cId="3474474829" sldId="450"/>
        </pc:sldMkLst>
      </pc:sldChg>
      <pc:sldChg chg="ord modAnim">
        <pc:chgData name="SEBASTIAN MONTOYA VILLADA" userId="dffcc6c4-4ec2-40a3-ba2d-1adaa01cc26d" providerId="ADAL" clId="{AD96C422-EC41-4B22-AE28-1E939A6672BC}" dt="2025-02-26T21:10:14.458" v="456"/>
        <pc:sldMkLst>
          <pc:docMk/>
          <pc:sldMk cId="2984619112" sldId="451"/>
        </pc:sldMkLst>
      </pc:sldChg>
      <pc:sldChg chg="ord modAnim">
        <pc:chgData name="SEBASTIAN MONTOYA VILLADA" userId="dffcc6c4-4ec2-40a3-ba2d-1adaa01cc26d" providerId="ADAL" clId="{AD96C422-EC41-4B22-AE28-1E939A6672BC}" dt="2025-02-26T21:10:14.458" v="456"/>
        <pc:sldMkLst>
          <pc:docMk/>
          <pc:sldMk cId="4281083980" sldId="452"/>
        </pc:sldMkLst>
      </pc:sldChg>
      <pc:sldChg chg="modAnim">
        <pc:chgData name="SEBASTIAN MONTOYA VILLADA" userId="dffcc6c4-4ec2-40a3-ba2d-1adaa01cc26d" providerId="ADAL" clId="{AD96C422-EC41-4B22-AE28-1E939A6672BC}" dt="2025-02-26T19:38:06.991" v="395"/>
        <pc:sldMkLst>
          <pc:docMk/>
          <pc:sldMk cId="2330530037" sldId="453"/>
        </pc:sldMkLst>
      </pc:sldChg>
      <pc:sldChg chg="modSp mod modAnim">
        <pc:chgData name="SEBASTIAN MONTOYA VILLADA" userId="dffcc6c4-4ec2-40a3-ba2d-1adaa01cc26d" providerId="ADAL" clId="{AD96C422-EC41-4B22-AE28-1E939A6672BC}" dt="2025-02-26T19:21:20.412" v="281"/>
        <pc:sldMkLst>
          <pc:docMk/>
          <pc:sldMk cId="2576927264" sldId="454"/>
        </pc:sldMkLst>
        <pc:spChg chg="mod">
          <ac:chgData name="SEBASTIAN MONTOYA VILLADA" userId="dffcc6c4-4ec2-40a3-ba2d-1adaa01cc26d" providerId="ADAL" clId="{AD96C422-EC41-4B22-AE28-1E939A6672BC}" dt="2025-02-26T19:21:11.809" v="279" actId="1076"/>
          <ac:spMkLst>
            <pc:docMk/>
            <pc:sldMk cId="2576927264" sldId="454"/>
            <ac:spMk id="17" creationId="{68407AB9-2CEF-C466-9230-7A625263EF78}"/>
          </ac:spMkLst>
        </pc:spChg>
      </pc:sldChg>
      <pc:sldChg chg="modSp mod modAnim">
        <pc:chgData name="SEBASTIAN MONTOYA VILLADA" userId="dffcc6c4-4ec2-40a3-ba2d-1adaa01cc26d" providerId="ADAL" clId="{AD96C422-EC41-4B22-AE28-1E939A6672BC}" dt="2025-02-26T19:21:34.292" v="284"/>
        <pc:sldMkLst>
          <pc:docMk/>
          <pc:sldMk cId="2078257066" sldId="455"/>
        </pc:sldMkLst>
        <pc:spChg chg="mod">
          <ac:chgData name="SEBASTIAN MONTOYA VILLADA" userId="dffcc6c4-4ec2-40a3-ba2d-1adaa01cc26d" providerId="ADAL" clId="{AD96C422-EC41-4B22-AE28-1E939A6672BC}" dt="2025-02-26T19:21:26.632" v="282" actId="1076"/>
          <ac:spMkLst>
            <pc:docMk/>
            <pc:sldMk cId="2078257066" sldId="455"/>
            <ac:spMk id="17" creationId="{3608AAB2-B1D8-0355-8E27-DAC473EB1105}"/>
          </ac:spMkLst>
        </pc:spChg>
      </pc:sldChg>
      <pc:sldChg chg="modSp mod modAnim">
        <pc:chgData name="SEBASTIAN MONTOYA VILLADA" userId="dffcc6c4-4ec2-40a3-ba2d-1adaa01cc26d" providerId="ADAL" clId="{AD96C422-EC41-4B22-AE28-1E939A6672BC}" dt="2025-02-26T19:45:19.303" v="398" actId="113"/>
        <pc:sldMkLst>
          <pc:docMk/>
          <pc:sldMk cId="13597976" sldId="456"/>
        </pc:sldMkLst>
        <pc:spChg chg="mod">
          <ac:chgData name="SEBASTIAN MONTOYA VILLADA" userId="dffcc6c4-4ec2-40a3-ba2d-1adaa01cc26d" providerId="ADAL" clId="{AD96C422-EC41-4B22-AE28-1E939A6672BC}" dt="2025-02-26T19:23:34.228" v="304" actId="1076"/>
          <ac:spMkLst>
            <pc:docMk/>
            <pc:sldMk cId="13597976" sldId="456"/>
            <ac:spMk id="15" creationId="{14BBBF26-18E2-32DE-BB8E-63A7C22BBD39}"/>
          </ac:spMkLst>
        </pc:spChg>
        <pc:spChg chg="mod">
          <ac:chgData name="SEBASTIAN MONTOYA VILLADA" userId="dffcc6c4-4ec2-40a3-ba2d-1adaa01cc26d" providerId="ADAL" clId="{AD96C422-EC41-4B22-AE28-1E939A6672BC}" dt="2025-02-26T19:45:19.303" v="398" actId="113"/>
          <ac:spMkLst>
            <pc:docMk/>
            <pc:sldMk cId="13597976" sldId="456"/>
            <ac:spMk id="17" creationId="{1A73CB2D-89FF-C6D0-6B5B-EAD7515FEB7B}"/>
          </ac:spMkLst>
        </pc:spChg>
        <pc:picChg chg="mod">
          <ac:chgData name="SEBASTIAN MONTOYA VILLADA" userId="dffcc6c4-4ec2-40a3-ba2d-1adaa01cc26d" providerId="ADAL" clId="{AD96C422-EC41-4B22-AE28-1E939A6672BC}" dt="2025-02-26T19:24:32.684" v="307" actId="1076"/>
          <ac:picMkLst>
            <pc:docMk/>
            <pc:sldMk cId="13597976" sldId="456"/>
            <ac:picMk id="2" creationId="{D207BD01-003F-59E5-10F0-9F8C4B492B6A}"/>
          </ac:picMkLst>
        </pc:picChg>
      </pc:sldChg>
      <pc:sldChg chg="addSp delSp modSp mod modAnim">
        <pc:chgData name="SEBASTIAN MONTOYA VILLADA" userId="dffcc6c4-4ec2-40a3-ba2d-1adaa01cc26d" providerId="ADAL" clId="{AD96C422-EC41-4B22-AE28-1E939A6672BC}" dt="2025-02-26T19:25:39.942" v="319"/>
        <pc:sldMkLst>
          <pc:docMk/>
          <pc:sldMk cId="880687849" sldId="457"/>
        </pc:sldMkLst>
        <pc:spChg chg="mod">
          <ac:chgData name="SEBASTIAN MONTOYA VILLADA" userId="dffcc6c4-4ec2-40a3-ba2d-1adaa01cc26d" providerId="ADAL" clId="{AD96C422-EC41-4B22-AE28-1E939A6672BC}" dt="2025-02-26T19:25:33.680" v="318" actId="1076"/>
          <ac:spMkLst>
            <pc:docMk/>
            <pc:sldMk cId="880687849" sldId="457"/>
            <ac:spMk id="15" creationId="{D66CDF64-D922-D4DC-CD5C-CF371FDD28E3}"/>
          </ac:spMkLst>
        </pc:spChg>
        <pc:spChg chg="mod">
          <ac:chgData name="SEBASTIAN MONTOYA VILLADA" userId="dffcc6c4-4ec2-40a3-ba2d-1adaa01cc26d" providerId="ADAL" clId="{AD96C422-EC41-4B22-AE28-1E939A6672BC}" dt="2025-02-26T19:24:47.410" v="309" actId="1076"/>
          <ac:spMkLst>
            <pc:docMk/>
            <pc:sldMk cId="880687849" sldId="457"/>
            <ac:spMk id="17" creationId="{478628D1-F106-447E-8B36-F5525961C310}"/>
          </ac:spMkLst>
        </pc:spChg>
        <pc:spChg chg="add del">
          <ac:chgData name="SEBASTIAN MONTOYA VILLADA" userId="dffcc6c4-4ec2-40a3-ba2d-1adaa01cc26d" providerId="ADAL" clId="{AD96C422-EC41-4B22-AE28-1E939A6672BC}" dt="2025-02-25T20:16:00.887" v="64"/>
          <ac:spMkLst>
            <pc:docMk/>
            <pc:sldMk cId="880687849" sldId="457"/>
            <ac:spMk id="19" creationId="{AF51FE4C-244B-CC4F-014B-B20BA06E6C62}"/>
          </ac:spMkLst>
        </pc:spChg>
        <pc:picChg chg="del">
          <ac:chgData name="SEBASTIAN MONTOYA VILLADA" userId="dffcc6c4-4ec2-40a3-ba2d-1adaa01cc26d" providerId="ADAL" clId="{AD96C422-EC41-4B22-AE28-1E939A6672BC}" dt="2025-02-25T20:15:32.015" v="58" actId="478"/>
          <ac:picMkLst>
            <pc:docMk/>
            <pc:sldMk cId="880687849" sldId="457"/>
            <ac:picMk id="13" creationId="{5991009C-4537-2208-A39A-522B1BDC0195}"/>
          </ac:picMkLst>
        </pc:picChg>
        <pc:picChg chg="add mod">
          <ac:chgData name="SEBASTIAN MONTOYA VILLADA" userId="dffcc6c4-4ec2-40a3-ba2d-1adaa01cc26d" providerId="ADAL" clId="{AD96C422-EC41-4B22-AE28-1E939A6672BC}" dt="2025-02-26T19:24:52.990" v="312" actId="1076"/>
          <ac:picMkLst>
            <pc:docMk/>
            <pc:sldMk cId="880687849" sldId="457"/>
            <ac:picMk id="14" creationId="{FD509CA0-411B-F375-D933-BE8E09F52A48}"/>
          </ac:picMkLst>
        </pc:picChg>
        <pc:picChg chg="add del mod">
          <ac:chgData name="SEBASTIAN MONTOYA VILLADA" userId="dffcc6c4-4ec2-40a3-ba2d-1adaa01cc26d" providerId="ADAL" clId="{AD96C422-EC41-4B22-AE28-1E939A6672BC}" dt="2025-02-26T19:24:55.418" v="314" actId="478"/>
          <ac:picMkLst>
            <pc:docMk/>
            <pc:sldMk cId="880687849" sldId="457"/>
            <ac:picMk id="18" creationId="{915C849A-CA52-9791-16AF-C80E35E63D40}"/>
          </ac:picMkLst>
        </pc:picChg>
      </pc:sldChg>
      <pc:sldChg chg="modSp add mod modAnim">
        <pc:chgData name="SEBASTIAN MONTOYA VILLADA" userId="dffcc6c4-4ec2-40a3-ba2d-1adaa01cc26d" providerId="ADAL" clId="{AD96C422-EC41-4B22-AE28-1E939A6672BC}" dt="2025-02-26T19:29:30.679" v="330"/>
        <pc:sldMkLst>
          <pc:docMk/>
          <pc:sldMk cId="924934280" sldId="458"/>
        </pc:sldMkLst>
        <pc:spChg chg="mod">
          <ac:chgData name="SEBASTIAN MONTOYA VILLADA" userId="dffcc6c4-4ec2-40a3-ba2d-1adaa01cc26d" providerId="ADAL" clId="{AD96C422-EC41-4B22-AE28-1E939A6672BC}" dt="2025-02-26T19:26:01.061" v="325" actId="113"/>
          <ac:spMkLst>
            <pc:docMk/>
            <pc:sldMk cId="924934280" sldId="458"/>
            <ac:spMk id="17" creationId="{478628D1-F106-447E-8B36-F5525961C310}"/>
          </ac:spMkLst>
        </pc:spChg>
      </pc:sldChg>
      <pc:sldChg chg="addSp delSp modSp add mod modAnim">
        <pc:chgData name="SEBASTIAN MONTOYA VILLADA" userId="dffcc6c4-4ec2-40a3-ba2d-1adaa01cc26d" providerId="ADAL" clId="{AD96C422-EC41-4B22-AE28-1E939A6672BC}" dt="2025-02-26T20:16:33.732" v="430"/>
        <pc:sldMkLst>
          <pc:docMk/>
          <pc:sldMk cId="3509642633" sldId="459"/>
        </pc:sldMkLst>
        <pc:spChg chg="mod">
          <ac:chgData name="SEBASTIAN MONTOYA VILLADA" userId="dffcc6c4-4ec2-40a3-ba2d-1adaa01cc26d" providerId="ADAL" clId="{AD96C422-EC41-4B22-AE28-1E939A6672BC}" dt="2025-02-26T20:16:33.732" v="430"/>
          <ac:spMkLst>
            <pc:docMk/>
            <pc:sldMk cId="3509642633" sldId="459"/>
            <ac:spMk id="15" creationId="{67AF33A3-7788-4DB9-3002-2FB7788D287C}"/>
          </ac:spMkLst>
        </pc:spChg>
        <pc:spChg chg="mod">
          <ac:chgData name="SEBASTIAN MONTOYA VILLADA" userId="dffcc6c4-4ec2-40a3-ba2d-1adaa01cc26d" providerId="ADAL" clId="{AD96C422-EC41-4B22-AE28-1E939A6672BC}" dt="2025-02-26T20:12:22.662" v="425" actId="20577"/>
          <ac:spMkLst>
            <pc:docMk/>
            <pc:sldMk cId="3509642633" sldId="459"/>
            <ac:spMk id="17" creationId="{7459510F-0A7C-3020-1ADA-4A032A9E1ACD}"/>
          </ac:spMkLst>
        </pc:spChg>
        <pc:picChg chg="del">
          <ac:chgData name="SEBASTIAN MONTOYA VILLADA" userId="dffcc6c4-4ec2-40a3-ba2d-1adaa01cc26d" providerId="ADAL" clId="{AD96C422-EC41-4B22-AE28-1E939A6672BC}" dt="2025-02-25T20:20:22.293" v="95" actId="478"/>
          <ac:picMkLst>
            <pc:docMk/>
            <pc:sldMk cId="3509642633" sldId="459"/>
            <ac:picMk id="13" creationId="{E31DBD5F-473F-72E8-EA69-BC169E27CF78}"/>
          </ac:picMkLst>
        </pc:picChg>
        <pc:picChg chg="add mod modCrop">
          <ac:chgData name="SEBASTIAN MONTOYA VILLADA" userId="dffcc6c4-4ec2-40a3-ba2d-1adaa01cc26d" providerId="ADAL" clId="{AD96C422-EC41-4B22-AE28-1E939A6672BC}" dt="2025-02-26T19:31:31.221" v="355" actId="732"/>
          <ac:picMkLst>
            <pc:docMk/>
            <pc:sldMk cId="3509642633" sldId="459"/>
            <ac:picMk id="14" creationId="{D5ABC600-6678-7DA0-707E-DF9A985799B4}"/>
          </ac:picMkLst>
        </pc:picChg>
      </pc:sldChg>
      <pc:sldChg chg="add del">
        <pc:chgData name="SEBASTIAN MONTOYA VILLADA" userId="dffcc6c4-4ec2-40a3-ba2d-1adaa01cc26d" providerId="ADAL" clId="{AD96C422-EC41-4B22-AE28-1E939A6672BC}" dt="2025-02-25T20:32:14.788" v="105" actId="47"/>
        <pc:sldMkLst>
          <pc:docMk/>
          <pc:sldMk cId="1570498415" sldId="460"/>
        </pc:sldMkLst>
      </pc:sldChg>
      <pc:sldChg chg="addSp delSp modSp add mod modAnim">
        <pc:chgData name="SEBASTIAN MONTOYA VILLADA" userId="dffcc6c4-4ec2-40a3-ba2d-1adaa01cc26d" providerId="ADAL" clId="{AD96C422-EC41-4B22-AE28-1E939A6672BC}" dt="2025-02-26T20:39:42.607" v="444"/>
        <pc:sldMkLst>
          <pc:docMk/>
          <pc:sldMk cId="2975525284" sldId="460"/>
        </pc:sldMkLst>
        <pc:spChg chg="add mod">
          <ac:chgData name="SEBASTIAN MONTOYA VILLADA" userId="dffcc6c4-4ec2-40a3-ba2d-1adaa01cc26d" providerId="ADAL" clId="{AD96C422-EC41-4B22-AE28-1E939A6672BC}" dt="2025-02-26T20:39:42.607" v="444"/>
          <ac:spMkLst>
            <pc:docMk/>
            <pc:sldMk cId="2975525284" sldId="460"/>
            <ac:spMk id="13" creationId="{BB428E93-E619-CD69-FAA5-1422B3BF00CE}"/>
          </ac:spMkLst>
        </pc:spChg>
        <pc:spChg chg="del">
          <ac:chgData name="SEBASTIAN MONTOYA VILLADA" userId="dffcc6c4-4ec2-40a3-ba2d-1adaa01cc26d" providerId="ADAL" clId="{AD96C422-EC41-4B22-AE28-1E939A6672BC}" dt="2025-02-25T20:37:00.460" v="142" actId="478"/>
          <ac:spMkLst>
            <pc:docMk/>
            <pc:sldMk cId="2975525284" sldId="460"/>
            <ac:spMk id="15" creationId="{67AF33A3-7788-4DB9-3002-2FB7788D287C}"/>
          </ac:spMkLst>
        </pc:spChg>
        <pc:spChg chg="mod">
          <ac:chgData name="SEBASTIAN MONTOYA VILLADA" userId="dffcc6c4-4ec2-40a3-ba2d-1adaa01cc26d" providerId="ADAL" clId="{AD96C422-EC41-4B22-AE28-1E939A6672BC}" dt="2025-02-26T19:31:35.669" v="356" actId="1076"/>
          <ac:spMkLst>
            <pc:docMk/>
            <pc:sldMk cId="2975525284" sldId="460"/>
            <ac:spMk id="17" creationId="{7459510F-0A7C-3020-1ADA-4A032A9E1ACD}"/>
          </ac:spMkLst>
        </pc:spChg>
        <pc:spChg chg="add mod">
          <ac:chgData name="SEBASTIAN MONTOYA VILLADA" userId="dffcc6c4-4ec2-40a3-ba2d-1adaa01cc26d" providerId="ADAL" clId="{AD96C422-EC41-4B22-AE28-1E939A6672BC}" dt="2025-02-25T20:38:10.832" v="158" actId="1076"/>
          <ac:spMkLst>
            <pc:docMk/>
            <pc:sldMk cId="2975525284" sldId="460"/>
            <ac:spMk id="18" creationId="{48F4F076-E7F7-9EE6-4AF6-5D60CA1234EF}"/>
          </ac:spMkLst>
        </pc:spChg>
        <pc:spChg chg="add mod">
          <ac:chgData name="SEBASTIAN MONTOYA VILLADA" userId="dffcc6c4-4ec2-40a3-ba2d-1adaa01cc26d" providerId="ADAL" clId="{AD96C422-EC41-4B22-AE28-1E939A6672BC}" dt="2025-02-25T20:38:16.044" v="159" actId="1076"/>
          <ac:spMkLst>
            <pc:docMk/>
            <pc:sldMk cId="2975525284" sldId="460"/>
            <ac:spMk id="20" creationId="{605A52F4-74F6-685C-326C-F884577CF2BB}"/>
          </ac:spMkLst>
        </pc:spChg>
        <pc:spChg chg="add mod">
          <ac:chgData name="SEBASTIAN MONTOYA VILLADA" userId="dffcc6c4-4ec2-40a3-ba2d-1adaa01cc26d" providerId="ADAL" clId="{AD96C422-EC41-4B22-AE28-1E939A6672BC}" dt="2025-02-25T20:38:19.696" v="160" actId="1076"/>
          <ac:spMkLst>
            <pc:docMk/>
            <pc:sldMk cId="2975525284" sldId="460"/>
            <ac:spMk id="22" creationId="{2E7864DE-C2CA-1A02-DA66-E7F670E2277D}"/>
          </ac:spMkLst>
        </pc:spChg>
        <pc:picChg chg="del">
          <ac:chgData name="SEBASTIAN MONTOYA VILLADA" userId="dffcc6c4-4ec2-40a3-ba2d-1adaa01cc26d" providerId="ADAL" clId="{AD96C422-EC41-4B22-AE28-1E939A6672BC}" dt="2025-02-25T20:36:47.122" v="112" actId="478"/>
          <ac:picMkLst>
            <pc:docMk/>
            <pc:sldMk cId="2975525284" sldId="460"/>
            <ac:picMk id="14" creationId="{D5ABC600-6678-7DA0-707E-DF9A985799B4}"/>
          </ac:picMkLst>
        </pc:picChg>
      </pc:sldChg>
      <pc:sldChg chg="addSp delSp modSp add del mod modAnim">
        <pc:chgData name="SEBASTIAN MONTOYA VILLADA" userId="dffcc6c4-4ec2-40a3-ba2d-1adaa01cc26d" providerId="ADAL" clId="{AD96C422-EC41-4B22-AE28-1E939A6672BC}" dt="2025-02-26T20:43:44.854" v="445" actId="47"/>
        <pc:sldMkLst>
          <pc:docMk/>
          <pc:sldMk cId="946124049" sldId="461"/>
        </pc:sldMkLst>
        <pc:spChg chg="del">
          <ac:chgData name="SEBASTIAN MONTOYA VILLADA" userId="dffcc6c4-4ec2-40a3-ba2d-1adaa01cc26d" providerId="ADAL" clId="{AD96C422-EC41-4B22-AE28-1E939A6672BC}" dt="2025-02-25T20:38:47.967" v="164" actId="478"/>
          <ac:spMkLst>
            <pc:docMk/>
            <pc:sldMk cId="946124049" sldId="461"/>
            <ac:spMk id="13" creationId="{BB428E93-E619-CD69-FAA5-1422B3BF00CE}"/>
          </ac:spMkLst>
        </pc:spChg>
        <pc:spChg chg="del">
          <ac:chgData name="SEBASTIAN MONTOYA VILLADA" userId="dffcc6c4-4ec2-40a3-ba2d-1adaa01cc26d" providerId="ADAL" clId="{AD96C422-EC41-4B22-AE28-1E939A6672BC}" dt="2025-02-25T20:38:49.707" v="165" actId="478"/>
          <ac:spMkLst>
            <pc:docMk/>
            <pc:sldMk cId="946124049" sldId="461"/>
            <ac:spMk id="17" creationId="{7459510F-0A7C-3020-1ADA-4A032A9E1ACD}"/>
          </ac:spMkLst>
        </pc:spChg>
        <pc:spChg chg="del">
          <ac:chgData name="SEBASTIAN MONTOYA VILLADA" userId="dffcc6c4-4ec2-40a3-ba2d-1adaa01cc26d" providerId="ADAL" clId="{AD96C422-EC41-4B22-AE28-1E939A6672BC}" dt="2025-02-25T20:38:46.487" v="163" actId="478"/>
          <ac:spMkLst>
            <pc:docMk/>
            <pc:sldMk cId="946124049" sldId="461"/>
            <ac:spMk id="18" creationId="{48F4F076-E7F7-9EE6-4AF6-5D60CA1234EF}"/>
          </ac:spMkLst>
        </pc:spChg>
        <pc:spChg chg="del">
          <ac:chgData name="SEBASTIAN MONTOYA VILLADA" userId="dffcc6c4-4ec2-40a3-ba2d-1adaa01cc26d" providerId="ADAL" clId="{AD96C422-EC41-4B22-AE28-1E939A6672BC}" dt="2025-02-25T20:38:43.967" v="161" actId="478"/>
          <ac:spMkLst>
            <pc:docMk/>
            <pc:sldMk cId="946124049" sldId="461"/>
            <ac:spMk id="20" creationId="{605A52F4-74F6-685C-326C-F884577CF2BB}"/>
          </ac:spMkLst>
        </pc:spChg>
        <pc:spChg chg="del">
          <ac:chgData name="SEBASTIAN MONTOYA VILLADA" userId="dffcc6c4-4ec2-40a3-ba2d-1adaa01cc26d" providerId="ADAL" clId="{AD96C422-EC41-4B22-AE28-1E939A6672BC}" dt="2025-02-25T20:38:45.855" v="162" actId="478"/>
          <ac:spMkLst>
            <pc:docMk/>
            <pc:sldMk cId="946124049" sldId="461"/>
            <ac:spMk id="22" creationId="{2E7864DE-C2CA-1A02-DA66-E7F670E2277D}"/>
          </ac:spMkLst>
        </pc:spChg>
        <pc:picChg chg="add mod">
          <ac:chgData name="SEBASTIAN MONTOYA VILLADA" userId="dffcc6c4-4ec2-40a3-ba2d-1adaa01cc26d" providerId="ADAL" clId="{AD96C422-EC41-4B22-AE28-1E939A6672BC}" dt="2025-02-26T19:33:10.491" v="368" actId="1076"/>
          <ac:picMkLst>
            <pc:docMk/>
            <pc:sldMk cId="946124049" sldId="461"/>
            <ac:picMk id="14" creationId="{778E22ED-DB48-E98B-6BA4-07CA4032077D}"/>
          </ac:picMkLst>
        </pc:picChg>
        <pc:picChg chg="add mod">
          <ac:chgData name="SEBASTIAN MONTOYA VILLADA" userId="dffcc6c4-4ec2-40a3-ba2d-1adaa01cc26d" providerId="ADAL" clId="{AD96C422-EC41-4B22-AE28-1E939A6672BC}" dt="2025-02-26T19:33:14.471" v="370" actId="1076"/>
          <ac:picMkLst>
            <pc:docMk/>
            <pc:sldMk cId="946124049" sldId="461"/>
            <ac:picMk id="16" creationId="{FDABB8B5-2FAF-438B-62B8-FD92AD16BB4D}"/>
          </ac:picMkLst>
        </pc:picChg>
        <pc:picChg chg="add mod">
          <ac:chgData name="SEBASTIAN MONTOYA VILLADA" userId="dffcc6c4-4ec2-40a3-ba2d-1adaa01cc26d" providerId="ADAL" clId="{AD96C422-EC41-4B22-AE28-1E939A6672BC}" dt="2025-02-26T19:33:12.330" v="369" actId="1076"/>
          <ac:picMkLst>
            <pc:docMk/>
            <pc:sldMk cId="946124049" sldId="461"/>
            <ac:picMk id="21" creationId="{4642BFF7-C544-C5EC-4035-79B76077DDD7}"/>
          </ac:picMkLst>
        </pc:picChg>
      </pc:sldChg>
      <pc:sldChg chg="addSp delSp modSp add mod modAnim">
        <pc:chgData name="SEBASTIAN MONTOYA VILLADA" userId="dffcc6c4-4ec2-40a3-ba2d-1adaa01cc26d" providerId="ADAL" clId="{AD96C422-EC41-4B22-AE28-1E939A6672BC}" dt="2025-02-26T20:30:18.484" v="443" actId="20577"/>
        <pc:sldMkLst>
          <pc:docMk/>
          <pc:sldMk cId="1625493290" sldId="462"/>
        </pc:sldMkLst>
        <pc:spChg chg="add mod">
          <ac:chgData name="SEBASTIAN MONTOYA VILLADA" userId="dffcc6c4-4ec2-40a3-ba2d-1adaa01cc26d" providerId="ADAL" clId="{AD96C422-EC41-4B22-AE28-1E939A6672BC}" dt="2025-02-26T20:30:18.484" v="443" actId="20577"/>
          <ac:spMkLst>
            <pc:docMk/>
            <pc:sldMk cId="1625493290" sldId="462"/>
            <ac:spMk id="17" creationId="{1971395D-F32F-38CD-0DDE-92BF39074865}"/>
          </ac:spMkLst>
        </pc:spChg>
        <pc:picChg chg="add del">
          <ac:chgData name="SEBASTIAN MONTOYA VILLADA" userId="dffcc6c4-4ec2-40a3-ba2d-1adaa01cc26d" providerId="ADAL" clId="{AD96C422-EC41-4B22-AE28-1E939A6672BC}" dt="2025-02-25T20:42:13.578" v="188" actId="22"/>
          <ac:picMkLst>
            <pc:docMk/>
            <pc:sldMk cId="1625493290" sldId="462"/>
            <ac:picMk id="13" creationId="{F7A05428-DAF9-D659-F6CC-687BE9A905E5}"/>
          </ac:picMkLst>
        </pc:picChg>
        <pc:picChg chg="del">
          <ac:chgData name="SEBASTIAN MONTOYA VILLADA" userId="dffcc6c4-4ec2-40a3-ba2d-1adaa01cc26d" providerId="ADAL" clId="{AD96C422-EC41-4B22-AE28-1E939A6672BC}" dt="2025-02-25T20:42:08.611" v="184" actId="478"/>
          <ac:picMkLst>
            <pc:docMk/>
            <pc:sldMk cId="1625493290" sldId="462"/>
            <ac:picMk id="14" creationId="{778E22ED-DB48-E98B-6BA4-07CA4032077D}"/>
          </ac:picMkLst>
        </pc:picChg>
        <pc:picChg chg="del">
          <ac:chgData name="SEBASTIAN MONTOYA VILLADA" userId="dffcc6c4-4ec2-40a3-ba2d-1adaa01cc26d" providerId="ADAL" clId="{AD96C422-EC41-4B22-AE28-1E939A6672BC}" dt="2025-02-25T20:42:09.614" v="186" actId="478"/>
          <ac:picMkLst>
            <pc:docMk/>
            <pc:sldMk cId="1625493290" sldId="462"/>
            <ac:picMk id="16" creationId="{FDABB8B5-2FAF-438B-62B8-FD92AD16BB4D}"/>
          </ac:picMkLst>
        </pc:picChg>
        <pc:picChg chg="del">
          <ac:chgData name="SEBASTIAN MONTOYA VILLADA" userId="dffcc6c4-4ec2-40a3-ba2d-1adaa01cc26d" providerId="ADAL" clId="{AD96C422-EC41-4B22-AE28-1E939A6672BC}" dt="2025-02-25T20:42:09.211" v="185" actId="478"/>
          <ac:picMkLst>
            <pc:docMk/>
            <pc:sldMk cId="1625493290" sldId="462"/>
            <ac:picMk id="21" creationId="{4642BFF7-C544-C5EC-4035-79B76077DDD7}"/>
          </ac:picMkLst>
        </pc:picChg>
      </pc:sldChg>
      <pc:sldChg chg="addSp delSp modSp add del mod delAnim modAnim">
        <pc:chgData name="SEBASTIAN MONTOYA VILLADA" userId="dffcc6c4-4ec2-40a3-ba2d-1adaa01cc26d" providerId="ADAL" clId="{AD96C422-EC41-4B22-AE28-1E939A6672BC}" dt="2025-02-26T21:06:00.970" v="448" actId="47"/>
        <pc:sldMkLst>
          <pc:docMk/>
          <pc:sldMk cId="3415290776" sldId="463"/>
        </pc:sldMkLst>
        <pc:spChg chg="del">
          <ac:chgData name="SEBASTIAN MONTOYA VILLADA" userId="dffcc6c4-4ec2-40a3-ba2d-1adaa01cc26d" providerId="ADAL" clId="{AD96C422-EC41-4B22-AE28-1E939A6672BC}" dt="2025-02-25T20:42:35.306" v="195" actId="478"/>
          <ac:spMkLst>
            <pc:docMk/>
            <pc:sldMk cId="3415290776" sldId="463"/>
            <ac:spMk id="17" creationId="{1971395D-F32F-38CD-0DDE-92BF39074865}"/>
          </ac:spMkLst>
        </pc:spChg>
        <pc:picChg chg="add del mod">
          <ac:chgData name="SEBASTIAN MONTOYA VILLADA" userId="dffcc6c4-4ec2-40a3-ba2d-1adaa01cc26d" providerId="ADAL" clId="{AD96C422-EC41-4B22-AE28-1E939A6672BC}" dt="2025-02-26T21:05:58.894" v="446" actId="478"/>
          <ac:picMkLst>
            <pc:docMk/>
            <pc:sldMk cId="3415290776" sldId="463"/>
            <ac:picMk id="13" creationId="{D56CA566-2CB4-BB86-7C4B-59CC02A4D3C1}"/>
          </ac:picMkLst>
        </pc:picChg>
        <pc:picChg chg="add del mod">
          <ac:chgData name="SEBASTIAN MONTOYA VILLADA" userId="dffcc6c4-4ec2-40a3-ba2d-1adaa01cc26d" providerId="ADAL" clId="{AD96C422-EC41-4B22-AE28-1E939A6672BC}" dt="2025-02-26T21:05:59.520" v="447" actId="478"/>
          <ac:picMkLst>
            <pc:docMk/>
            <pc:sldMk cId="3415290776" sldId="463"/>
            <ac:picMk id="15" creationId="{EE30F97B-E3D8-3BB7-83E3-42DC1D9D2F9E}"/>
          </ac:picMkLst>
        </pc:picChg>
      </pc:sldChg>
      <pc:sldChg chg="addSp delSp modSp add del mod delAnim modAnim">
        <pc:chgData name="SEBASTIAN MONTOYA VILLADA" userId="dffcc6c4-4ec2-40a3-ba2d-1adaa01cc26d" providerId="ADAL" clId="{AD96C422-EC41-4B22-AE28-1E939A6672BC}" dt="2025-02-26T21:06:03.626" v="451" actId="47"/>
        <pc:sldMkLst>
          <pc:docMk/>
          <pc:sldMk cId="3307385078" sldId="464"/>
        </pc:sldMkLst>
        <pc:picChg chg="del">
          <ac:chgData name="SEBASTIAN MONTOYA VILLADA" userId="dffcc6c4-4ec2-40a3-ba2d-1adaa01cc26d" providerId="ADAL" clId="{AD96C422-EC41-4B22-AE28-1E939A6672BC}" dt="2025-02-25T20:46:28.960" v="206" actId="478"/>
          <ac:picMkLst>
            <pc:docMk/>
            <pc:sldMk cId="3307385078" sldId="464"/>
            <ac:picMk id="13" creationId="{D56CA566-2CB4-BB86-7C4B-59CC02A4D3C1}"/>
          </ac:picMkLst>
        </pc:picChg>
        <pc:picChg chg="add del mod">
          <ac:chgData name="SEBASTIAN MONTOYA VILLADA" userId="dffcc6c4-4ec2-40a3-ba2d-1adaa01cc26d" providerId="ADAL" clId="{AD96C422-EC41-4B22-AE28-1E939A6672BC}" dt="2025-02-26T21:06:02.485" v="449" actId="478"/>
          <ac:picMkLst>
            <pc:docMk/>
            <pc:sldMk cId="3307385078" sldId="464"/>
            <ac:picMk id="14" creationId="{E92E2F0F-C627-AD88-A837-A248FD5FF306}"/>
          </ac:picMkLst>
        </pc:picChg>
        <pc:picChg chg="del">
          <ac:chgData name="SEBASTIAN MONTOYA VILLADA" userId="dffcc6c4-4ec2-40a3-ba2d-1adaa01cc26d" providerId="ADAL" clId="{AD96C422-EC41-4B22-AE28-1E939A6672BC}" dt="2025-02-25T20:46:29.408" v="207" actId="478"/>
          <ac:picMkLst>
            <pc:docMk/>
            <pc:sldMk cId="3307385078" sldId="464"/>
            <ac:picMk id="15" creationId="{EE30F97B-E3D8-3BB7-83E3-42DC1D9D2F9E}"/>
          </ac:picMkLst>
        </pc:picChg>
        <pc:picChg chg="add del mod">
          <ac:chgData name="SEBASTIAN MONTOYA VILLADA" userId="dffcc6c4-4ec2-40a3-ba2d-1adaa01cc26d" providerId="ADAL" clId="{AD96C422-EC41-4B22-AE28-1E939A6672BC}" dt="2025-02-26T21:06:02.865" v="450" actId="478"/>
          <ac:picMkLst>
            <pc:docMk/>
            <pc:sldMk cId="3307385078" sldId="464"/>
            <ac:picMk id="17" creationId="{FE608C67-C434-DBFD-08D5-03079374E4C1}"/>
          </ac:picMkLst>
        </pc:picChg>
      </pc:sldChg>
      <pc:sldChg chg="addSp delSp modSp add mod ord delAnim modAnim">
        <pc:chgData name="SEBASTIAN MONTOYA VILLADA" userId="dffcc6c4-4ec2-40a3-ba2d-1adaa01cc26d" providerId="ADAL" clId="{AD96C422-EC41-4B22-AE28-1E939A6672BC}" dt="2025-02-26T21:21:48.832" v="539"/>
        <pc:sldMkLst>
          <pc:docMk/>
          <pc:sldMk cId="2471988848" sldId="465"/>
        </pc:sldMkLst>
        <pc:spChg chg="add mod">
          <ac:chgData name="SEBASTIAN MONTOYA VILLADA" userId="dffcc6c4-4ec2-40a3-ba2d-1adaa01cc26d" providerId="ADAL" clId="{AD96C422-EC41-4B22-AE28-1E939A6672BC}" dt="2025-02-26T21:14:00.790" v="514" actId="5793"/>
          <ac:spMkLst>
            <pc:docMk/>
            <pc:sldMk cId="2471988848" sldId="465"/>
            <ac:spMk id="14" creationId="{D8BF4FDF-E19F-845F-E91F-A79F860CC22E}"/>
          </ac:spMkLst>
        </pc:spChg>
        <pc:spChg chg="add mod">
          <ac:chgData name="SEBASTIAN MONTOYA VILLADA" userId="dffcc6c4-4ec2-40a3-ba2d-1adaa01cc26d" providerId="ADAL" clId="{AD96C422-EC41-4B22-AE28-1E939A6672BC}" dt="2025-02-26T21:21:47.862" v="538" actId="1076"/>
          <ac:spMkLst>
            <pc:docMk/>
            <pc:sldMk cId="2471988848" sldId="465"/>
            <ac:spMk id="16" creationId="{17BC752A-2F4F-EAA7-0228-88E91A796911}"/>
          </ac:spMkLst>
        </pc:spChg>
        <pc:picChg chg="del">
          <ac:chgData name="SEBASTIAN MONTOYA VILLADA" userId="dffcc6c4-4ec2-40a3-ba2d-1adaa01cc26d" providerId="ADAL" clId="{AD96C422-EC41-4B22-AE28-1E939A6672BC}" dt="2025-02-25T20:49:49.287" v="218" actId="478"/>
          <ac:picMkLst>
            <pc:docMk/>
            <pc:sldMk cId="2471988848" sldId="465"/>
            <ac:picMk id="2" creationId="{93545596-1B45-0BD8-6CF4-3EA3D246CFCE}"/>
          </ac:picMkLst>
        </pc:picChg>
        <pc:picChg chg="add del mod">
          <ac:chgData name="SEBASTIAN MONTOYA VILLADA" userId="dffcc6c4-4ec2-40a3-ba2d-1adaa01cc26d" providerId="ADAL" clId="{AD96C422-EC41-4B22-AE28-1E939A6672BC}" dt="2025-02-26T21:21:06.522" v="516" actId="478"/>
          <ac:picMkLst>
            <pc:docMk/>
            <pc:sldMk cId="2471988848" sldId="465"/>
            <ac:picMk id="2" creationId="{C26BB9AA-E4E8-0348-25CF-E934B88A4AF4}"/>
          </ac:picMkLst>
        </pc:picChg>
        <pc:picChg chg="add del mod">
          <ac:chgData name="SEBASTIAN MONTOYA VILLADA" userId="dffcc6c4-4ec2-40a3-ba2d-1adaa01cc26d" providerId="ADAL" clId="{AD96C422-EC41-4B22-AE28-1E939A6672BC}" dt="2025-02-25T20:51:16.141" v="230" actId="478"/>
          <ac:picMkLst>
            <pc:docMk/>
            <pc:sldMk cId="2471988848" sldId="465"/>
            <ac:picMk id="14" creationId="{1C229691-9F5F-7621-83B2-1DAFFD416D37}"/>
          </ac:picMkLst>
        </pc:picChg>
        <pc:picChg chg="add del mod">
          <ac:chgData name="SEBASTIAN MONTOYA VILLADA" userId="dffcc6c4-4ec2-40a3-ba2d-1adaa01cc26d" providerId="ADAL" clId="{AD96C422-EC41-4B22-AE28-1E939A6672BC}" dt="2025-02-25T20:51:16.655" v="231" actId="478"/>
          <ac:picMkLst>
            <pc:docMk/>
            <pc:sldMk cId="2471988848" sldId="465"/>
            <ac:picMk id="16" creationId="{1CD83EE2-584C-A958-609F-E3E5DFB8AF2A}"/>
          </ac:picMkLst>
        </pc:picChg>
        <pc:picChg chg="add del mod">
          <ac:chgData name="SEBASTIAN MONTOYA VILLADA" userId="dffcc6c4-4ec2-40a3-ba2d-1adaa01cc26d" providerId="ADAL" clId="{AD96C422-EC41-4B22-AE28-1E939A6672BC}" dt="2025-02-25T20:51:15.607" v="229" actId="478"/>
          <ac:picMkLst>
            <pc:docMk/>
            <pc:sldMk cId="2471988848" sldId="465"/>
            <ac:picMk id="18" creationId="{DA0D683F-FF35-0936-1E9D-41F13133E31C}"/>
          </ac:picMkLst>
        </pc:picChg>
        <pc:picChg chg="add del mod">
          <ac:chgData name="SEBASTIAN MONTOYA VILLADA" userId="dffcc6c4-4ec2-40a3-ba2d-1adaa01cc26d" providerId="ADAL" clId="{AD96C422-EC41-4B22-AE28-1E939A6672BC}" dt="2025-02-25T20:51:15.159" v="227" actId="478"/>
          <ac:picMkLst>
            <pc:docMk/>
            <pc:sldMk cId="2471988848" sldId="465"/>
            <ac:picMk id="20" creationId="{6D503B2D-2B8A-F048-225C-A25E2D379961}"/>
          </ac:picMkLst>
        </pc:picChg>
        <pc:picChg chg="add del mod">
          <ac:chgData name="SEBASTIAN MONTOYA VILLADA" userId="dffcc6c4-4ec2-40a3-ba2d-1adaa01cc26d" providerId="ADAL" clId="{AD96C422-EC41-4B22-AE28-1E939A6672BC}" dt="2025-02-26T21:13:27.267" v="490" actId="478"/>
          <ac:picMkLst>
            <pc:docMk/>
            <pc:sldMk cId="2471988848" sldId="465"/>
            <ac:picMk id="22" creationId="{5F879688-CFB3-DDC4-FDDC-55B8657D0C2E}"/>
          </ac:picMkLst>
        </pc:picChg>
        <pc:picChg chg="add del mod">
          <ac:chgData name="SEBASTIAN MONTOYA VILLADA" userId="dffcc6c4-4ec2-40a3-ba2d-1adaa01cc26d" providerId="ADAL" clId="{AD96C422-EC41-4B22-AE28-1E939A6672BC}" dt="2025-02-26T21:12:01.627" v="472" actId="478"/>
          <ac:picMkLst>
            <pc:docMk/>
            <pc:sldMk cId="2471988848" sldId="465"/>
            <ac:picMk id="24" creationId="{6D5B442B-3773-C6F1-2872-385E1C55A1AA}"/>
          </ac:picMkLst>
        </pc:picChg>
        <pc:picChg chg="add del mod">
          <ac:chgData name="SEBASTIAN MONTOYA VILLADA" userId="dffcc6c4-4ec2-40a3-ba2d-1adaa01cc26d" providerId="ADAL" clId="{AD96C422-EC41-4B22-AE28-1E939A6672BC}" dt="2025-02-26T21:12:32.709" v="479" actId="21"/>
          <ac:picMkLst>
            <pc:docMk/>
            <pc:sldMk cId="2471988848" sldId="465"/>
            <ac:picMk id="26" creationId="{DD632B46-ED24-1CB8-4BA7-135834FD434D}"/>
          </ac:picMkLst>
        </pc:picChg>
        <pc:picChg chg="add del mod">
          <ac:chgData name="SEBASTIAN MONTOYA VILLADA" userId="dffcc6c4-4ec2-40a3-ba2d-1adaa01cc26d" providerId="ADAL" clId="{AD96C422-EC41-4B22-AE28-1E939A6672BC}" dt="2025-02-26T21:12:01.977" v="473" actId="478"/>
          <ac:picMkLst>
            <pc:docMk/>
            <pc:sldMk cId="2471988848" sldId="465"/>
            <ac:picMk id="28" creationId="{01E9D179-CD39-3C57-7FE9-75433C5200BE}"/>
          </ac:picMkLst>
        </pc:picChg>
      </pc:sldChg>
      <pc:sldChg chg="addSp delSp modSp add mod delAnim modAnim">
        <pc:chgData name="SEBASTIAN MONTOYA VILLADA" userId="dffcc6c4-4ec2-40a3-ba2d-1adaa01cc26d" providerId="ADAL" clId="{AD96C422-EC41-4B22-AE28-1E939A6672BC}" dt="2025-02-26T21:29:47.636" v="600"/>
        <pc:sldMkLst>
          <pc:docMk/>
          <pc:sldMk cId="27802461" sldId="466"/>
        </pc:sldMkLst>
        <pc:spChg chg="add mod">
          <ac:chgData name="SEBASTIAN MONTOYA VILLADA" userId="dffcc6c4-4ec2-40a3-ba2d-1adaa01cc26d" providerId="ADAL" clId="{AD96C422-EC41-4B22-AE28-1E939A6672BC}" dt="2025-02-26T21:27:47.139" v="599" actId="313"/>
          <ac:spMkLst>
            <pc:docMk/>
            <pc:sldMk cId="27802461" sldId="466"/>
            <ac:spMk id="13" creationId="{ED673026-56A6-2E26-7CF8-FAC413CC6A06}"/>
          </ac:spMkLst>
        </pc:spChg>
        <pc:picChg chg="del">
          <ac:chgData name="SEBASTIAN MONTOYA VILLADA" userId="dffcc6c4-4ec2-40a3-ba2d-1adaa01cc26d" providerId="ADAL" clId="{AD96C422-EC41-4B22-AE28-1E939A6672BC}" dt="2025-02-25T20:53:48.404" v="246" actId="478"/>
          <ac:picMkLst>
            <pc:docMk/>
            <pc:sldMk cId="27802461" sldId="466"/>
            <ac:picMk id="2" creationId="{93545596-1B45-0BD8-6CF4-3EA3D246CFCE}"/>
          </ac:picMkLst>
        </pc:picChg>
        <pc:picChg chg="add del mod">
          <ac:chgData name="SEBASTIAN MONTOYA VILLADA" userId="dffcc6c4-4ec2-40a3-ba2d-1adaa01cc26d" providerId="ADAL" clId="{AD96C422-EC41-4B22-AE28-1E939A6672BC}" dt="2025-02-26T21:27:16.779" v="578" actId="478"/>
          <ac:picMkLst>
            <pc:docMk/>
            <pc:sldMk cId="27802461" sldId="466"/>
            <ac:picMk id="14" creationId="{36FB5176-AB6A-401A-D495-9797C6CDFDE8}"/>
          </ac:picMkLst>
        </pc:picChg>
      </pc:sldChg>
      <pc:sldChg chg="addSp delSp modSp add mod delAnim modAnim">
        <pc:chgData name="SEBASTIAN MONTOYA VILLADA" userId="dffcc6c4-4ec2-40a3-ba2d-1adaa01cc26d" providerId="ADAL" clId="{AD96C422-EC41-4B22-AE28-1E939A6672BC}" dt="2025-02-26T21:24:43.316" v="577"/>
        <pc:sldMkLst>
          <pc:docMk/>
          <pc:sldMk cId="2254675665" sldId="467"/>
        </pc:sldMkLst>
        <pc:spChg chg="add mod">
          <ac:chgData name="SEBASTIAN MONTOYA VILLADA" userId="dffcc6c4-4ec2-40a3-ba2d-1adaa01cc26d" providerId="ADAL" clId="{AD96C422-EC41-4B22-AE28-1E939A6672BC}" dt="2025-02-26T21:23:43.080" v="557" actId="20577"/>
          <ac:spMkLst>
            <pc:docMk/>
            <pc:sldMk cId="2254675665" sldId="467"/>
            <ac:spMk id="14" creationId="{6BF3DC8F-4201-76B2-69BA-9F930F47E3D6}"/>
          </ac:spMkLst>
        </pc:spChg>
        <pc:spChg chg="add mod">
          <ac:chgData name="SEBASTIAN MONTOYA VILLADA" userId="dffcc6c4-4ec2-40a3-ba2d-1adaa01cc26d" providerId="ADAL" clId="{AD96C422-EC41-4B22-AE28-1E939A6672BC}" dt="2025-02-26T21:24:26.326" v="575" actId="14100"/>
          <ac:spMkLst>
            <pc:docMk/>
            <pc:sldMk cId="2254675665" sldId="467"/>
            <ac:spMk id="16" creationId="{814D8004-5B67-8519-AE1C-04AB5F06F67B}"/>
          </ac:spMkLst>
        </pc:spChg>
        <pc:picChg chg="add del mod">
          <ac:chgData name="SEBASTIAN MONTOYA VILLADA" userId="dffcc6c4-4ec2-40a3-ba2d-1adaa01cc26d" providerId="ADAL" clId="{AD96C422-EC41-4B22-AE28-1E939A6672BC}" dt="2025-02-26T21:22:17.211" v="540" actId="478"/>
          <ac:picMkLst>
            <pc:docMk/>
            <pc:sldMk cId="2254675665" sldId="467"/>
            <ac:picMk id="2" creationId="{E8C770C6-3C7B-2598-D9F4-76B160912181}"/>
          </ac:picMkLst>
        </pc:picChg>
        <pc:picChg chg="del">
          <ac:chgData name="SEBASTIAN MONTOYA VILLADA" userId="dffcc6c4-4ec2-40a3-ba2d-1adaa01cc26d" providerId="ADAL" clId="{AD96C422-EC41-4B22-AE28-1E939A6672BC}" dt="2025-02-26T21:11:58.538" v="470" actId="478"/>
          <ac:picMkLst>
            <pc:docMk/>
            <pc:sldMk cId="2254675665" sldId="467"/>
            <ac:picMk id="22" creationId="{5F879688-CFB3-DDC4-FDDC-55B8657D0C2E}"/>
          </ac:picMkLst>
        </pc:picChg>
        <pc:picChg chg="del">
          <ac:chgData name="SEBASTIAN MONTOYA VILLADA" userId="dffcc6c4-4ec2-40a3-ba2d-1adaa01cc26d" providerId="ADAL" clId="{AD96C422-EC41-4B22-AE28-1E939A6672BC}" dt="2025-02-26T21:12:36.169" v="482" actId="21"/>
          <ac:picMkLst>
            <pc:docMk/>
            <pc:sldMk cId="2254675665" sldId="467"/>
            <ac:picMk id="24" creationId="{6D5B442B-3773-C6F1-2872-385E1C55A1AA}"/>
          </ac:picMkLst>
        </pc:picChg>
        <pc:picChg chg="del">
          <ac:chgData name="SEBASTIAN MONTOYA VILLADA" userId="dffcc6c4-4ec2-40a3-ba2d-1adaa01cc26d" providerId="ADAL" clId="{AD96C422-EC41-4B22-AE28-1E939A6672BC}" dt="2025-02-26T21:11:58.858" v="471" actId="478"/>
          <ac:picMkLst>
            <pc:docMk/>
            <pc:sldMk cId="2254675665" sldId="467"/>
            <ac:picMk id="26" creationId="{DD632B46-ED24-1CB8-4BA7-135834FD434D}"/>
          </ac:picMkLst>
        </pc:picChg>
        <pc:picChg chg="del">
          <ac:chgData name="SEBASTIAN MONTOYA VILLADA" userId="dffcc6c4-4ec2-40a3-ba2d-1adaa01cc26d" providerId="ADAL" clId="{AD96C422-EC41-4B22-AE28-1E939A6672BC}" dt="2025-02-26T21:24:13.439" v="563" actId="478"/>
          <ac:picMkLst>
            <pc:docMk/>
            <pc:sldMk cId="2254675665" sldId="467"/>
            <ac:picMk id="28" creationId="{01E9D179-CD39-3C57-7FE9-75433C5200BE}"/>
          </ac:picMkLst>
        </pc:picChg>
      </pc:sldChg>
    </pc:docChg>
  </pc:docChgLst>
  <pc:docChgLst>
    <pc:chgData userId="dffcc6c4-4ec2-40a3-ba2d-1adaa01cc26d" providerId="ADAL" clId="{3668EF5E-8573-4CDE-9F54-55E3E4E85028}"/>
    <pc:docChg chg="undo redo custSel addSld modSld">
      <pc:chgData name="" userId="dffcc6c4-4ec2-40a3-ba2d-1adaa01cc26d" providerId="ADAL" clId="{3668EF5E-8573-4CDE-9F54-55E3E4E85028}" dt="2025-02-03T21:21:24.197" v="173" actId="1076"/>
      <pc:docMkLst>
        <pc:docMk/>
      </pc:docMkLst>
      <pc:sldChg chg="delSp modSp mod delAnim modAnim">
        <pc:chgData name="" userId="dffcc6c4-4ec2-40a3-ba2d-1adaa01cc26d" providerId="ADAL" clId="{3668EF5E-8573-4CDE-9F54-55E3E4E85028}" dt="2025-02-03T16:05:55.706" v="19" actId="20577"/>
        <pc:sldMkLst>
          <pc:docMk/>
          <pc:sldMk cId="1316426740" sldId="380"/>
        </pc:sldMkLst>
      </pc:sldChg>
      <pc:sldChg chg="addSp delSp modSp mod delAnim">
        <pc:chgData name="" userId="dffcc6c4-4ec2-40a3-ba2d-1adaa01cc26d" providerId="ADAL" clId="{3668EF5E-8573-4CDE-9F54-55E3E4E85028}" dt="2025-02-03T21:21:24.197" v="173" actId="1076"/>
        <pc:sldMkLst>
          <pc:docMk/>
          <pc:sldMk cId="30056615" sldId="382"/>
        </pc:sldMkLst>
      </pc:sldChg>
      <pc:sldChg chg="modSp">
        <pc:chgData name="" userId="dffcc6c4-4ec2-40a3-ba2d-1adaa01cc26d" providerId="ADAL" clId="{3668EF5E-8573-4CDE-9F54-55E3E4E85028}" dt="2025-02-03T16:06:28.844" v="22" actId="20577"/>
        <pc:sldMkLst>
          <pc:docMk/>
          <pc:sldMk cId="3948052957" sldId="391"/>
        </pc:sldMkLst>
      </pc:sldChg>
      <pc:sldChg chg="addSp modSp mod modAnim">
        <pc:chgData name="" userId="dffcc6c4-4ec2-40a3-ba2d-1adaa01cc26d" providerId="ADAL" clId="{3668EF5E-8573-4CDE-9F54-55E3E4E85028}" dt="2025-02-03T16:23:31.839" v="74" actId="14100"/>
        <pc:sldMkLst>
          <pc:docMk/>
          <pc:sldMk cId="3186547110" sldId="394"/>
        </pc:sldMkLst>
      </pc:sldChg>
      <pc:sldChg chg="delSp modSp add mod delAnim">
        <pc:chgData name="" userId="dffcc6c4-4ec2-40a3-ba2d-1adaa01cc26d" providerId="ADAL" clId="{3668EF5E-8573-4CDE-9F54-55E3E4E85028}" dt="2025-02-03T15:58:29.394" v="7"/>
        <pc:sldMkLst>
          <pc:docMk/>
          <pc:sldMk cId="2414021238" sldId="395"/>
        </pc:sldMkLst>
      </pc:sldChg>
      <pc:sldChg chg="addSp modSp add mod modAnim">
        <pc:chgData name="" userId="dffcc6c4-4ec2-40a3-ba2d-1adaa01cc26d" providerId="ADAL" clId="{3668EF5E-8573-4CDE-9F54-55E3E4E85028}" dt="2025-02-03T21:05:43.283" v="129" actId="1076"/>
        <pc:sldMkLst>
          <pc:docMk/>
          <pc:sldMk cId="3530286321" sldId="396"/>
        </pc:sldMkLst>
      </pc:sldChg>
      <pc:sldChg chg="addSp delSp modSp add mod modAnim">
        <pc:chgData name="" userId="dffcc6c4-4ec2-40a3-ba2d-1adaa01cc26d" providerId="ADAL" clId="{3668EF5E-8573-4CDE-9F54-55E3E4E85028}" dt="2025-02-03T20:39:56.878" v="99" actId="14100"/>
        <pc:sldMkLst>
          <pc:docMk/>
          <pc:sldMk cId="374000399" sldId="397"/>
        </pc:sldMkLst>
      </pc:sldChg>
      <pc:sldChg chg="addSp delSp modSp add mod">
        <pc:chgData name="" userId="dffcc6c4-4ec2-40a3-ba2d-1adaa01cc26d" providerId="ADAL" clId="{3668EF5E-8573-4CDE-9F54-55E3E4E85028}" dt="2025-02-03T20:51:46.680" v="115" actId="1076"/>
        <pc:sldMkLst>
          <pc:docMk/>
          <pc:sldMk cId="31451681" sldId="398"/>
        </pc:sldMkLst>
      </pc:sldChg>
      <pc:sldChg chg="add">
        <pc:chgData name="" userId="dffcc6c4-4ec2-40a3-ba2d-1adaa01cc26d" providerId="ADAL" clId="{3668EF5E-8573-4CDE-9F54-55E3E4E85028}" dt="2025-02-03T21:06:23.299" v="130" actId="2890"/>
        <pc:sldMkLst>
          <pc:docMk/>
          <pc:sldMk cId="3906853588" sldId="399"/>
        </pc:sldMkLst>
      </pc:sldChg>
      <pc:sldChg chg="add">
        <pc:chgData name="" userId="dffcc6c4-4ec2-40a3-ba2d-1adaa01cc26d" providerId="ADAL" clId="{3668EF5E-8573-4CDE-9F54-55E3E4E85028}" dt="2025-02-03T21:13:34.759" v="131" actId="2890"/>
        <pc:sldMkLst>
          <pc:docMk/>
          <pc:sldMk cId="2983642901" sldId="400"/>
        </pc:sldMkLst>
      </pc:sldChg>
    </pc:docChg>
  </pc:docChgLst>
  <pc:docChgLst>
    <pc:chgData name="SEBASTIAN MONTOYA VILLADA" userId="S::sebastianmontoya8118@correo.itm.edu.co::dffcc6c4-4ec2-40a3-ba2d-1adaa01cc26d" providerId="AD" clId="Web-{5CC3AE12-510F-0091-2821-6E18A0D9A946}"/>
    <pc:docChg chg="modSld">
      <pc:chgData name="SEBASTIAN MONTOYA VILLADA" userId="S::sebastianmontoya8118@correo.itm.edu.co::dffcc6c4-4ec2-40a3-ba2d-1adaa01cc26d" providerId="AD" clId="Web-{5CC3AE12-510F-0091-2821-6E18A0D9A946}" dt="2025-02-24T02:08:22.832" v="12" actId="20577"/>
      <pc:docMkLst>
        <pc:docMk/>
      </pc:docMkLst>
      <pc:sldChg chg="modSp">
        <pc:chgData name="SEBASTIAN MONTOYA VILLADA" userId="S::sebastianmontoya8118@correo.itm.edu.co::dffcc6c4-4ec2-40a3-ba2d-1adaa01cc26d" providerId="AD" clId="Web-{5CC3AE12-510F-0091-2821-6E18A0D9A946}" dt="2025-02-24T02:08:22.832" v="12" actId="20577"/>
        <pc:sldMkLst>
          <pc:docMk/>
          <pc:sldMk cId="771191104" sldId="376"/>
        </pc:sldMkLst>
        <pc:spChg chg="mod">
          <ac:chgData name="SEBASTIAN MONTOYA VILLADA" userId="S::sebastianmontoya8118@correo.itm.edu.co::dffcc6c4-4ec2-40a3-ba2d-1adaa01cc26d" providerId="AD" clId="Web-{5CC3AE12-510F-0091-2821-6E18A0D9A946}" dt="2025-02-24T02:08:22.832" v="12" actId="20577"/>
          <ac:spMkLst>
            <pc:docMk/>
            <pc:sldMk cId="771191104" sldId="376"/>
            <ac:spMk id="13" creationId="{39D79C70-AB96-7FAE-134F-BC27F2A7246B}"/>
          </ac:spMkLst>
        </pc:spChg>
      </pc:sldChg>
      <pc:sldChg chg="modSp">
        <pc:chgData name="SEBASTIAN MONTOYA VILLADA" userId="S::sebastianmontoya8118@correo.itm.edu.co::dffcc6c4-4ec2-40a3-ba2d-1adaa01cc26d" providerId="AD" clId="Web-{5CC3AE12-510F-0091-2821-6E18A0D9A946}" dt="2025-02-24T02:08:18.192" v="5" actId="20577"/>
        <pc:sldMkLst>
          <pc:docMk/>
          <pc:sldMk cId="2518797674" sldId="377"/>
        </pc:sldMkLst>
        <pc:spChg chg="mod">
          <ac:chgData name="SEBASTIAN MONTOYA VILLADA" userId="S::sebastianmontoya8118@correo.itm.edu.co::dffcc6c4-4ec2-40a3-ba2d-1adaa01cc26d" providerId="AD" clId="Web-{5CC3AE12-510F-0091-2821-6E18A0D9A946}" dt="2025-02-24T02:08:18.192" v="5" actId="20577"/>
          <ac:spMkLst>
            <pc:docMk/>
            <pc:sldMk cId="2518797674" sldId="377"/>
            <ac:spMk id="13" creationId="{E2F51173-B4C8-B6D9-4F91-0E63A0042D9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9A39C6-7AC7-DE48-A7E7-5D665BC0120C}" type="datetimeFigureOut">
              <a:rPr lang="es-CO" smtClean="0"/>
              <a:t>5/03/2026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6A6DC4-62F6-D744-9B5A-2471E53D2276}" type="slidenum">
              <a:rPr lang="es-CO" smtClean="0"/>
              <a:t>‹Nº›</a:t>
            </a:fld>
            <a:endParaRPr lang="es-CO"/>
          </a:p>
        </p:txBody>
      </p:sp>
    </p:spTree>
    <p:extLst>
      <p:ext uri="{BB962C8B-B14F-4D97-AF65-F5344CB8AC3E}">
        <p14:creationId xmlns:p14="http://schemas.microsoft.com/office/powerpoint/2010/main" val="1804731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7A6861FB-7E36-A738-F593-5E82B72DFFA2}"/>
            </a:ext>
          </a:extLst>
        </p:cNvPr>
        <p:cNvGrpSpPr/>
        <p:nvPr/>
      </p:nvGrpSpPr>
      <p:grpSpPr>
        <a:xfrm>
          <a:off x="0" y="0"/>
          <a:ext cx="0" cy="0"/>
          <a:chOff x="0" y="0"/>
          <a:chExt cx="0" cy="0"/>
        </a:xfrm>
      </p:grpSpPr>
      <p:sp>
        <p:nvSpPr>
          <p:cNvPr id="166" name="Google Shape;166;p6:notes">
            <a:extLst>
              <a:ext uri="{FF2B5EF4-FFF2-40B4-BE49-F238E27FC236}">
                <a16:creationId xmlns:a16="http://schemas.microsoft.com/office/drawing/2014/main" id="{01B513A3-8544-361C-634D-225E4DC126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6:notes">
            <a:extLst>
              <a:ext uri="{FF2B5EF4-FFF2-40B4-BE49-F238E27FC236}">
                <a16:creationId xmlns:a16="http://schemas.microsoft.com/office/drawing/2014/main" id="{1B5D536D-D913-0C93-9EE8-EE6DF970A8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3679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D5991DBA-A909-9F9D-3DF5-835F72BFD500}"/>
            </a:ext>
          </a:extLst>
        </p:cNvPr>
        <p:cNvGrpSpPr/>
        <p:nvPr/>
      </p:nvGrpSpPr>
      <p:grpSpPr>
        <a:xfrm>
          <a:off x="0" y="0"/>
          <a:ext cx="0" cy="0"/>
          <a:chOff x="0" y="0"/>
          <a:chExt cx="0" cy="0"/>
        </a:xfrm>
      </p:grpSpPr>
      <p:sp>
        <p:nvSpPr>
          <p:cNvPr id="199" name="Google Shape;199;p8:notes">
            <a:extLst>
              <a:ext uri="{FF2B5EF4-FFF2-40B4-BE49-F238E27FC236}">
                <a16:creationId xmlns:a16="http://schemas.microsoft.com/office/drawing/2014/main" id="{906F18C9-4875-7BF0-3C0F-5A1D8477B1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8:notes">
            <a:extLst>
              <a:ext uri="{FF2B5EF4-FFF2-40B4-BE49-F238E27FC236}">
                <a16:creationId xmlns:a16="http://schemas.microsoft.com/office/drawing/2014/main" id="{1C414C7C-50A2-FE9E-1F4D-F77A8DCCF2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8212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2" name="Google Shape;29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a:extLst>
            <a:ext uri="{FF2B5EF4-FFF2-40B4-BE49-F238E27FC236}">
              <a16:creationId xmlns:a16="http://schemas.microsoft.com/office/drawing/2014/main" id="{28C389EC-D4B8-A4AD-FC8F-ACBF3654EE11}"/>
            </a:ext>
          </a:extLst>
        </p:cNvPr>
        <p:cNvGrpSpPr/>
        <p:nvPr/>
      </p:nvGrpSpPr>
      <p:grpSpPr>
        <a:xfrm>
          <a:off x="0" y="0"/>
          <a:ext cx="0" cy="0"/>
          <a:chOff x="0" y="0"/>
          <a:chExt cx="0" cy="0"/>
        </a:xfrm>
      </p:grpSpPr>
      <p:sp>
        <p:nvSpPr>
          <p:cNvPr id="247" name="Google Shape;247;p9:notes">
            <a:extLst>
              <a:ext uri="{FF2B5EF4-FFF2-40B4-BE49-F238E27FC236}">
                <a16:creationId xmlns:a16="http://schemas.microsoft.com/office/drawing/2014/main" id="{B317C088-DAF7-BF45-8924-2ED1BB9354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9:notes">
            <a:extLst>
              <a:ext uri="{FF2B5EF4-FFF2-40B4-BE49-F238E27FC236}">
                <a16:creationId xmlns:a16="http://schemas.microsoft.com/office/drawing/2014/main" id="{4C4A7958-6A7B-EF4D-3C30-CEE8117208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8144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normAutofit/>
          </a:bodyPr>
          <a:lstStyle>
            <a:lvl1pPr algn="ctr">
              <a:defRPr sz="5400">
                <a:solidFill>
                  <a:schemeClr val="tx1">
                    <a:lumMod val="65000"/>
                    <a:lumOff val="35000"/>
                  </a:schemeClr>
                </a:solidFill>
                <a:latin typeface="Arial" panose="020B0604020202020204" pitchFamily="34" charset="0"/>
                <a:cs typeface="Arial" panose="020B0604020202020204" pitchFamily="34" charset="0"/>
              </a:defRPr>
            </a:lvl1pPr>
          </a:lstStyle>
          <a:p>
            <a:r>
              <a:rPr lang="es-ES"/>
              <a:t>Título</a:t>
            </a:r>
            <a:endParaRPr lang="es-CO"/>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solidFill>
                  <a:schemeClr val="tx1">
                    <a:lumMod val="65000"/>
                    <a:lumOff val="35000"/>
                  </a:schemeClr>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p:cNvSpPr>
            <a:spLocks noGrp="1"/>
          </p:cNvSpPr>
          <p:nvPr>
            <p:ph type="dt" sz="half" idx="10"/>
          </p:nvPr>
        </p:nvSpPr>
        <p:spPr/>
        <p:txBody>
          <a:bodyPr/>
          <a:lstStyle/>
          <a:p>
            <a:fld id="{6299EB6C-330A-4556-AC8C-E5A501B46336}" type="datetimeFigureOut">
              <a:rPr lang="es-CO" smtClean="0"/>
              <a:t>5/03/2026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632758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6299EB6C-330A-4556-AC8C-E5A501B46336}" type="datetimeFigureOut">
              <a:rPr lang="es-CO" smtClean="0"/>
              <a:t>5/03/2026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3777814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6299EB6C-330A-4556-AC8C-E5A501B46336}" type="datetimeFigureOut">
              <a:rPr lang="es-CO" smtClean="0"/>
              <a:t>5/03/2026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3438282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p:cNvSpPr>
            <a:spLocks noGrp="1"/>
          </p:cNvSpPr>
          <p:nvPr>
            <p:ph type="dt" sz="half" idx="10"/>
          </p:nvPr>
        </p:nvSpPr>
        <p:spPr/>
        <p:txBody>
          <a:bodyPr/>
          <a:lstStyle/>
          <a:p>
            <a:fld id="{6299EB6C-330A-4556-AC8C-E5A501B46336}" type="datetimeFigureOut">
              <a:rPr lang="es-CO" smtClean="0"/>
              <a:t>5/03/2026</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1468770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p:cNvSpPr>
            <a:spLocks noGrp="1"/>
          </p:cNvSpPr>
          <p:nvPr>
            <p:ph type="dt" sz="half" idx="10"/>
          </p:nvPr>
        </p:nvSpPr>
        <p:spPr/>
        <p:txBody>
          <a:bodyPr/>
          <a:lstStyle/>
          <a:p>
            <a:fld id="{6299EB6C-330A-4556-AC8C-E5A501B46336}" type="datetimeFigureOut">
              <a:rPr lang="es-CO" smtClean="0"/>
              <a:t>5/03/2026</a:t>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1904903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fecha 2"/>
          <p:cNvSpPr>
            <a:spLocks noGrp="1"/>
          </p:cNvSpPr>
          <p:nvPr>
            <p:ph type="dt" sz="half" idx="10"/>
          </p:nvPr>
        </p:nvSpPr>
        <p:spPr/>
        <p:txBody>
          <a:bodyPr/>
          <a:lstStyle/>
          <a:p>
            <a:fld id="{6299EB6C-330A-4556-AC8C-E5A501B46336}" type="datetimeFigureOut">
              <a:rPr lang="es-CO" smtClean="0"/>
              <a:t>5/03/2026</a:t>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690072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6299EB6C-330A-4556-AC8C-E5A501B46336}" type="datetimeFigureOut">
              <a:rPr lang="es-CO" smtClean="0"/>
              <a:t>5/03/2026</a:t>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497911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6299EB6C-330A-4556-AC8C-E5A501B46336}" type="datetimeFigureOut">
              <a:rPr lang="es-CO" smtClean="0"/>
              <a:t>5/03/2026</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920769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6299EB6C-330A-4556-AC8C-E5A501B46336}" type="datetimeFigureOut">
              <a:rPr lang="es-CO" smtClean="0"/>
              <a:t>5/03/2026</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2846961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6299EB6C-330A-4556-AC8C-E5A501B46336}" type="datetimeFigureOut">
              <a:rPr lang="es-CO" smtClean="0"/>
              <a:t>5/03/2026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3608025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6299EB6C-330A-4556-AC8C-E5A501B46336}" type="datetimeFigureOut">
              <a:rPr lang="es-CO" smtClean="0"/>
              <a:t>5/03/2026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26452423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0C7DC55F-43BB-FB49-985D-1CA2736A201F}"/>
              </a:ext>
            </a:extLst>
          </p:cNvPr>
          <p:cNvSpPr>
            <a:spLocks noGrp="1"/>
          </p:cNvSpPr>
          <p:nvPr>
            <p:ph type="dt" sz="half" idx="10"/>
          </p:nvPr>
        </p:nvSpPr>
        <p:spPr/>
        <p:txBody>
          <a:bodyPr/>
          <a:lstStyle/>
          <a:p>
            <a:fld id="{6299EB6C-330A-4556-AC8C-E5A501B46336}" type="datetimeFigureOut">
              <a:rPr lang="es-CO" smtClean="0"/>
              <a:t>5/03/2026</a:t>
            </a:fld>
            <a:endParaRPr lang="es-CO"/>
          </a:p>
        </p:txBody>
      </p:sp>
      <p:sp>
        <p:nvSpPr>
          <p:cNvPr id="4" name="Marcador de pie de página 3">
            <a:extLst>
              <a:ext uri="{FF2B5EF4-FFF2-40B4-BE49-F238E27FC236}">
                <a16:creationId xmlns:a16="http://schemas.microsoft.com/office/drawing/2014/main" id="{323304A2-70B6-DF4D-80BD-AD524CAF4CB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F85EBE7F-1BF7-4741-937F-BD93F139FF02}"/>
              </a:ext>
            </a:extLst>
          </p:cNvPr>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4931673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1122363"/>
            <a:ext cx="9144000" cy="2387600"/>
          </a:xfrm>
        </p:spPr>
        <p:txBody>
          <a:bodyPr anchor="b">
            <a:normAutofit/>
          </a:bodyPr>
          <a:lstStyle>
            <a:lvl1pPr algn="ctr">
              <a:defRPr sz="5400">
                <a:solidFill>
                  <a:schemeClr val="tx1">
                    <a:lumMod val="65000"/>
                    <a:lumOff val="35000"/>
                  </a:schemeClr>
                </a:solidFill>
                <a:latin typeface="Arial" panose="020B0604020202020204" pitchFamily="34" charset="0"/>
                <a:cs typeface="Arial" panose="020B0604020202020204" pitchFamily="34" charset="0"/>
              </a:defRPr>
            </a:lvl1pPr>
          </a:lstStyle>
          <a:p>
            <a:r>
              <a:rPr lang="es-ES"/>
              <a:t>Título</a:t>
            </a:r>
            <a:endParaRPr lang="es-CO"/>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solidFill>
                  <a:schemeClr val="tx1">
                    <a:lumMod val="65000"/>
                    <a:lumOff val="35000"/>
                  </a:schemeClr>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p:cNvSpPr>
            <a:spLocks noGrp="1"/>
          </p:cNvSpPr>
          <p:nvPr>
            <p:ph type="dt" sz="half" idx="10"/>
          </p:nvPr>
        </p:nvSpPr>
        <p:spPr/>
        <p:txBody>
          <a:bodyPr/>
          <a:lstStyle/>
          <a:p>
            <a:fld id="{6299EB6C-330A-4556-AC8C-E5A501B46336}" type="datetimeFigureOut">
              <a:rPr lang="es-CO" smtClean="0"/>
              <a:t>5/03/2026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2411439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6299EB6C-330A-4556-AC8C-E5A501B46336}" type="datetimeFigureOut">
              <a:rPr lang="es-CO" smtClean="0"/>
              <a:t>5/03/2026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14095273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6299EB6C-330A-4556-AC8C-E5A501B46336}" type="datetimeFigureOut">
              <a:rPr lang="es-CO" smtClean="0"/>
              <a:t>5/03/2026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38593016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p:cNvSpPr>
            <a:spLocks noGrp="1"/>
          </p:cNvSpPr>
          <p:nvPr>
            <p:ph type="dt" sz="half" idx="10"/>
          </p:nvPr>
        </p:nvSpPr>
        <p:spPr/>
        <p:txBody>
          <a:bodyPr/>
          <a:lstStyle/>
          <a:p>
            <a:fld id="{6299EB6C-330A-4556-AC8C-E5A501B46336}" type="datetimeFigureOut">
              <a:rPr lang="es-CO" smtClean="0"/>
              <a:t>5/03/2026</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41062647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p:cNvSpPr>
            <a:spLocks noGrp="1"/>
          </p:cNvSpPr>
          <p:nvPr>
            <p:ph type="dt" sz="half" idx="10"/>
          </p:nvPr>
        </p:nvSpPr>
        <p:spPr/>
        <p:txBody>
          <a:bodyPr/>
          <a:lstStyle/>
          <a:p>
            <a:fld id="{6299EB6C-330A-4556-AC8C-E5A501B46336}" type="datetimeFigureOut">
              <a:rPr lang="es-CO" smtClean="0"/>
              <a:t>5/03/2026</a:t>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13942893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fecha 2"/>
          <p:cNvSpPr>
            <a:spLocks noGrp="1"/>
          </p:cNvSpPr>
          <p:nvPr>
            <p:ph type="dt" sz="half" idx="10"/>
          </p:nvPr>
        </p:nvSpPr>
        <p:spPr/>
        <p:txBody>
          <a:bodyPr/>
          <a:lstStyle/>
          <a:p>
            <a:fld id="{6299EB6C-330A-4556-AC8C-E5A501B46336}" type="datetimeFigureOut">
              <a:rPr lang="es-CO" smtClean="0"/>
              <a:t>5/03/2026</a:t>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34245509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6299EB6C-330A-4556-AC8C-E5A501B46336}" type="datetimeFigureOut">
              <a:rPr lang="es-CO" smtClean="0"/>
              <a:t>5/03/2026</a:t>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40783100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6299EB6C-330A-4556-AC8C-E5A501B46336}" type="datetimeFigureOut">
              <a:rPr lang="es-CO" smtClean="0"/>
              <a:t>5/03/2026</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11533632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6299EB6C-330A-4556-AC8C-E5A501B46336}" type="datetimeFigureOut">
              <a:rPr lang="es-CO" smtClean="0"/>
              <a:t>5/03/2026</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25853981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O"/>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6299EB6C-330A-4556-AC8C-E5A501B46336}" type="datetimeFigureOut">
              <a:rPr lang="es-CO" smtClean="0"/>
              <a:t>5/03/2026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25683209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10"/>
          </p:nvPr>
        </p:nvSpPr>
        <p:spPr/>
        <p:txBody>
          <a:bodyPr/>
          <a:lstStyle/>
          <a:p>
            <a:fld id="{6299EB6C-330A-4556-AC8C-E5A501B46336}" type="datetimeFigureOut">
              <a:rPr lang="es-CO" smtClean="0"/>
              <a:t>5/03/2026</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8464553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0C7DC55F-43BB-FB49-985D-1CA2736A201F}"/>
              </a:ext>
            </a:extLst>
          </p:cNvPr>
          <p:cNvSpPr>
            <a:spLocks noGrp="1"/>
          </p:cNvSpPr>
          <p:nvPr>
            <p:ph type="dt" sz="half" idx="10"/>
          </p:nvPr>
        </p:nvSpPr>
        <p:spPr/>
        <p:txBody>
          <a:bodyPr/>
          <a:lstStyle/>
          <a:p>
            <a:fld id="{6299EB6C-330A-4556-AC8C-E5A501B46336}" type="datetimeFigureOut">
              <a:rPr lang="es-CO" smtClean="0"/>
              <a:t>5/03/2026</a:t>
            </a:fld>
            <a:endParaRPr lang="es-CO"/>
          </a:p>
        </p:txBody>
      </p:sp>
      <p:sp>
        <p:nvSpPr>
          <p:cNvPr id="4" name="Marcador de pie de página 3">
            <a:extLst>
              <a:ext uri="{FF2B5EF4-FFF2-40B4-BE49-F238E27FC236}">
                <a16:creationId xmlns:a16="http://schemas.microsoft.com/office/drawing/2014/main" id="{323304A2-70B6-DF4D-80BD-AD524CAF4CB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F85EBE7F-1BF7-4741-937F-BD93F139FF02}"/>
              </a:ext>
            </a:extLst>
          </p:cNvPr>
          <p:cNvSpPr>
            <a:spLocks noGrp="1"/>
          </p:cNvSpPr>
          <p:nvPr>
            <p:ph type="sldNum" sz="quarter" idx="12"/>
          </p:nvPr>
        </p:nvSpPr>
        <p:spPr/>
        <p:txBody>
          <a:bodyPr/>
          <a:lstStyle/>
          <a:p>
            <a:fld id="{6D455957-1418-453C-A644-6E131A65201F}" type="slidenum">
              <a:rPr lang="es-CO" smtClean="0"/>
              <a:t>‹Nº›</a:t>
            </a:fld>
            <a:endParaRPr lang="es-CO"/>
          </a:p>
        </p:txBody>
      </p:sp>
    </p:spTree>
    <p:extLst>
      <p:ext uri="{BB962C8B-B14F-4D97-AF65-F5344CB8AC3E}">
        <p14:creationId xmlns:p14="http://schemas.microsoft.com/office/powerpoint/2010/main" val="2681774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3.jpe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99EB6C-330A-4556-AC8C-E5A501B46336}" type="datetimeFigureOut">
              <a:rPr lang="es-CO" smtClean="0"/>
              <a:t>5/03/2026</a:t>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455957-1418-453C-A644-6E131A65201F}" type="slidenum">
              <a:rPr lang="es-CO" smtClean="0"/>
              <a:t>‹Nº›</a:t>
            </a:fld>
            <a:endParaRPr lang="es-CO"/>
          </a:p>
        </p:txBody>
      </p:sp>
      <p:pic>
        <p:nvPicPr>
          <p:cNvPr id="7" name="Imagen 6">
            <a:extLst>
              <a:ext uri="{FF2B5EF4-FFF2-40B4-BE49-F238E27FC236}">
                <a16:creationId xmlns:a16="http://schemas.microsoft.com/office/drawing/2014/main" id="{FEBCE69C-0E9C-5945-8C5B-51CD63616BCB}"/>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93315521"/>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99EB6C-330A-4556-AC8C-E5A501B46336}" type="datetimeFigureOut">
              <a:rPr lang="es-CO" smtClean="0"/>
              <a:t>5/03/2026</a:t>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455957-1418-453C-A644-6E131A65201F}" type="slidenum">
              <a:rPr lang="es-CO" smtClean="0"/>
              <a:t>‹Nº›</a:t>
            </a:fld>
            <a:endParaRPr lang="es-CO"/>
          </a:p>
        </p:txBody>
      </p:sp>
      <p:pic>
        <p:nvPicPr>
          <p:cNvPr id="8" name="Imagen 7">
            <a:extLst>
              <a:ext uri="{FF2B5EF4-FFF2-40B4-BE49-F238E27FC236}">
                <a16:creationId xmlns:a16="http://schemas.microsoft.com/office/drawing/2014/main" id="{13619E48-770E-3797-B2B5-4B5A3A2FE52A}"/>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334749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1.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1.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54.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55.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61.png"/><Relationship Id="rId4" Type="http://schemas.openxmlformats.org/officeDocument/2006/relationships/image" Target="../media/image60.png"/></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65.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65.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30.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jpeg"/><Relationship Id="rId1" Type="http://schemas.openxmlformats.org/officeDocument/2006/relationships/slideLayout" Target="../slideLayouts/slideLayout2.xml"/><Relationship Id="rId4"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rcRect/>
          <a:stretch/>
        </p:blipFill>
        <p:spPr>
          <a:xfrm>
            <a:off x="0" y="12560"/>
            <a:ext cx="12192000" cy="6832879"/>
          </a:xfrm>
          <a:prstGeom prst="rect">
            <a:avLst/>
          </a:prstGeom>
        </p:spPr>
      </p:pic>
      <p:sp>
        <p:nvSpPr>
          <p:cNvPr id="7" name="Google Shape;42;p1">
            <a:extLst>
              <a:ext uri="{FF2B5EF4-FFF2-40B4-BE49-F238E27FC236}">
                <a16:creationId xmlns:a16="http://schemas.microsoft.com/office/drawing/2014/main" id="{2B45B46A-91AE-80AB-4C52-6F9A4C7FEC60}"/>
              </a:ext>
            </a:extLst>
          </p:cNvPr>
          <p:cNvSpPr txBox="1">
            <a:spLocks noGrp="1"/>
          </p:cNvSpPr>
          <p:nvPr/>
        </p:nvSpPr>
        <p:spPr>
          <a:xfrm>
            <a:off x="1210255" y="2398152"/>
            <a:ext cx="9373925" cy="296284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595959"/>
              </a:buClr>
              <a:buSzPts val="1800"/>
              <a:buFont typeface="Arial"/>
              <a:buNone/>
              <a:defRPr sz="3600" b="1" i="0" u="none" strike="noStrike" cap="none">
                <a:solidFill>
                  <a:srgbClr val="59595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ctr" rtl="0">
              <a:lnSpc>
                <a:spcPct val="90000"/>
              </a:lnSpc>
              <a:spcBef>
                <a:spcPts val="0"/>
              </a:spcBef>
              <a:spcAft>
                <a:spcPts val="0"/>
              </a:spcAft>
              <a:buClr>
                <a:schemeClr val="lt1"/>
              </a:buClr>
              <a:buSzPts val="5400"/>
              <a:buFont typeface="Arial"/>
              <a:buNone/>
            </a:pPr>
            <a:r>
              <a:rPr lang="es-CO" sz="5400" dirty="0">
                <a:solidFill>
                  <a:schemeClr val="lt1"/>
                </a:solidFill>
              </a:rPr>
              <a:t>Lógica de Programación y Laboratorio</a:t>
            </a:r>
          </a:p>
          <a:p>
            <a:pPr marL="0" lvl="0" indent="0" algn="ctr" rtl="0">
              <a:lnSpc>
                <a:spcPct val="90000"/>
              </a:lnSpc>
              <a:spcBef>
                <a:spcPts val="0"/>
              </a:spcBef>
              <a:spcAft>
                <a:spcPts val="0"/>
              </a:spcAft>
              <a:buClr>
                <a:schemeClr val="lt1"/>
              </a:buClr>
              <a:buSzPts val="5400"/>
              <a:buFont typeface="Arial"/>
              <a:buNone/>
            </a:pPr>
            <a:endParaRPr lang="es-CO" sz="5400">
              <a:solidFill>
                <a:schemeClr val="lt1"/>
              </a:solidFill>
            </a:endParaRPr>
          </a:p>
          <a:p>
            <a:pPr marL="0" lvl="0" indent="0" algn="ctr" rtl="0">
              <a:lnSpc>
                <a:spcPct val="90000"/>
              </a:lnSpc>
              <a:spcBef>
                <a:spcPts val="0"/>
              </a:spcBef>
              <a:spcAft>
                <a:spcPts val="0"/>
              </a:spcAft>
              <a:buClr>
                <a:schemeClr val="lt1"/>
              </a:buClr>
              <a:buSzPts val="5400"/>
              <a:buFont typeface="Arial"/>
              <a:buNone/>
            </a:pPr>
            <a:r>
              <a:rPr lang="es-CO" sz="5400" dirty="0">
                <a:solidFill>
                  <a:schemeClr val="lt1"/>
                </a:solidFill>
              </a:rPr>
              <a:t>Sesión 7</a:t>
            </a:r>
          </a:p>
          <a:p>
            <a:pPr marL="0" lvl="0" indent="0" algn="ctr" rtl="0">
              <a:lnSpc>
                <a:spcPct val="90000"/>
              </a:lnSpc>
              <a:spcBef>
                <a:spcPts val="0"/>
              </a:spcBef>
              <a:spcAft>
                <a:spcPts val="0"/>
              </a:spcAft>
              <a:buClr>
                <a:schemeClr val="lt1"/>
              </a:buClr>
              <a:buSzPts val="5400"/>
              <a:buFont typeface="Arial"/>
              <a:buNone/>
            </a:pPr>
            <a:endParaRPr lang="es-CO" sz="5400">
              <a:solidFill>
                <a:schemeClr val="lt1"/>
              </a:solidFill>
            </a:endParaRPr>
          </a:p>
          <a:p>
            <a:pPr marL="0" lvl="0" indent="0" algn="ctr" rtl="0">
              <a:lnSpc>
                <a:spcPct val="90000"/>
              </a:lnSpc>
              <a:spcBef>
                <a:spcPts val="0"/>
              </a:spcBef>
              <a:spcAft>
                <a:spcPts val="0"/>
              </a:spcAft>
              <a:buClr>
                <a:schemeClr val="lt1"/>
              </a:buClr>
              <a:buSzPts val="5400"/>
              <a:buFont typeface="Arial"/>
              <a:buNone/>
            </a:pPr>
            <a:r>
              <a:rPr lang="es-CO" sz="2000" dirty="0" err="1">
                <a:solidFill>
                  <a:schemeClr val="lt1"/>
                </a:solidFill>
              </a:rPr>
              <a:t>Sebastian</a:t>
            </a:r>
            <a:r>
              <a:rPr lang="es-CO" sz="2000" dirty="0">
                <a:solidFill>
                  <a:schemeClr val="lt1"/>
                </a:solidFill>
              </a:rPr>
              <a:t> Montoya Villada</a:t>
            </a:r>
          </a:p>
        </p:txBody>
      </p:sp>
    </p:spTree>
    <p:extLst>
      <p:ext uri="{BB962C8B-B14F-4D97-AF65-F5344CB8AC3E}">
        <p14:creationId xmlns:p14="http://schemas.microsoft.com/office/powerpoint/2010/main" val="1972982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p:nvPr/>
        </p:nvSpPr>
        <p:spPr>
          <a:xfrm>
            <a:off x="0" y="0"/>
            <a:ext cx="12192000" cy="762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 name="Google Shape;85;p13"/>
          <p:cNvSpPr txBox="1"/>
          <p:nvPr/>
        </p:nvSpPr>
        <p:spPr>
          <a:xfrm>
            <a:off x="3220640" y="2715517"/>
            <a:ext cx="5750718" cy="74295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875" b="1" i="0" u="none" strike="noStrike" cap="none">
                <a:solidFill>
                  <a:srgbClr val="1E3A8A"/>
                </a:solidFill>
                <a:latin typeface="Poppins"/>
                <a:ea typeface="Poppins"/>
                <a:cs typeface="Poppins"/>
                <a:sym typeface="Poppins"/>
              </a:rPr>
              <a:t>Inferencia Lógica</a:t>
            </a:r>
            <a:endParaRPr/>
          </a:p>
        </p:txBody>
      </p:sp>
      <p:sp>
        <p:nvSpPr>
          <p:cNvPr id="86" name="Google Shape;86;p13"/>
          <p:cNvSpPr txBox="1"/>
          <p:nvPr/>
        </p:nvSpPr>
        <p:spPr>
          <a:xfrm>
            <a:off x="3300412" y="3648967"/>
            <a:ext cx="5591175" cy="42669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a:solidFill>
                  <a:srgbClr val="64748B"/>
                </a:solidFill>
                <a:latin typeface="Lato"/>
                <a:ea typeface="Lato"/>
                <a:cs typeface="Lato"/>
                <a:sym typeface="Lato"/>
              </a:rPr>
              <a:t>Conceptos, Importancia, Tipos y Primeras Reglas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4" descr="image.png"/>
          <p:cNvPicPr preferRelativeResize="0"/>
          <p:nvPr/>
        </p:nvPicPr>
        <p:blipFill rotWithShape="1">
          <a:blip r:embed="rId3">
            <a:alphaModFix/>
          </a:blip>
          <a:srcRect/>
          <a:stretch/>
        </p:blipFill>
        <p:spPr>
          <a:xfrm>
            <a:off x="762000" y="1790700"/>
            <a:ext cx="5095875" cy="4495800"/>
          </a:xfrm>
          <a:prstGeom prst="rect">
            <a:avLst/>
          </a:prstGeom>
          <a:noFill/>
          <a:ln>
            <a:noFill/>
          </a:ln>
        </p:spPr>
      </p:pic>
      <p:pic>
        <p:nvPicPr>
          <p:cNvPr id="92" name="Google Shape;92;p14" descr="image.png"/>
          <p:cNvPicPr preferRelativeResize="0"/>
          <p:nvPr/>
        </p:nvPicPr>
        <p:blipFill rotWithShape="1">
          <a:blip r:embed="rId4">
            <a:alphaModFix/>
          </a:blip>
          <a:srcRect/>
          <a:stretch/>
        </p:blipFill>
        <p:spPr>
          <a:xfrm>
            <a:off x="6334125" y="1790700"/>
            <a:ext cx="5095875" cy="4495800"/>
          </a:xfrm>
          <a:prstGeom prst="rect">
            <a:avLst/>
          </a:prstGeom>
          <a:noFill/>
          <a:ln>
            <a:noFill/>
          </a:ln>
        </p:spPr>
      </p:pic>
      <p:sp>
        <p:nvSpPr>
          <p:cNvPr id="93" name="Google Shape;93;p14"/>
          <p:cNvSpPr/>
          <p:nvPr/>
        </p:nvSpPr>
        <p:spPr>
          <a:xfrm>
            <a:off x="0" y="0"/>
            <a:ext cx="12192000" cy="762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4" name="Google Shape;94;p14"/>
          <p:cNvSpPr txBox="1"/>
          <p:nvPr/>
        </p:nvSpPr>
        <p:spPr>
          <a:xfrm>
            <a:off x="1152525" y="2181225"/>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Definición</a:t>
            </a:r>
            <a:endParaRPr/>
          </a:p>
        </p:txBody>
      </p:sp>
      <p:sp>
        <p:nvSpPr>
          <p:cNvPr id="95" name="Google Shape;95;p14"/>
          <p:cNvSpPr txBox="1"/>
          <p:nvPr/>
        </p:nvSpPr>
        <p:spPr>
          <a:xfrm>
            <a:off x="1152525" y="2771775"/>
            <a:ext cx="4314825" cy="234612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La inferencia lógica es el proceso de derivar conclusiones a partir de premisas mediante la aplicación de reglas de razonamiento establecidas. En otras palabras, es el mecanismo que nos permite pasar de información conocida a nueva información válida de manera estructurada y justificada.</a:t>
            </a:r>
            <a:endParaRPr/>
          </a:p>
        </p:txBody>
      </p:sp>
      <p:sp>
        <p:nvSpPr>
          <p:cNvPr id="96" name="Google Shape;96;p14"/>
          <p:cNvSpPr txBox="1"/>
          <p:nvPr/>
        </p:nvSpPr>
        <p:spPr>
          <a:xfrm>
            <a:off x="6724650" y="2181225"/>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Perspectiva Formal</a:t>
            </a:r>
            <a:endParaRPr/>
          </a:p>
        </p:txBody>
      </p:sp>
      <p:sp>
        <p:nvSpPr>
          <p:cNvPr id="97" name="Google Shape;97;p14"/>
          <p:cNvSpPr txBox="1"/>
          <p:nvPr/>
        </p:nvSpPr>
        <p:spPr>
          <a:xfrm>
            <a:off x="6724650" y="2771775"/>
            <a:ext cx="4314825" cy="20109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Desde un punto de vista formal, la inferencia lógica es la base de los sistemas deductivos, donde se parte de axiomas (afirmaciones aceptadas sin prueba) y premisas (suposiciones o hechos dados) para llegar a conclusiones que deben ser verdaderas si las premisas lo son.</a:t>
            </a:r>
            <a:endParaRPr/>
          </a:p>
        </p:txBody>
      </p:sp>
      <p:sp>
        <p:nvSpPr>
          <p:cNvPr id="98" name="Google Shape;98;p14"/>
          <p:cNvSpPr txBox="1"/>
          <p:nvPr/>
        </p:nvSpPr>
        <p:spPr>
          <a:xfrm>
            <a:off x="762000" y="958452"/>
            <a:ext cx="1120140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dirty="0">
                <a:solidFill>
                  <a:srgbClr val="1E293B"/>
                </a:solidFill>
                <a:latin typeface="Poppins SemiBold"/>
                <a:ea typeface="Poppins SemiBold"/>
                <a:cs typeface="Poppins SemiBold"/>
                <a:sym typeface="Poppins SemiBold"/>
              </a:rPr>
              <a:t>¿</a:t>
            </a:r>
            <a:r>
              <a:rPr lang="en-US" sz="3150" b="0" i="0" u="none" strike="noStrike" cap="none" dirty="0" err="1">
                <a:solidFill>
                  <a:srgbClr val="1E293B"/>
                </a:solidFill>
                <a:latin typeface="Poppins SemiBold"/>
                <a:ea typeface="Poppins SemiBold"/>
                <a:cs typeface="Poppins SemiBold"/>
                <a:sym typeface="Poppins SemiBold"/>
              </a:rPr>
              <a:t>Qué</a:t>
            </a:r>
            <a:r>
              <a:rPr lang="en-US" sz="3150" b="0" i="0" u="none" strike="noStrike" cap="none" dirty="0">
                <a:solidFill>
                  <a:srgbClr val="1E293B"/>
                </a:solidFill>
                <a:latin typeface="Poppins SemiBold"/>
                <a:ea typeface="Poppins SemiBold"/>
                <a:cs typeface="Poppins SemiBold"/>
                <a:sym typeface="Poppins SemiBold"/>
              </a:rPr>
              <a:t> es la </a:t>
            </a:r>
            <a:r>
              <a:rPr lang="en-US" sz="3150" b="0" i="0" u="none" strike="noStrike" cap="none" dirty="0" err="1">
                <a:solidFill>
                  <a:srgbClr val="1E293B"/>
                </a:solidFill>
                <a:latin typeface="Poppins SemiBold"/>
                <a:ea typeface="Poppins SemiBold"/>
                <a:cs typeface="Poppins SemiBold"/>
                <a:sym typeface="Poppins SemiBold"/>
              </a:rPr>
              <a:t>Inferencia</a:t>
            </a:r>
            <a:r>
              <a:rPr lang="en-US" sz="3150" b="0" i="0" u="none" strike="noStrike" cap="none" dirty="0">
                <a:solidFill>
                  <a:srgbClr val="1E293B"/>
                </a:solidFill>
                <a:latin typeface="Poppins SemiBold"/>
                <a:ea typeface="Poppins SemiBold"/>
                <a:cs typeface="Poppins SemiBold"/>
                <a:sym typeface="Poppins SemiBold"/>
              </a:rPr>
              <a:t> </a:t>
            </a:r>
            <a:r>
              <a:rPr lang="en-US" sz="3150" b="0" i="0" u="none" strike="noStrike" cap="none" dirty="0" err="1">
                <a:solidFill>
                  <a:srgbClr val="1E293B"/>
                </a:solidFill>
                <a:latin typeface="Poppins SemiBold"/>
                <a:ea typeface="Poppins SemiBold"/>
                <a:cs typeface="Poppins SemiBold"/>
                <a:sym typeface="Poppins SemiBold"/>
              </a:rPr>
              <a:t>Lógica</a:t>
            </a:r>
            <a:r>
              <a:rPr lang="en-US" sz="3150" b="0" i="0" u="none" strike="noStrike" cap="none" dirty="0">
                <a:solidFill>
                  <a:srgbClr val="1E293B"/>
                </a:solidFill>
                <a:latin typeface="Poppins SemiBold"/>
                <a:ea typeface="Poppins SemiBold"/>
                <a:cs typeface="Poppins SemiBold"/>
                <a:sym typeface="Poppins SemiBold"/>
              </a:rPr>
              <a:t>?</a:t>
            </a:r>
            <a:endParaRPr dirty="0"/>
          </a:p>
        </p:txBody>
      </p:sp>
      <p:sp>
        <p:nvSpPr>
          <p:cNvPr id="99" name="Google Shape;99;p14"/>
          <p:cNvSpPr/>
          <p:nvPr/>
        </p:nvSpPr>
        <p:spPr>
          <a:xfrm>
            <a:off x="762000" y="1390650"/>
            <a:ext cx="10668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15" descr="image.png"/>
          <p:cNvPicPr preferRelativeResize="0"/>
          <p:nvPr/>
        </p:nvPicPr>
        <p:blipFill rotWithShape="1">
          <a:blip r:embed="rId3">
            <a:alphaModFix/>
          </a:blip>
          <a:srcRect/>
          <a:stretch/>
        </p:blipFill>
        <p:spPr>
          <a:xfrm>
            <a:off x="304800" y="366688"/>
            <a:ext cx="10668000" cy="6173390"/>
          </a:xfrm>
          <a:prstGeom prst="rect">
            <a:avLst/>
          </a:prstGeom>
          <a:noFill/>
          <a:ln>
            <a:noFill/>
          </a:ln>
        </p:spPr>
      </p:pic>
      <p:sp>
        <p:nvSpPr>
          <p:cNvPr id="105" name="Google Shape;105;p15"/>
          <p:cNvSpPr/>
          <p:nvPr/>
        </p:nvSpPr>
        <p:spPr>
          <a:xfrm>
            <a:off x="0" y="0"/>
            <a:ext cx="12192000" cy="762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 name="Google Shape;106;p15"/>
          <p:cNvSpPr txBox="1"/>
          <p:nvPr/>
        </p:nvSpPr>
        <p:spPr>
          <a:xfrm>
            <a:off x="695325" y="757213"/>
            <a:ext cx="10381297"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dirty="0" err="1">
                <a:solidFill>
                  <a:srgbClr val="0F172A"/>
                </a:solidFill>
                <a:latin typeface="Poppins SemiBold"/>
                <a:ea typeface="Poppins SemiBold"/>
                <a:cs typeface="Poppins SemiBold"/>
                <a:sym typeface="Poppins SemiBold"/>
              </a:rPr>
              <a:t>Pregunta</a:t>
            </a:r>
            <a:r>
              <a:rPr lang="en-US" sz="2100" b="0" i="0" u="none" strike="noStrike" cap="none" dirty="0">
                <a:solidFill>
                  <a:srgbClr val="0F172A"/>
                </a:solidFill>
                <a:latin typeface="Poppins SemiBold"/>
                <a:ea typeface="Poppins SemiBold"/>
                <a:cs typeface="Poppins SemiBold"/>
                <a:sym typeface="Poppins SemiBold"/>
              </a:rPr>
              <a:t> para </a:t>
            </a:r>
            <a:r>
              <a:rPr lang="en-US" sz="2100" b="0" i="0" u="none" strike="noStrike" cap="none" dirty="0" err="1">
                <a:solidFill>
                  <a:srgbClr val="0F172A"/>
                </a:solidFill>
                <a:latin typeface="Poppins SemiBold"/>
                <a:ea typeface="Poppins SemiBold"/>
                <a:cs typeface="Poppins SemiBold"/>
                <a:sym typeface="Poppins SemiBold"/>
              </a:rPr>
              <a:t>abrir</a:t>
            </a:r>
            <a:r>
              <a:rPr lang="en-US" sz="2100" b="0" i="0" u="none" strike="noStrike" cap="none" dirty="0">
                <a:solidFill>
                  <a:srgbClr val="0F172A"/>
                </a:solidFill>
                <a:latin typeface="Poppins SemiBold"/>
                <a:ea typeface="Poppins SemiBold"/>
                <a:cs typeface="Poppins SemiBold"/>
                <a:sym typeface="Poppins SemiBold"/>
              </a:rPr>
              <a:t> la </a:t>
            </a:r>
            <a:r>
              <a:rPr lang="en-US" sz="2100" b="0" i="0" u="none" strike="noStrike" cap="none" dirty="0" err="1">
                <a:solidFill>
                  <a:srgbClr val="0F172A"/>
                </a:solidFill>
                <a:latin typeface="Poppins SemiBold"/>
                <a:ea typeface="Poppins SemiBold"/>
                <a:cs typeface="Poppins SemiBold"/>
                <a:sym typeface="Poppins SemiBold"/>
              </a:rPr>
              <a:t>discusión</a:t>
            </a:r>
            <a:r>
              <a:rPr lang="en-US" sz="2100" b="0" i="0" u="none" strike="noStrike" cap="none" dirty="0">
                <a:solidFill>
                  <a:srgbClr val="0F172A"/>
                </a:solidFill>
                <a:latin typeface="Poppins SemiBold"/>
                <a:ea typeface="Poppins SemiBold"/>
                <a:cs typeface="Poppins SemiBold"/>
                <a:sym typeface="Poppins SemiBold"/>
              </a:rPr>
              <a:t>:</a:t>
            </a:r>
            <a:endParaRPr dirty="0"/>
          </a:p>
        </p:txBody>
      </p:sp>
      <p:sp>
        <p:nvSpPr>
          <p:cNvPr id="107" name="Google Shape;107;p15"/>
          <p:cNvSpPr/>
          <p:nvPr/>
        </p:nvSpPr>
        <p:spPr>
          <a:xfrm>
            <a:off x="695325" y="1347763"/>
            <a:ext cx="9886950" cy="71616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8" name="Google Shape;108;p15"/>
          <p:cNvSpPr txBox="1"/>
          <p:nvPr/>
        </p:nvSpPr>
        <p:spPr>
          <a:xfrm>
            <a:off x="885825" y="1538263"/>
            <a:ext cx="950595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1" u="none" strike="noStrike" cap="none">
                <a:solidFill>
                  <a:srgbClr val="1E3A8A"/>
                </a:solidFill>
                <a:latin typeface="Lato"/>
                <a:ea typeface="Lato"/>
                <a:cs typeface="Lato"/>
                <a:sym typeface="Lato"/>
              </a:rPr>
              <a:t>"Si ves el cielo nublado y personas con paraguas en la calle, ¿qué puedes inferir?"</a:t>
            </a:r>
            <a:endParaRPr/>
          </a:p>
        </p:txBody>
      </p:sp>
      <p:sp>
        <p:nvSpPr>
          <p:cNvPr id="109" name="Google Shape;109;p15"/>
          <p:cNvSpPr/>
          <p:nvPr/>
        </p:nvSpPr>
        <p:spPr>
          <a:xfrm>
            <a:off x="695325" y="1347763"/>
            <a:ext cx="38100" cy="71616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0" name="Google Shape;110;p15"/>
          <p:cNvSpPr txBox="1"/>
          <p:nvPr/>
        </p:nvSpPr>
        <p:spPr>
          <a:xfrm>
            <a:off x="695325" y="2349674"/>
            <a:ext cx="10381297"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Posibles respuestas de los estudiantes:</a:t>
            </a:r>
            <a:endParaRPr/>
          </a:p>
        </p:txBody>
      </p:sp>
      <p:sp>
        <p:nvSpPr>
          <p:cNvPr id="111" name="Google Shape;111;p15"/>
          <p:cNvSpPr txBox="1"/>
          <p:nvPr/>
        </p:nvSpPr>
        <p:spPr>
          <a:xfrm>
            <a:off x="695325" y="4726757"/>
            <a:ext cx="10381297" cy="419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16A34A"/>
                </a:solidFill>
                <a:latin typeface="Poppins SemiBold"/>
                <a:ea typeface="Poppins SemiBold"/>
                <a:cs typeface="Poppins SemiBold"/>
                <a:sym typeface="Poppins SemiBold"/>
              </a:rPr>
              <a:t>Conclusión:</a:t>
            </a:r>
            <a:endParaRPr/>
          </a:p>
        </p:txBody>
      </p:sp>
      <p:sp>
        <p:nvSpPr>
          <p:cNvPr id="112" name="Google Shape;112;p15"/>
          <p:cNvSpPr/>
          <p:nvPr/>
        </p:nvSpPr>
        <p:spPr>
          <a:xfrm>
            <a:off x="695325" y="4536257"/>
            <a:ext cx="988695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3" name="Google Shape;113;p15"/>
          <p:cNvSpPr txBox="1"/>
          <p:nvPr/>
        </p:nvSpPr>
        <p:spPr>
          <a:xfrm>
            <a:off x="695325" y="5336357"/>
            <a:ext cx="988695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La inferencia es el proceso de sacar conclusiones basadas en información que ya tenemos. No significa que siempre acertemos, pero es una herramienta poderosa para tomar decisiones.</a:t>
            </a:r>
            <a:endParaRPr/>
          </a:p>
        </p:txBody>
      </p:sp>
      <p:sp>
        <p:nvSpPr>
          <p:cNvPr id="114" name="Google Shape;114;p15"/>
          <p:cNvSpPr txBox="1"/>
          <p:nvPr/>
        </p:nvSpPr>
        <p:spPr>
          <a:xfrm>
            <a:off x="952500" y="2960227"/>
            <a:ext cx="12382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334155"/>
                </a:solidFill>
                <a:latin typeface="Lato"/>
                <a:ea typeface="Lato"/>
                <a:cs typeface="Lato"/>
                <a:sym typeface="Lato"/>
              </a:rPr>
              <a:t>•</a:t>
            </a:r>
            <a:endParaRPr/>
          </a:p>
        </p:txBody>
      </p:sp>
      <p:sp>
        <p:nvSpPr>
          <p:cNvPr id="115" name="Google Shape;115;p15"/>
          <p:cNvSpPr txBox="1"/>
          <p:nvPr/>
        </p:nvSpPr>
        <p:spPr>
          <a:xfrm>
            <a:off x="1076325" y="2959274"/>
            <a:ext cx="9505950" cy="335160"/>
          </a:xfrm>
          <a:prstGeom prst="rect">
            <a:avLst/>
          </a:prstGeom>
          <a:noFill/>
          <a:ln>
            <a:noFill/>
          </a:ln>
        </p:spPr>
        <p:txBody>
          <a:bodyPr spcFirstLastPara="1" wrap="square" lIns="123825"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"Que va a llover"</a:t>
            </a:r>
            <a:endParaRPr/>
          </a:p>
        </p:txBody>
      </p:sp>
      <p:sp>
        <p:nvSpPr>
          <p:cNvPr id="116" name="Google Shape;116;p15"/>
          <p:cNvSpPr txBox="1"/>
          <p:nvPr/>
        </p:nvSpPr>
        <p:spPr>
          <a:xfrm>
            <a:off x="952500" y="3390638"/>
            <a:ext cx="12382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334155"/>
                </a:solidFill>
                <a:latin typeface="Lato"/>
                <a:ea typeface="Lato"/>
                <a:cs typeface="Lato"/>
                <a:sym typeface="Lato"/>
              </a:rPr>
              <a:t>•</a:t>
            </a:r>
            <a:endParaRPr/>
          </a:p>
        </p:txBody>
      </p:sp>
      <p:sp>
        <p:nvSpPr>
          <p:cNvPr id="117" name="Google Shape;117;p15"/>
          <p:cNvSpPr txBox="1"/>
          <p:nvPr/>
        </p:nvSpPr>
        <p:spPr>
          <a:xfrm>
            <a:off x="1076325" y="3389685"/>
            <a:ext cx="9505950" cy="335160"/>
          </a:xfrm>
          <a:prstGeom prst="rect">
            <a:avLst/>
          </a:prstGeom>
          <a:noFill/>
          <a:ln>
            <a:noFill/>
          </a:ln>
        </p:spPr>
        <p:txBody>
          <a:bodyPr spcFirstLastPara="1" wrap="square" lIns="123825"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"Que ya llovió"</a:t>
            </a:r>
            <a:endParaRPr/>
          </a:p>
        </p:txBody>
      </p:sp>
      <p:sp>
        <p:nvSpPr>
          <p:cNvPr id="118" name="Google Shape;118;p15"/>
          <p:cNvSpPr txBox="1"/>
          <p:nvPr/>
        </p:nvSpPr>
        <p:spPr>
          <a:xfrm>
            <a:off x="952500" y="3821049"/>
            <a:ext cx="12382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334155"/>
                </a:solidFill>
                <a:latin typeface="Lato"/>
                <a:ea typeface="Lato"/>
                <a:cs typeface="Lato"/>
                <a:sym typeface="Lato"/>
              </a:rPr>
              <a:t>•</a:t>
            </a:r>
            <a:endParaRPr/>
          </a:p>
        </p:txBody>
      </p:sp>
      <p:sp>
        <p:nvSpPr>
          <p:cNvPr id="119" name="Google Shape;119;p15"/>
          <p:cNvSpPr txBox="1"/>
          <p:nvPr/>
        </p:nvSpPr>
        <p:spPr>
          <a:xfrm>
            <a:off x="1076325" y="3820096"/>
            <a:ext cx="9505950" cy="335160"/>
          </a:xfrm>
          <a:prstGeom prst="rect">
            <a:avLst/>
          </a:prstGeom>
          <a:noFill/>
          <a:ln>
            <a:noFill/>
          </a:ln>
        </p:spPr>
        <p:txBody>
          <a:bodyPr spcFirstLastPara="1" wrap="square" lIns="123825"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"Que la gente cree que lloverá"</a:t>
            </a:r>
            <a:endParaRPr/>
          </a:p>
        </p:txBody>
      </p:sp>
      <p:sp>
        <p:nvSpPr>
          <p:cNvPr id="121" name="Google Shape;121;p15"/>
          <p:cNvSpPr/>
          <p:nvPr/>
        </p:nvSpPr>
        <p:spPr>
          <a:xfrm>
            <a:off x="762000" y="551854"/>
            <a:ext cx="10668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pic>
        <p:nvPicPr>
          <p:cNvPr id="144" name="Google Shape;144;p17" descr="image.png"/>
          <p:cNvPicPr preferRelativeResize="0"/>
          <p:nvPr/>
        </p:nvPicPr>
        <p:blipFill rotWithShape="1">
          <a:blip r:embed="rId3">
            <a:alphaModFix/>
          </a:blip>
          <a:srcRect/>
          <a:stretch/>
        </p:blipFill>
        <p:spPr>
          <a:xfrm>
            <a:off x="762000" y="1790700"/>
            <a:ext cx="3365450" cy="4495800"/>
          </a:xfrm>
          <a:prstGeom prst="rect">
            <a:avLst/>
          </a:prstGeom>
          <a:noFill/>
          <a:ln>
            <a:noFill/>
          </a:ln>
        </p:spPr>
      </p:pic>
      <p:pic>
        <p:nvPicPr>
          <p:cNvPr id="145" name="Google Shape;145;p17" descr="image.png"/>
          <p:cNvPicPr preferRelativeResize="0"/>
          <p:nvPr/>
        </p:nvPicPr>
        <p:blipFill rotWithShape="1">
          <a:blip r:embed="rId4">
            <a:alphaModFix/>
          </a:blip>
          <a:srcRect/>
          <a:stretch/>
        </p:blipFill>
        <p:spPr>
          <a:xfrm>
            <a:off x="4413200" y="1790700"/>
            <a:ext cx="3365450" cy="4495800"/>
          </a:xfrm>
          <a:prstGeom prst="rect">
            <a:avLst/>
          </a:prstGeom>
          <a:noFill/>
          <a:ln>
            <a:noFill/>
          </a:ln>
        </p:spPr>
      </p:pic>
      <p:pic>
        <p:nvPicPr>
          <p:cNvPr id="146" name="Google Shape;146;p17" descr="image.png"/>
          <p:cNvPicPr preferRelativeResize="0"/>
          <p:nvPr/>
        </p:nvPicPr>
        <p:blipFill rotWithShape="1">
          <a:blip r:embed="rId5">
            <a:alphaModFix/>
          </a:blip>
          <a:srcRect/>
          <a:stretch/>
        </p:blipFill>
        <p:spPr>
          <a:xfrm>
            <a:off x="8064400" y="1790700"/>
            <a:ext cx="3365450" cy="4495800"/>
          </a:xfrm>
          <a:prstGeom prst="rect">
            <a:avLst/>
          </a:prstGeom>
          <a:noFill/>
          <a:ln>
            <a:noFill/>
          </a:ln>
        </p:spPr>
      </p:pic>
      <p:sp>
        <p:nvSpPr>
          <p:cNvPr id="147" name="Google Shape;147;p17"/>
          <p:cNvSpPr/>
          <p:nvPr/>
        </p:nvSpPr>
        <p:spPr>
          <a:xfrm>
            <a:off x="0" y="0"/>
            <a:ext cx="12192000" cy="762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8" name="Google Shape;148;p17"/>
          <p:cNvSpPr txBox="1"/>
          <p:nvPr/>
        </p:nvSpPr>
        <p:spPr>
          <a:xfrm>
            <a:off x="1057275" y="2181225"/>
            <a:ext cx="2913645"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Deducción</a:t>
            </a:r>
            <a:endParaRPr/>
          </a:p>
        </p:txBody>
      </p:sp>
      <p:sp>
        <p:nvSpPr>
          <p:cNvPr id="149" name="Google Shape;149;p17"/>
          <p:cNvSpPr txBox="1"/>
          <p:nvPr/>
        </p:nvSpPr>
        <p:spPr>
          <a:xfrm>
            <a:off x="1057275" y="2771775"/>
            <a:ext cx="2774900"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Se parte de principios generales para llegar a conclusiones específicas.</a:t>
            </a:r>
            <a:endParaRPr/>
          </a:p>
        </p:txBody>
      </p:sp>
      <p:sp>
        <p:nvSpPr>
          <p:cNvPr id="150" name="Google Shape;150;p17"/>
          <p:cNvSpPr/>
          <p:nvPr/>
        </p:nvSpPr>
        <p:spPr>
          <a:xfrm>
            <a:off x="1057275" y="4227314"/>
            <a:ext cx="2774900" cy="147816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1" name="Google Shape;151;p17"/>
          <p:cNvSpPr txBox="1"/>
          <p:nvPr/>
        </p:nvSpPr>
        <p:spPr>
          <a:xfrm>
            <a:off x="1247775" y="4417814"/>
            <a:ext cx="2393900"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1" u="none" strike="noStrike" cap="none">
                <a:solidFill>
                  <a:srgbClr val="334155"/>
                </a:solidFill>
                <a:latin typeface="Lato"/>
                <a:ea typeface="Lato"/>
                <a:cs typeface="Lato"/>
                <a:sym typeface="Lato"/>
              </a:rPr>
              <a:t>(Ejemplo: "Todos los humanos son mortales. Sócrates es humano. → Sócrates es mortal.")</a:t>
            </a:r>
            <a:endParaRPr/>
          </a:p>
        </p:txBody>
      </p:sp>
      <p:sp>
        <p:nvSpPr>
          <p:cNvPr id="152" name="Google Shape;152;p17"/>
          <p:cNvSpPr/>
          <p:nvPr/>
        </p:nvSpPr>
        <p:spPr>
          <a:xfrm>
            <a:off x="1057275" y="4227314"/>
            <a:ext cx="38100" cy="1478160"/>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3" name="Google Shape;153;p17"/>
          <p:cNvSpPr txBox="1"/>
          <p:nvPr/>
        </p:nvSpPr>
        <p:spPr>
          <a:xfrm>
            <a:off x="4708475" y="2181225"/>
            <a:ext cx="2913645"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Inducción</a:t>
            </a:r>
            <a:endParaRPr/>
          </a:p>
        </p:txBody>
      </p:sp>
      <p:sp>
        <p:nvSpPr>
          <p:cNvPr id="154" name="Google Shape;154;p17"/>
          <p:cNvSpPr txBox="1"/>
          <p:nvPr/>
        </p:nvSpPr>
        <p:spPr>
          <a:xfrm>
            <a:off x="4708475" y="2771775"/>
            <a:ext cx="277490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Se generaliza a partir de casos particulares.</a:t>
            </a:r>
            <a:endParaRPr/>
          </a:p>
        </p:txBody>
      </p:sp>
      <p:sp>
        <p:nvSpPr>
          <p:cNvPr id="155" name="Google Shape;155;p17"/>
          <p:cNvSpPr/>
          <p:nvPr/>
        </p:nvSpPr>
        <p:spPr>
          <a:xfrm>
            <a:off x="4708475" y="4775894"/>
            <a:ext cx="2774900" cy="92958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6" name="Google Shape;156;p17"/>
          <p:cNvSpPr txBox="1"/>
          <p:nvPr/>
        </p:nvSpPr>
        <p:spPr>
          <a:xfrm>
            <a:off x="4898975" y="4966394"/>
            <a:ext cx="23939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1" u="none" strike="noStrike" cap="none">
                <a:solidFill>
                  <a:srgbClr val="334155"/>
                </a:solidFill>
                <a:latin typeface="Lato"/>
                <a:ea typeface="Lato"/>
                <a:cs typeface="Lato"/>
                <a:sym typeface="Lato"/>
              </a:rPr>
              <a:t>(Ejemplo: "El sol ha salido cada día → El sol saldrá mañana.")</a:t>
            </a:r>
            <a:endParaRPr/>
          </a:p>
        </p:txBody>
      </p:sp>
      <p:sp>
        <p:nvSpPr>
          <p:cNvPr id="157" name="Google Shape;157;p17"/>
          <p:cNvSpPr/>
          <p:nvPr/>
        </p:nvSpPr>
        <p:spPr>
          <a:xfrm>
            <a:off x="4708475" y="4775894"/>
            <a:ext cx="38100" cy="929580"/>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8" name="Google Shape;158;p17"/>
          <p:cNvSpPr txBox="1"/>
          <p:nvPr/>
        </p:nvSpPr>
        <p:spPr>
          <a:xfrm>
            <a:off x="8359675" y="2181225"/>
            <a:ext cx="2913645"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Abducción</a:t>
            </a:r>
            <a:endParaRPr/>
          </a:p>
        </p:txBody>
      </p:sp>
      <p:sp>
        <p:nvSpPr>
          <p:cNvPr id="159" name="Google Shape;159;p17"/>
          <p:cNvSpPr txBox="1"/>
          <p:nvPr/>
        </p:nvSpPr>
        <p:spPr>
          <a:xfrm>
            <a:off x="8359675" y="2771775"/>
            <a:ext cx="2774900"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Se propone la mejor explicación posible para un hecho observado.</a:t>
            </a:r>
            <a:endParaRPr/>
          </a:p>
        </p:txBody>
      </p:sp>
      <p:sp>
        <p:nvSpPr>
          <p:cNvPr id="160" name="Google Shape;160;p17"/>
          <p:cNvSpPr/>
          <p:nvPr/>
        </p:nvSpPr>
        <p:spPr>
          <a:xfrm>
            <a:off x="8359675" y="4501604"/>
            <a:ext cx="2774900" cy="1203870"/>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1" name="Google Shape;161;p17"/>
          <p:cNvSpPr txBox="1"/>
          <p:nvPr/>
        </p:nvSpPr>
        <p:spPr>
          <a:xfrm>
            <a:off x="8550175" y="4692104"/>
            <a:ext cx="239390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1" u="none" strike="noStrike" cap="none">
                <a:solidFill>
                  <a:srgbClr val="334155"/>
                </a:solidFill>
                <a:latin typeface="Lato"/>
                <a:ea typeface="Lato"/>
                <a:cs typeface="Lato"/>
                <a:sym typeface="Lato"/>
              </a:rPr>
              <a:t>(Ejemplo: "Las calles están mojadas → Probablemente ha llovido.")</a:t>
            </a:r>
            <a:endParaRPr/>
          </a:p>
        </p:txBody>
      </p:sp>
      <p:sp>
        <p:nvSpPr>
          <p:cNvPr id="162" name="Google Shape;162;p17"/>
          <p:cNvSpPr/>
          <p:nvPr/>
        </p:nvSpPr>
        <p:spPr>
          <a:xfrm>
            <a:off x="8359675" y="4501604"/>
            <a:ext cx="38100" cy="1203870"/>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3" name="Google Shape;163;p17"/>
          <p:cNvSpPr txBox="1"/>
          <p:nvPr/>
        </p:nvSpPr>
        <p:spPr>
          <a:xfrm>
            <a:off x="762000" y="800547"/>
            <a:ext cx="11201400" cy="48474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150" b="0" i="0" u="none" strike="noStrike" cap="none" dirty="0" err="1">
                <a:solidFill>
                  <a:srgbClr val="1E293B"/>
                </a:solidFill>
                <a:latin typeface="Poppins SemiBold"/>
                <a:ea typeface="Poppins SemiBold"/>
                <a:cs typeface="Poppins SemiBold"/>
                <a:sym typeface="Poppins SemiBold"/>
              </a:rPr>
              <a:t>Tipos</a:t>
            </a:r>
            <a:r>
              <a:rPr lang="en-US" sz="3150" b="0" i="0" u="none" strike="noStrike" cap="none" dirty="0">
                <a:solidFill>
                  <a:srgbClr val="1E293B"/>
                </a:solidFill>
                <a:latin typeface="Poppins SemiBold"/>
                <a:ea typeface="Poppins SemiBold"/>
                <a:cs typeface="Poppins SemiBold"/>
                <a:sym typeface="Poppins SemiBold"/>
              </a:rPr>
              <a:t> de </a:t>
            </a:r>
            <a:r>
              <a:rPr lang="en-US" sz="3150" b="0" i="0" u="none" strike="noStrike" cap="none" dirty="0" err="1">
                <a:solidFill>
                  <a:srgbClr val="1E293B"/>
                </a:solidFill>
                <a:latin typeface="Poppins SemiBold"/>
                <a:ea typeface="Poppins SemiBold"/>
                <a:cs typeface="Poppins SemiBold"/>
                <a:sym typeface="Poppins SemiBold"/>
              </a:rPr>
              <a:t>Inferencia</a:t>
            </a:r>
            <a:endParaRPr dirty="0"/>
          </a:p>
        </p:txBody>
      </p:sp>
      <p:sp>
        <p:nvSpPr>
          <p:cNvPr id="164" name="Google Shape;164;p17"/>
          <p:cNvSpPr/>
          <p:nvPr/>
        </p:nvSpPr>
        <p:spPr>
          <a:xfrm>
            <a:off x="762000" y="1390650"/>
            <a:ext cx="10668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Google Shape;169;p18" descr="image.png"/>
          <p:cNvPicPr preferRelativeResize="0"/>
          <p:nvPr/>
        </p:nvPicPr>
        <p:blipFill rotWithShape="1">
          <a:blip r:embed="rId3">
            <a:alphaModFix/>
          </a:blip>
          <a:srcRect/>
          <a:stretch/>
        </p:blipFill>
        <p:spPr>
          <a:xfrm>
            <a:off x="762000" y="1743372"/>
            <a:ext cx="10668000" cy="4590454"/>
          </a:xfrm>
          <a:prstGeom prst="rect">
            <a:avLst/>
          </a:prstGeom>
          <a:noFill/>
          <a:ln>
            <a:noFill/>
          </a:ln>
        </p:spPr>
      </p:pic>
      <p:pic>
        <p:nvPicPr>
          <p:cNvPr id="170" name="Google Shape;170;p18" descr="image.png"/>
          <p:cNvPicPr preferRelativeResize="0"/>
          <p:nvPr/>
        </p:nvPicPr>
        <p:blipFill rotWithShape="1">
          <a:blip r:embed="rId4">
            <a:alphaModFix/>
          </a:blip>
          <a:srcRect/>
          <a:stretch/>
        </p:blipFill>
        <p:spPr>
          <a:xfrm>
            <a:off x="1152525" y="3089969"/>
            <a:ext cx="9886950" cy="1146571"/>
          </a:xfrm>
          <a:prstGeom prst="rect">
            <a:avLst/>
          </a:prstGeom>
          <a:noFill/>
          <a:ln>
            <a:noFill/>
          </a:ln>
        </p:spPr>
      </p:pic>
      <p:pic>
        <p:nvPicPr>
          <p:cNvPr id="171" name="Google Shape;171;p18" descr="image.png"/>
          <p:cNvPicPr preferRelativeResize="0"/>
          <p:nvPr/>
        </p:nvPicPr>
        <p:blipFill rotWithShape="1">
          <a:blip r:embed="rId5">
            <a:alphaModFix/>
          </a:blip>
          <a:srcRect/>
          <a:stretch/>
        </p:blipFill>
        <p:spPr>
          <a:xfrm>
            <a:off x="5410200" y="4522291"/>
            <a:ext cx="1145976" cy="561975"/>
          </a:xfrm>
          <a:prstGeom prst="rect">
            <a:avLst/>
          </a:prstGeom>
          <a:noFill/>
          <a:ln>
            <a:noFill/>
          </a:ln>
        </p:spPr>
      </p:pic>
      <p:sp>
        <p:nvSpPr>
          <p:cNvPr id="172" name="Google Shape;172;p18"/>
          <p:cNvSpPr/>
          <p:nvPr/>
        </p:nvSpPr>
        <p:spPr>
          <a:xfrm>
            <a:off x="0" y="0"/>
            <a:ext cx="12192000" cy="762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3" name="Google Shape;173;p18"/>
          <p:cNvSpPr txBox="1"/>
          <p:nvPr/>
        </p:nvSpPr>
        <p:spPr>
          <a:xfrm>
            <a:off x="1152525" y="2133897"/>
            <a:ext cx="988695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a:solidFill>
                  <a:srgbClr val="334155"/>
                </a:solidFill>
                <a:latin typeface="Lato"/>
                <a:ea typeface="Lato"/>
                <a:cs typeface="Lato"/>
                <a:sym typeface="Lato"/>
              </a:rPr>
              <a:t>Las </a:t>
            </a:r>
            <a:r>
              <a:rPr lang="en-US" sz="1650" b="0" i="0" u="none" strike="noStrike" cap="none" dirty="0" err="1">
                <a:solidFill>
                  <a:srgbClr val="334155"/>
                </a:solidFill>
                <a:latin typeface="Lato"/>
                <a:ea typeface="Lato"/>
                <a:cs typeface="Lato"/>
                <a:sym typeface="Lato"/>
              </a:rPr>
              <a:t>reglas</a:t>
            </a:r>
            <a:r>
              <a:rPr lang="en-US" sz="1650" b="0" i="0" u="none" strike="noStrike" cap="none" dirty="0">
                <a:solidFill>
                  <a:srgbClr val="334155"/>
                </a:solidFill>
                <a:latin typeface="Lato"/>
                <a:ea typeface="Lato"/>
                <a:cs typeface="Lato"/>
                <a:sym typeface="Lato"/>
              </a:rPr>
              <a:t> de </a:t>
            </a:r>
            <a:r>
              <a:rPr lang="en-US" sz="1650" b="0" i="0" u="none" strike="noStrike" cap="none" dirty="0" err="1">
                <a:solidFill>
                  <a:srgbClr val="334155"/>
                </a:solidFill>
                <a:latin typeface="Lato"/>
                <a:ea typeface="Lato"/>
                <a:cs typeface="Lato"/>
                <a:sym typeface="Lato"/>
              </a:rPr>
              <a:t>inferencia</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establecen</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cómo</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podemos</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obtener</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conclusiones</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válidas</a:t>
            </a:r>
            <a:r>
              <a:rPr lang="en-US" sz="1650" b="0" i="0" u="none" strike="noStrike" cap="none" dirty="0">
                <a:solidFill>
                  <a:srgbClr val="334155"/>
                </a:solidFill>
                <a:latin typeface="Lato"/>
                <a:ea typeface="Lato"/>
                <a:cs typeface="Lato"/>
                <a:sym typeface="Lato"/>
              </a:rPr>
              <a:t> a </a:t>
            </a:r>
            <a:r>
              <a:rPr lang="en-US" sz="1650" b="0" i="0" u="none" strike="noStrike" cap="none" dirty="0" err="1">
                <a:solidFill>
                  <a:srgbClr val="334155"/>
                </a:solidFill>
                <a:latin typeface="Lato"/>
                <a:ea typeface="Lato"/>
                <a:cs typeface="Lato"/>
                <a:sym typeface="Lato"/>
              </a:rPr>
              <a:t>partir</a:t>
            </a:r>
            <a:r>
              <a:rPr lang="en-US" sz="1650" b="0" i="0" u="none" strike="noStrike" cap="none" dirty="0">
                <a:solidFill>
                  <a:srgbClr val="334155"/>
                </a:solidFill>
                <a:latin typeface="Lato"/>
                <a:ea typeface="Lato"/>
                <a:cs typeface="Lato"/>
                <a:sym typeface="Lato"/>
              </a:rPr>
              <a:t> de </a:t>
            </a:r>
            <a:r>
              <a:rPr lang="en-US" sz="1650" b="0" i="0" u="none" strike="noStrike" cap="none" dirty="0" err="1">
                <a:solidFill>
                  <a:srgbClr val="334155"/>
                </a:solidFill>
                <a:latin typeface="Lato"/>
                <a:ea typeface="Lato"/>
                <a:cs typeface="Lato"/>
                <a:sym typeface="Lato"/>
              </a:rPr>
              <a:t>premisas</a:t>
            </a:r>
            <a:r>
              <a:rPr lang="en-US" sz="1650" b="0" i="0" u="none" strike="noStrike" cap="none" dirty="0">
                <a:solidFill>
                  <a:srgbClr val="334155"/>
                </a:solidFill>
                <a:latin typeface="Lato"/>
                <a:ea typeface="Lato"/>
                <a:cs typeface="Lato"/>
                <a:sym typeface="Lato"/>
              </a:rPr>
              <a:t>. Son las </a:t>
            </a:r>
            <a:r>
              <a:rPr lang="en-US" sz="1650" b="0" i="0" u="none" strike="noStrike" cap="none" dirty="0" err="1">
                <a:solidFill>
                  <a:srgbClr val="334155"/>
                </a:solidFill>
                <a:latin typeface="Lato"/>
                <a:ea typeface="Lato"/>
                <a:cs typeface="Lato"/>
                <a:sym typeface="Lato"/>
              </a:rPr>
              <a:t>herramientas</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básicas</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que</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permiten</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realizar</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deducciones</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lógicas</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en</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cualquier</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sistema</a:t>
            </a:r>
            <a:r>
              <a:rPr lang="en-US" sz="1650" b="0" i="0" u="none" strike="noStrike" cap="none" dirty="0">
                <a:solidFill>
                  <a:srgbClr val="334155"/>
                </a:solidFill>
                <a:latin typeface="Lato"/>
                <a:ea typeface="Lato"/>
                <a:cs typeface="Lato"/>
                <a:sym typeface="Lato"/>
              </a:rPr>
              <a:t> formal.</a:t>
            </a:r>
            <a:endParaRPr dirty="0"/>
          </a:p>
        </p:txBody>
      </p:sp>
      <p:sp>
        <p:nvSpPr>
          <p:cNvPr id="174" name="Google Shape;174;p18"/>
          <p:cNvSpPr txBox="1"/>
          <p:nvPr/>
        </p:nvSpPr>
        <p:spPr>
          <a:xfrm>
            <a:off x="1152525" y="5465266"/>
            <a:ext cx="988695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A continuación, se presentan las reglas más importantes:</a:t>
            </a:r>
            <a:endParaRPr/>
          </a:p>
        </p:txBody>
      </p:sp>
      <p:sp>
        <p:nvSpPr>
          <p:cNvPr id="175" name="Google Shape;175;p18"/>
          <p:cNvSpPr txBox="1"/>
          <p:nvPr/>
        </p:nvSpPr>
        <p:spPr>
          <a:xfrm>
            <a:off x="1428750" y="3328094"/>
            <a:ext cx="937260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1E3A8A"/>
                </a:solidFill>
                <a:latin typeface="Lato"/>
                <a:ea typeface="Lato"/>
                <a:cs typeface="Lato"/>
                <a:sym typeface="Lato"/>
              </a:rPr>
              <a:t>Usando esta notación, las hipótesis se escriben en una columna y la conclusión debajo de una barra horizontal.</a:t>
            </a:r>
            <a:endParaRPr/>
          </a:p>
        </p:txBody>
      </p:sp>
      <p:sp>
        <p:nvSpPr>
          <p:cNvPr id="176" name="Google Shape;176;p18"/>
          <p:cNvSpPr txBox="1"/>
          <p:nvPr/>
        </p:nvSpPr>
        <p:spPr>
          <a:xfrm>
            <a:off x="1152525" y="4564260"/>
            <a:ext cx="3971925"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0F172A"/>
                </a:solidFill>
                <a:latin typeface="Lato"/>
                <a:ea typeface="Lato"/>
                <a:cs typeface="Lato"/>
                <a:sym typeface="Lato"/>
              </a:rPr>
              <a:t>(El símbolo denota «por tanto» o «luego»):</a:t>
            </a:r>
            <a:endParaRPr/>
          </a:p>
        </p:txBody>
      </p:sp>
      <p:pic>
        <p:nvPicPr>
          <p:cNvPr id="177" name="Google Shape;177;p18" descr="image.png"/>
          <p:cNvPicPr preferRelativeResize="0"/>
          <p:nvPr/>
        </p:nvPicPr>
        <p:blipFill rotWithShape="1">
          <a:blip r:embed="rId6">
            <a:alphaModFix/>
          </a:blip>
          <a:srcRect/>
          <a:stretch/>
        </p:blipFill>
        <p:spPr>
          <a:xfrm>
            <a:off x="5715000" y="4684216"/>
            <a:ext cx="536376" cy="238125"/>
          </a:xfrm>
          <a:prstGeom prst="rect">
            <a:avLst/>
          </a:prstGeom>
          <a:noFill/>
          <a:ln>
            <a:noFill/>
          </a:ln>
        </p:spPr>
      </p:pic>
      <p:sp>
        <p:nvSpPr>
          <p:cNvPr id="178" name="Google Shape;178;p18"/>
          <p:cNvSpPr txBox="1"/>
          <p:nvPr/>
        </p:nvSpPr>
        <p:spPr>
          <a:xfrm>
            <a:off x="2005584" y="867963"/>
            <a:ext cx="1120140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dirty="0">
                <a:solidFill>
                  <a:srgbClr val="1E293B"/>
                </a:solidFill>
                <a:latin typeface="Poppins SemiBold"/>
                <a:ea typeface="Poppins SemiBold"/>
                <a:cs typeface="Poppins SemiBold"/>
                <a:sym typeface="Poppins SemiBold"/>
              </a:rPr>
              <a:t>Reglas </a:t>
            </a:r>
            <a:r>
              <a:rPr lang="en-US" sz="3150" b="0" i="0" u="none" strike="noStrike" cap="none" dirty="0" err="1">
                <a:solidFill>
                  <a:srgbClr val="1E293B"/>
                </a:solidFill>
                <a:latin typeface="Poppins SemiBold"/>
                <a:ea typeface="Poppins SemiBold"/>
                <a:cs typeface="Poppins SemiBold"/>
                <a:sym typeface="Poppins SemiBold"/>
              </a:rPr>
              <a:t>Fundamentales</a:t>
            </a:r>
            <a:r>
              <a:rPr lang="en-US" sz="3150" b="0" i="0" u="none" strike="noStrike" cap="none" dirty="0">
                <a:solidFill>
                  <a:srgbClr val="1E293B"/>
                </a:solidFill>
                <a:latin typeface="Poppins SemiBold"/>
                <a:ea typeface="Poppins SemiBold"/>
                <a:cs typeface="Poppins SemiBold"/>
                <a:sym typeface="Poppins SemiBold"/>
              </a:rPr>
              <a:t> de </a:t>
            </a:r>
            <a:r>
              <a:rPr lang="en-US" sz="3150" b="0" i="0" u="none" strike="noStrike" cap="none" dirty="0" err="1">
                <a:solidFill>
                  <a:srgbClr val="1E293B"/>
                </a:solidFill>
                <a:latin typeface="Poppins SemiBold"/>
                <a:ea typeface="Poppins SemiBold"/>
                <a:cs typeface="Poppins SemiBold"/>
                <a:sym typeface="Poppins SemiBold"/>
              </a:rPr>
              <a:t>Inferencia</a:t>
            </a:r>
            <a:endParaRPr dirty="0"/>
          </a:p>
        </p:txBody>
      </p:sp>
      <p:sp>
        <p:nvSpPr>
          <p:cNvPr id="179" name="Google Shape;179;p18"/>
          <p:cNvSpPr/>
          <p:nvPr/>
        </p:nvSpPr>
        <p:spPr>
          <a:xfrm>
            <a:off x="762000" y="1343322"/>
            <a:ext cx="10668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a:extLst>
            <a:ext uri="{FF2B5EF4-FFF2-40B4-BE49-F238E27FC236}">
              <a16:creationId xmlns:a16="http://schemas.microsoft.com/office/drawing/2014/main" id="{DEABFAF5-99D2-0B08-8816-09DCBD9C3077}"/>
            </a:ext>
          </a:extLst>
        </p:cNvPr>
        <p:cNvGrpSpPr/>
        <p:nvPr/>
      </p:nvGrpSpPr>
      <p:grpSpPr>
        <a:xfrm>
          <a:off x="0" y="0"/>
          <a:ext cx="0" cy="0"/>
          <a:chOff x="0" y="0"/>
          <a:chExt cx="0" cy="0"/>
        </a:xfrm>
      </p:grpSpPr>
      <p:sp>
        <p:nvSpPr>
          <p:cNvPr id="172" name="Google Shape;172;p18">
            <a:extLst>
              <a:ext uri="{FF2B5EF4-FFF2-40B4-BE49-F238E27FC236}">
                <a16:creationId xmlns:a16="http://schemas.microsoft.com/office/drawing/2014/main" id="{1292B95D-9ECD-A288-7035-2DBC16D64E9B}"/>
              </a:ext>
            </a:extLst>
          </p:cNvPr>
          <p:cNvSpPr/>
          <p:nvPr/>
        </p:nvSpPr>
        <p:spPr>
          <a:xfrm>
            <a:off x="0" y="0"/>
            <a:ext cx="12192000" cy="762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Imagen 2">
            <a:extLst>
              <a:ext uri="{FF2B5EF4-FFF2-40B4-BE49-F238E27FC236}">
                <a16:creationId xmlns:a16="http://schemas.microsoft.com/office/drawing/2014/main" id="{4B3DB6DA-84C0-34AC-9BC8-F33DFF77575B}"/>
              </a:ext>
            </a:extLst>
          </p:cNvPr>
          <p:cNvPicPr>
            <a:picLocks noChangeAspect="1"/>
          </p:cNvPicPr>
          <p:nvPr/>
        </p:nvPicPr>
        <p:blipFill>
          <a:blip r:embed="rId3"/>
          <a:stretch>
            <a:fillRect/>
          </a:stretch>
        </p:blipFill>
        <p:spPr>
          <a:xfrm>
            <a:off x="299276" y="153867"/>
            <a:ext cx="10664380" cy="6550266"/>
          </a:xfrm>
          <a:prstGeom prst="rect">
            <a:avLst/>
          </a:prstGeom>
        </p:spPr>
      </p:pic>
    </p:spTree>
    <p:extLst>
      <p:ext uri="{BB962C8B-B14F-4D97-AF65-F5344CB8AC3E}">
        <p14:creationId xmlns:p14="http://schemas.microsoft.com/office/powerpoint/2010/main" val="512479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19" descr="image.png"/>
          <p:cNvPicPr preferRelativeResize="0"/>
          <p:nvPr/>
        </p:nvPicPr>
        <p:blipFill rotWithShape="1">
          <a:blip r:embed="rId3">
            <a:alphaModFix/>
          </a:blip>
          <a:srcRect/>
          <a:stretch/>
        </p:blipFill>
        <p:spPr>
          <a:xfrm>
            <a:off x="762000" y="1790700"/>
            <a:ext cx="5095875" cy="4495800"/>
          </a:xfrm>
          <a:prstGeom prst="rect">
            <a:avLst/>
          </a:prstGeom>
          <a:noFill/>
          <a:ln>
            <a:noFill/>
          </a:ln>
        </p:spPr>
      </p:pic>
      <p:pic>
        <p:nvPicPr>
          <p:cNvPr id="185" name="Google Shape;185;p19" descr="image.png"/>
          <p:cNvPicPr preferRelativeResize="0"/>
          <p:nvPr/>
        </p:nvPicPr>
        <p:blipFill rotWithShape="1">
          <a:blip r:embed="rId4">
            <a:alphaModFix/>
          </a:blip>
          <a:srcRect/>
          <a:stretch/>
        </p:blipFill>
        <p:spPr>
          <a:xfrm>
            <a:off x="6334125" y="1790700"/>
            <a:ext cx="5095875" cy="4495800"/>
          </a:xfrm>
          <a:prstGeom prst="rect">
            <a:avLst/>
          </a:prstGeom>
          <a:noFill/>
          <a:ln>
            <a:noFill/>
          </a:ln>
        </p:spPr>
      </p:pic>
      <p:sp>
        <p:nvSpPr>
          <p:cNvPr id="186" name="Google Shape;186;p19"/>
          <p:cNvSpPr/>
          <p:nvPr/>
        </p:nvSpPr>
        <p:spPr>
          <a:xfrm>
            <a:off x="0" y="0"/>
            <a:ext cx="12192000" cy="762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7" name="Google Shape;187;p19"/>
          <p:cNvSpPr txBox="1"/>
          <p:nvPr/>
        </p:nvSpPr>
        <p:spPr>
          <a:xfrm>
            <a:off x="1152525" y="2181225"/>
            <a:ext cx="4530566"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64748B"/>
                </a:solidFill>
                <a:latin typeface="Poppins SemiBold"/>
                <a:ea typeface="Poppins SemiBold"/>
                <a:cs typeface="Poppins SemiBold"/>
                <a:sym typeface="Poppins SemiBold"/>
              </a:rPr>
              <a:t>CONTENIDO:</a:t>
            </a:r>
            <a:endParaRPr/>
          </a:p>
        </p:txBody>
      </p:sp>
      <p:sp>
        <p:nvSpPr>
          <p:cNvPr id="188" name="Google Shape;188;p19"/>
          <p:cNvSpPr txBox="1"/>
          <p:nvPr/>
        </p:nvSpPr>
        <p:spPr>
          <a:xfrm>
            <a:off x="1152525" y="2800350"/>
            <a:ext cx="4314825"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Supongamos que la implicación:</a:t>
            </a:r>
            <a:endParaRPr/>
          </a:p>
        </p:txBody>
      </p:sp>
      <p:sp>
        <p:nvSpPr>
          <p:cNvPr id="189" name="Google Shape;189;p19"/>
          <p:cNvSpPr txBox="1"/>
          <p:nvPr/>
        </p:nvSpPr>
        <p:spPr>
          <a:xfrm>
            <a:off x="1152525" y="3278385"/>
            <a:ext cx="4314825"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“Si nieva hoy, iremos a esquiar”</a:t>
            </a:r>
            <a:endParaRPr/>
          </a:p>
        </p:txBody>
      </p:sp>
      <p:sp>
        <p:nvSpPr>
          <p:cNvPr id="190" name="Google Shape;190;p19"/>
          <p:cNvSpPr txBox="1"/>
          <p:nvPr/>
        </p:nvSpPr>
        <p:spPr>
          <a:xfrm>
            <a:off x="1152525" y="3994546"/>
            <a:ext cx="4314825"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Y la hipótesis:</a:t>
            </a:r>
            <a:endParaRPr/>
          </a:p>
        </p:txBody>
      </p:sp>
      <p:sp>
        <p:nvSpPr>
          <p:cNvPr id="191" name="Google Shape;191;p19"/>
          <p:cNvSpPr txBox="1"/>
          <p:nvPr/>
        </p:nvSpPr>
        <p:spPr>
          <a:xfrm>
            <a:off x="1152525" y="4472582"/>
            <a:ext cx="4314825"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“Está nevando hoy”</a:t>
            </a:r>
            <a:endParaRPr/>
          </a:p>
        </p:txBody>
      </p:sp>
      <p:sp>
        <p:nvSpPr>
          <p:cNvPr id="192" name="Google Shape;192;p19"/>
          <p:cNvSpPr txBox="1"/>
          <p:nvPr/>
        </p:nvSpPr>
        <p:spPr>
          <a:xfrm>
            <a:off x="6724650" y="3012876"/>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166534"/>
                </a:solidFill>
                <a:latin typeface="Poppins SemiBold"/>
                <a:ea typeface="Poppins SemiBold"/>
                <a:cs typeface="Poppins SemiBold"/>
                <a:sym typeface="Poppins SemiBold"/>
              </a:rPr>
              <a:t>Conclusión:</a:t>
            </a:r>
            <a:endParaRPr/>
          </a:p>
        </p:txBody>
      </p:sp>
      <p:sp>
        <p:nvSpPr>
          <p:cNvPr id="193" name="Google Shape;193;p19"/>
          <p:cNvSpPr txBox="1"/>
          <p:nvPr/>
        </p:nvSpPr>
        <p:spPr>
          <a:xfrm>
            <a:off x="6724650" y="3603426"/>
            <a:ext cx="4314825"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400" b="0" i="0" u="none" strike="noStrike" cap="none">
                <a:solidFill>
                  <a:srgbClr val="15803D"/>
                </a:solidFill>
                <a:latin typeface="Lato"/>
                <a:ea typeface="Lato"/>
                <a:cs typeface="Lato"/>
                <a:sym typeface="Lato"/>
              </a:rPr>
              <a:t>“Iremos a esquiar”</a:t>
            </a:r>
            <a:endParaRPr/>
          </a:p>
        </p:txBody>
      </p:sp>
      <p:sp>
        <p:nvSpPr>
          <p:cNvPr id="194" name="Google Shape;194;p19"/>
          <p:cNvSpPr txBox="1"/>
          <p:nvPr/>
        </p:nvSpPr>
        <p:spPr>
          <a:xfrm>
            <a:off x="6724650" y="4567237"/>
            <a:ext cx="4314825" cy="35421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1E293B"/>
                </a:solidFill>
                <a:latin typeface="Lato"/>
                <a:ea typeface="Lato"/>
                <a:cs typeface="Lato"/>
                <a:sym typeface="Lato"/>
              </a:rPr>
              <a:t>Regla utilizada: Modus ponens</a:t>
            </a:r>
            <a:endParaRPr/>
          </a:p>
        </p:txBody>
      </p:sp>
      <p:sp>
        <p:nvSpPr>
          <p:cNvPr id="195" name="Google Shape;195;p19"/>
          <p:cNvSpPr/>
          <p:nvPr/>
        </p:nvSpPr>
        <p:spPr>
          <a:xfrm>
            <a:off x="6724650" y="4376737"/>
            <a:ext cx="4314825" cy="19050"/>
          </a:xfrm>
          <a:prstGeom prst="rect">
            <a:avLst/>
          </a:prstGeom>
          <a:solidFill>
            <a:srgbClr val="BBF7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6" name="Google Shape;196;p19"/>
          <p:cNvSpPr txBox="1"/>
          <p:nvPr/>
        </p:nvSpPr>
        <p:spPr>
          <a:xfrm>
            <a:off x="2635377" y="951012"/>
            <a:ext cx="1120140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1E293B"/>
                </a:solidFill>
                <a:latin typeface="Poppins SemiBold"/>
                <a:ea typeface="Poppins SemiBold"/>
                <a:cs typeface="Poppins SemiBold"/>
                <a:sym typeface="Poppins SemiBold"/>
              </a:rPr>
              <a:t>Ejemplo 1 - Aplicación del Modus Ponens</a:t>
            </a:r>
            <a:endParaRPr/>
          </a:p>
        </p:txBody>
      </p:sp>
      <p:sp>
        <p:nvSpPr>
          <p:cNvPr id="197" name="Google Shape;197;p19"/>
          <p:cNvSpPr/>
          <p:nvPr/>
        </p:nvSpPr>
        <p:spPr>
          <a:xfrm>
            <a:off x="762000" y="1515068"/>
            <a:ext cx="10668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202" name="Google Shape;202;p20" descr="image.png"/>
          <p:cNvPicPr preferRelativeResize="0"/>
          <p:nvPr/>
        </p:nvPicPr>
        <p:blipFill rotWithShape="1">
          <a:blip r:embed="rId3">
            <a:alphaModFix/>
          </a:blip>
          <a:srcRect/>
          <a:stretch/>
        </p:blipFill>
        <p:spPr>
          <a:xfrm>
            <a:off x="762000" y="1790700"/>
            <a:ext cx="5095875" cy="4495800"/>
          </a:xfrm>
          <a:prstGeom prst="rect">
            <a:avLst/>
          </a:prstGeom>
          <a:noFill/>
          <a:ln>
            <a:noFill/>
          </a:ln>
        </p:spPr>
      </p:pic>
      <p:pic>
        <p:nvPicPr>
          <p:cNvPr id="203" name="Google Shape;203;p20" descr="image.png"/>
          <p:cNvPicPr preferRelativeResize="0"/>
          <p:nvPr/>
        </p:nvPicPr>
        <p:blipFill rotWithShape="1">
          <a:blip r:embed="rId4">
            <a:alphaModFix/>
          </a:blip>
          <a:srcRect/>
          <a:stretch/>
        </p:blipFill>
        <p:spPr>
          <a:xfrm>
            <a:off x="6334125" y="1790700"/>
            <a:ext cx="5095875" cy="4495800"/>
          </a:xfrm>
          <a:prstGeom prst="rect">
            <a:avLst/>
          </a:prstGeom>
          <a:noFill/>
          <a:ln>
            <a:noFill/>
          </a:ln>
        </p:spPr>
      </p:pic>
      <p:sp>
        <p:nvSpPr>
          <p:cNvPr id="204" name="Google Shape;204;p20"/>
          <p:cNvSpPr/>
          <p:nvPr/>
        </p:nvSpPr>
        <p:spPr>
          <a:xfrm>
            <a:off x="0" y="0"/>
            <a:ext cx="12192000" cy="762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5" name="Google Shape;205;p20"/>
          <p:cNvSpPr txBox="1"/>
          <p:nvPr/>
        </p:nvSpPr>
        <p:spPr>
          <a:xfrm>
            <a:off x="1152525" y="2181225"/>
            <a:ext cx="4530566"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64748B"/>
                </a:solidFill>
                <a:latin typeface="Poppins SemiBold"/>
                <a:ea typeface="Poppins SemiBold"/>
                <a:cs typeface="Poppins SemiBold"/>
                <a:sym typeface="Poppins SemiBold"/>
              </a:rPr>
              <a:t>CONTENIDO:</a:t>
            </a:r>
            <a:endParaRPr/>
          </a:p>
        </p:txBody>
      </p:sp>
      <p:sp>
        <p:nvSpPr>
          <p:cNvPr id="206" name="Google Shape;206;p20"/>
          <p:cNvSpPr txBox="1"/>
          <p:nvPr/>
        </p:nvSpPr>
        <p:spPr>
          <a:xfrm>
            <a:off x="1390650" y="2657475"/>
            <a:ext cx="4076700" cy="1005482"/>
          </a:xfrm>
          <a:prstGeom prst="rect">
            <a:avLst/>
          </a:prstGeom>
          <a:noFill/>
          <a:ln>
            <a:noFill/>
          </a:ln>
        </p:spPr>
        <p:txBody>
          <a:bodyPr spcFirstLastPara="1" wrap="square" lIns="0" tIns="0" rIns="0" bIns="0" anchor="t" anchorCtr="0">
            <a:spAutoFit/>
          </a:bodyPr>
          <a:lstStyle/>
          <a:p>
            <a:pPr marL="0" marR="0" lvl="0" indent="0" algn="l" rtl="0">
              <a:lnSpc>
                <a:spcPct val="146666"/>
              </a:lnSpc>
              <a:spcBef>
                <a:spcPts val="0"/>
              </a:spcBef>
              <a:spcAft>
                <a:spcPts val="0"/>
              </a:spcAft>
              <a:buNone/>
            </a:pPr>
            <a:r>
              <a:rPr lang="en-US" sz="1650" b="1" i="0" u="none" strike="noStrike" cap="none">
                <a:solidFill>
                  <a:srgbClr val="334155"/>
                </a:solidFill>
                <a:latin typeface="Lato"/>
                <a:ea typeface="Lato"/>
                <a:cs typeface="Lato"/>
                <a:sym typeface="Lato"/>
              </a:rPr>
              <a:t>Dado que la implicación:</a:t>
            </a:r>
            <a:br>
              <a:rPr lang="en-US" sz="1800" b="0" i="0" u="none" strike="noStrike" cap="none">
                <a:solidFill>
                  <a:schemeClr val="dk1"/>
                </a:solidFill>
                <a:latin typeface="Calibri"/>
                <a:ea typeface="Calibri"/>
                <a:cs typeface="Calibri"/>
                <a:sym typeface="Calibri"/>
              </a:rPr>
            </a:br>
            <a:r>
              <a:rPr lang="en-US" sz="1650" b="0" i="0" u="none" strike="noStrike" cap="none">
                <a:solidFill>
                  <a:srgbClr val="334155"/>
                </a:solidFill>
                <a:latin typeface="Lato"/>
                <a:ea typeface="Lato"/>
                <a:cs typeface="Lato"/>
                <a:sym typeface="Lato"/>
              </a:rPr>
              <a:t> “Si n es mayor que 3, entonces n^2 es mayor que 9” es verdadera.</a:t>
            </a:r>
            <a:endParaRPr/>
          </a:p>
        </p:txBody>
      </p:sp>
      <p:sp>
        <p:nvSpPr>
          <p:cNvPr id="207" name="Google Shape;207;p20"/>
          <p:cNvSpPr txBox="1"/>
          <p:nvPr/>
        </p:nvSpPr>
        <p:spPr>
          <a:xfrm>
            <a:off x="1390650" y="3853457"/>
            <a:ext cx="4076700" cy="670321"/>
          </a:xfrm>
          <a:prstGeom prst="rect">
            <a:avLst/>
          </a:prstGeom>
          <a:noFill/>
          <a:ln>
            <a:noFill/>
          </a:ln>
        </p:spPr>
        <p:txBody>
          <a:bodyPr spcFirstLastPara="1" wrap="square" lIns="0" tIns="0" rIns="0" bIns="0" anchor="t" anchorCtr="0">
            <a:spAutoFit/>
          </a:bodyPr>
          <a:lstStyle/>
          <a:p>
            <a:pPr marL="0" marR="0" lvl="0" indent="0" algn="l" rtl="0">
              <a:lnSpc>
                <a:spcPct val="146666"/>
              </a:lnSpc>
              <a:spcBef>
                <a:spcPts val="0"/>
              </a:spcBef>
              <a:spcAft>
                <a:spcPts val="0"/>
              </a:spcAft>
              <a:buNone/>
            </a:pPr>
            <a:r>
              <a:rPr lang="en-US" sz="1650" b="1" i="0" u="none" strike="noStrike" cap="none">
                <a:solidFill>
                  <a:srgbClr val="334155"/>
                </a:solidFill>
                <a:latin typeface="Lato"/>
                <a:ea typeface="Lato"/>
                <a:cs typeface="Lato"/>
                <a:sym typeface="Lato"/>
              </a:rPr>
              <a:t>Y la hipótesis:</a:t>
            </a:r>
            <a:br>
              <a:rPr lang="en-US" sz="1800" b="0" i="0" u="none" strike="noStrike" cap="none">
                <a:solidFill>
                  <a:schemeClr val="dk1"/>
                </a:solidFill>
                <a:latin typeface="Calibri"/>
                <a:ea typeface="Calibri"/>
                <a:cs typeface="Calibri"/>
                <a:sym typeface="Calibri"/>
              </a:rPr>
            </a:br>
            <a:r>
              <a:rPr lang="en-US" sz="1650" b="0" i="0" u="none" strike="noStrike" cap="none">
                <a:solidFill>
                  <a:srgbClr val="334155"/>
                </a:solidFill>
                <a:latin typeface="Lato"/>
                <a:ea typeface="Lato"/>
                <a:cs typeface="Lato"/>
                <a:sym typeface="Lato"/>
              </a:rPr>
              <a:t> “n es mayor que 3”</a:t>
            </a:r>
            <a:endParaRPr/>
          </a:p>
        </p:txBody>
      </p:sp>
      <p:sp>
        <p:nvSpPr>
          <p:cNvPr id="208" name="Google Shape;208;p20"/>
          <p:cNvSpPr txBox="1"/>
          <p:nvPr/>
        </p:nvSpPr>
        <p:spPr>
          <a:xfrm>
            <a:off x="6962775" y="3029991"/>
            <a:ext cx="4076700" cy="94863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15803D"/>
                </a:solidFill>
                <a:latin typeface="Lato"/>
                <a:ea typeface="Lato"/>
                <a:cs typeface="Lato"/>
                <a:sym typeface="Lato"/>
              </a:rPr>
              <a:t>“n^2 es mayor que 9”</a:t>
            </a:r>
            <a:endParaRPr/>
          </a:p>
        </p:txBody>
      </p:sp>
      <p:sp>
        <p:nvSpPr>
          <p:cNvPr id="209" name="Google Shape;209;p20"/>
          <p:cNvSpPr txBox="1"/>
          <p:nvPr/>
        </p:nvSpPr>
        <p:spPr>
          <a:xfrm>
            <a:off x="7064692" y="4359621"/>
            <a:ext cx="4076700" cy="35421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a:solidFill>
                  <a:srgbClr val="1E293B"/>
                </a:solidFill>
                <a:latin typeface="Lato"/>
                <a:ea typeface="Lato"/>
                <a:cs typeface="Lato"/>
                <a:sym typeface="Lato"/>
              </a:rPr>
              <a:t>Regla </a:t>
            </a:r>
            <a:r>
              <a:rPr lang="en-US" sz="1650" b="0" i="0" u="none" strike="noStrike" cap="none" dirty="0" err="1">
                <a:solidFill>
                  <a:srgbClr val="1E293B"/>
                </a:solidFill>
                <a:latin typeface="Lato"/>
                <a:ea typeface="Lato"/>
                <a:cs typeface="Lato"/>
                <a:sym typeface="Lato"/>
              </a:rPr>
              <a:t>utilizada</a:t>
            </a:r>
            <a:r>
              <a:rPr lang="en-US" sz="1650" b="0" i="0" u="none" strike="noStrike" cap="none" dirty="0">
                <a:solidFill>
                  <a:srgbClr val="1E293B"/>
                </a:solidFill>
                <a:latin typeface="Lato"/>
                <a:ea typeface="Lato"/>
                <a:cs typeface="Lato"/>
                <a:sym typeface="Lato"/>
              </a:rPr>
              <a:t>: Modus ponens</a:t>
            </a:r>
            <a:endParaRPr dirty="0"/>
          </a:p>
        </p:txBody>
      </p:sp>
      <p:sp>
        <p:nvSpPr>
          <p:cNvPr id="210" name="Google Shape;210;p20"/>
          <p:cNvSpPr/>
          <p:nvPr/>
        </p:nvSpPr>
        <p:spPr>
          <a:xfrm>
            <a:off x="6724650" y="4359622"/>
            <a:ext cx="4314825" cy="19050"/>
          </a:xfrm>
          <a:prstGeom prst="rect">
            <a:avLst/>
          </a:prstGeom>
          <a:solidFill>
            <a:srgbClr val="BBF7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20"/>
          <p:cNvSpPr txBox="1"/>
          <p:nvPr/>
        </p:nvSpPr>
        <p:spPr>
          <a:xfrm>
            <a:off x="1152525" y="2600325"/>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12" name="Google Shape;212;p20"/>
          <p:cNvSpPr txBox="1"/>
          <p:nvPr/>
        </p:nvSpPr>
        <p:spPr>
          <a:xfrm>
            <a:off x="1152525" y="3796307"/>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13" name="Google Shape;213;p20"/>
          <p:cNvSpPr txBox="1"/>
          <p:nvPr/>
        </p:nvSpPr>
        <p:spPr>
          <a:xfrm>
            <a:off x="6724650" y="2972841"/>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14" name="Google Shape;214;p20"/>
          <p:cNvSpPr txBox="1"/>
          <p:nvPr/>
        </p:nvSpPr>
        <p:spPr>
          <a:xfrm>
            <a:off x="6860857" y="2339281"/>
            <a:ext cx="4280535" cy="426690"/>
          </a:xfrm>
          <a:prstGeom prst="rect">
            <a:avLst/>
          </a:prstGeom>
          <a:noFill/>
          <a:ln>
            <a:noFill/>
          </a:ln>
        </p:spPr>
        <p:txBody>
          <a:bodyPr spcFirstLastPara="1" wrap="square" lIns="0" tIns="0" rIns="0" bIns="0" anchor="t" anchorCtr="0">
            <a:spAutoFit/>
          </a:bodyPr>
          <a:lstStyle/>
          <a:p>
            <a:pPr marL="0" marR="0" lvl="0" indent="0" algn="l" rtl="0">
              <a:lnSpc>
                <a:spcPct val="159952"/>
              </a:lnSpc>
              <a:spcBef>
                <a:spcPts val="0"/>
              </a:spcBef>
              <a:spcAft>
                <a:spcPts val="0"/>
              </a:spcAft>
              <a:buNone/>
            </a:pPr>
            <a:r>
              <a:rPr lang="en-US" sz="2100" b="0" i="0" u="none" strike="noStrike" cap="none" dirty="0" err="1">
                <a:solidFill>
                  <a:srgbClr val="166534"/>
                </a:solidFill>
                <a:latin typeface="Poppins SemiBold"/>
                <a:ea typeface="Poppins SemiBold"/>
                <a:cs typeface="Poppins SemiBold"/>
                <a:sym typeface="Poppins SemiBold"/>
              </a:rPr>
              <a:t>Conclusión</a:t>
            </a:r>
            <a:r>
              <a:rPr lang="en-US" sz="2100" b="0" i="0" u="none" strike="noStrike" cap="none" dirty="0">
                <a:solidFill>
                  <a:srgbClr val="166534"/>
                </a:solidFill>
                <a:latin typeface="Poppins SemiBold"/>
                <a:ea typeface="Poppins SemiBold"/>
                <a:cs typeface="Poppins SemiBold"/>
                <a:sym typeface="Poppins SemiBold"/>
              </a:rPr>
              <a:t>:</a:t>
            </a:r>
            <a:endParaRPr dirty="0"/>
          </a:p>
        </p:txBody>
      </p:sp>
      <p:sp>
        <p:nvSpPr>
          <p:cNvPr id="215" name="Google Shape;215;p20"/>
          <p:cNvSpPr txBox="1"/>
          <p:nvPr/>
        </p:nvSpPr>
        <p:spPr>
          <a:xfrm>
            <a:off x="6724650" y="4302472"/>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16" name="Google Shape;216;p20"/>
          <p:cNvSpPr txBox="1"/>
          <p:nvPr/>
        </p:nvSpPr>
        <p:spPr>
          <a:xfrm>
            <a:off x="3130296" y="884038"/>
            <a:ext cx="1120140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dirty="0" err="1">
                <a:solidFill>
                  <a:srgbClr val="1E293B"/>
                </a:solidFill>
                <a:latin typeface="Poppins SemiBold"/>
                <a:ea typeface="Poppins SemiBold"/>
                <a:cs typeface="Poppins SemiBold"/>
                <a:sym typeface="Poppins SemiBold"/>
              </a:rPr>
              <a:t>Ejemplo</a:t>
            </a:r>
            <a:r>
              <a:rPr lang="en-US" sz="3150" b="0" i="0" u="none" strike="noStrike" cap="none" dirty="0">
                <a:solidFill>
                  <a:srgbClr val="1E293B"/>
                </a:solidFill>
                <a:latin typeface="Poppins SemiBold"/>
                <a:ea typeface="Poppins SemiBold"/>
                <a:cs typeface="Poppins SemiBold"/>
                <a:sym typeface="Poppins SemiBold"/>
              </a:rPr>
              <a:t> 2 - </a:t>
            </a:r>
            <a:r>
              <a:rPr lang="en-US" sz="3150" b="0" i="0" u="none" strike="noStrike" cap="none" dirty="0" err="1">
                <a:solidFill>
                  <a:srgbClr val="1E293B"/>
                </a:solidFill>
                <a:latin typeface="Poppins SemiBold"/>
                <a:ea typeface="Poppins SemiBold"/>
                <a:cs typeface="Poppins SemiBold"/>
                <a:sym typeface="Poppins SemiBold"/>
              </a:rPr>
              <a:t>Aplicación</a:t>
            </a:r>
            <a:r>
              <a:rPr lang="en-US" sz="3150" b="0" i="0" u="none" strike="noStrike" cap="none" dirty="0">
                <a:solidFill>
                  <a:srgbClr val="1E293B"/>
                </a:solidFill>
                <a:latin typeface="Poppins SemiBold"/>
                <a:ea typeface="Poppins SemiBold"/>
                <a:cs typeface="Poppins SemiBold"/>
                <a:sym typeface="Poppins SemiBold"/>
              </a:rPr>
              <a:t> del Modus Ponens</a:t>
            </a:r>
            <a:endParaRPr dirty="0"/>
          </a:p>
        </p:txBody>
      </p:sp>
      <p:sp>
        <p:nvSpPr>
          <p:cNvPr id="217" name="Google Shape;217;p20"/>
          <p:cNvSpPr/>
          <p:nvPr/>
        </p:nvSpPr>
        <p:spPr>
          <a:xfrm>
            <a:off x="762000" y="1390650"/>
            <a:ext cx="10668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0FFB3BA4-6E61-FD25-2F49-CB7C0E28D3BC}"/>
            </a:ext>
          </a:extLst>
        </p:cNvPr>
        <p:cNvGrpSpPr/>
        <p:nvPr/>
      </p:nvGrpSpPr>
      <p:grpSpPr>
        <a:xfrm>
          <a:off x="0" y="0"/>
          <a:ext cx="0" cy="0"/>
          <a:chOff x="0" y="0"/>
          <a:chExt cx="0" cy="0"/>
        </a:xfrm>
      </p:grpSpPr>
      <p:pic>
        <p:nvPicPr>
          <p:cNvPr id="202" name="Google Shape;202;p20" descr="image.png">
            <a:extLst>
              <a:ext uri="{FF2B5EF4-FFF2-40B4-BE49-F238E27FC236}">
                <a16:creationId xmlns:a16="http://schemas.microsoft.com/office/drawing/2014/main" id="{397D71EE-42AE-BE52-E5FE-2449A3269581}"/>
              </a:ext>
            </a:extLst>
          </p:cNvPr>
          <p:cNvPicPr preferRelativeResize="0"/>
          <p:nvPr/>
        </p:nvPicPr>
        <p:blipFill rotWithShape="1">
          <a:blip r:embed="rId3">
            <a:alphaModFix/>
          </a:blip>
          <a:srcRect/>
          <a:stretch/>
        </p:blipFill>
        <p:spPr>
          <a:xfrm>
            <a:off x="762000" y="1790700"/>
            <a:ext cx="5095875" cy="4495800"/>
          </a:xfrm>
          <a:prstGeom prst="rect">
            <a:avLst/>
          </a:prstGeom>
          <a:noFill/>
          <a:ln>
            <a:noFill/>
          </a:ln>
        </p:spPr>
      </p:pic>
      <p:pic>
        <p:nvPicPr>
          <p:cNvPr id="203" name="Google Shape;203;p20" descr="image.png">
            <a:extLst>
              <a:ext uri="{FF2B5EF4-FFF2-40B4-BE49-F238E27FC236}">
                <a16:creationId xmlns:a16="http://schemas.microsoft.com/office/drawing/2014/main" id="{9B0808CE-9765-6E17-4ABD-2BE3E3EC1270}"/>
              </a:ext>
            </a:extLst>
          </p:cNvPr>
          <p:cNvPicPr preferRelativeResize="0"/>
          <p:nvPr/>
        </p:nvPicPr>
        <p:blipFill rotWithShape="1">
          <a:blip r:embed="rId4">
            <a:alphaModFix/>
          </a:blip>
          <a:srcRect/>
          <a:stretch/>
        </p:blipFill>
        <p:spPr>
          <a:xfrm>
            <a:off x="6334125" y="1790700"/>
            <a:ext cx="5095875" cy="4495800"/>
          </a:xfrm>
          <a:prstGeom prst="rect">
            <a:avLst/>
          </a:prstGeom>
          <a:noFill/>
          <a:ln>
            <a:noFill/>
          </a:ln>
        </p:spPr>
      </p:pic>
      <p:sp>
        <p:nvSpPr>
          <p:cNvPr id="204" name="Google Shape;204;p20">
            <a:extLst>
              <a:ext uri="{FF2B5EF4-FFF2-40B4-BE49-F238E27FC236}">
                <a16:creationId xmlns:a16="http://schemas.microsoft.com/office/drawing/2014/main" id="{F22D43BF-66D9-4373-67CE-CFEEF4B43866}"/>
              </a:ext>
            </a:extLst>
          </p:cNvPr>
          <p:cNvSpPr/>
          <p:nvPr/>
        </p:nvSpPr>
        <p:spPr>
          <a:xfrm>
            <a:off x="0" y="0"/>
            <a:ext cx="12192000" cy="762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5" name="Google Shape;205;p20">
            <a:extLst>
              <a:ext uri="{FF2B5EF4-FFF2-40B4-BE49-F238E27FC236}">
                <a16:creationId xmlns:a16="http://schemas.microsoft.com/office/drawing/2014/main" id="{C65312E2-C480-FF27-2AF2-8B5076EE0782}"/>
              </a:ext>
            </a:extLst>
          </p:cNvPr>
          <p:cNvSpPr txBox="1"/>
          <p:nvPr/>
        </p:nvSpPr>
        <p:spPr>
          <a:xfrm>
            <a:off x="1152525" y="2181225"/>
            <a:ext cx="4530566"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64748B"/>
                </a:solidFill>
                <a:latin typeface="Poppins SemiBold"/>
                <a:ea typeface="Poppins SemiBold"/>
                <a:cs typeface="Poppins SemiBold"/>
                <a:sym typeface="Poppins SemiBold"/>
              </a:rPr>
              <a:t>CONTENIDO:</a:t>
            </a:r>
            <a:endParaRPr/>
          </a:p>
        </p:txBody>
      </p:sp>
      <p:sp>
        <p:nvSpPr>
          <p:cNvPr id="206" name="Google Shape;206;p20">
            <a:extLst>
              <a:ext uri="{FF2B5EF4-FFF2-40B4-BE49-F238E27FC236}">
                <a16:creationId xmlns:a16="http://schemas.microsoft.com/office/drawing/2014/main" id="{3284786F-3C3F-9B67-BEC5-28F00D56514D}"/>
              </a:ext>
            </a:extLst>
          </p:cNvPr>
          <p:cNvSpPr txBox="1"/>
          <p:nvPr/>
        </p:nvSpPr>
        <p:spPr>
          <a:xfrm>
            <a:off x="1390650" y="2657475"/>
            <a:ext cx="4076700" cy="746486"/>
          </a:xfrm>
          <a:prstGeom prst="rect">
            <a:avLst/>
          </a:prstGeom>
          <a:noFill/>
          <a:ln>
            <a:noFill/>
          </a:ln>
        </p:spPr>
        <p:txBody>
          <a:bodyPr spcFirstLastPara="1" wrap="square" lIns="0" tIns="0" rIns="0" bIns="0" anchor="t" anchorCtr="0">
            <a:spAutoFit/>
          </a:bodyPr>
          <a:lstStyle/>
          <a:p>
            <a:pPr marL="0" marR="0" lvl="0" indent="0" algn="l" rtl="0">
              <a:lnSpc>
                <a:spcPct val="146666"/>
              </a:lnSpc>
              <a:spcBef>
                <a:spcPts val="0"/>
              </a:spcBef>
              <a:spcAft>
                <a:spcPts val="0"/>
              </a:spcAft>
              <a:buNone/>
            </a:pPr>
            <a:r>
              <a:rPr lang="en-US" sz="1650" b="1" i="0" u="none" strike="noStrike" cap="none" dirty="0">
                <a:solidFill>
                  <a:srgbClr val="334155"/>
                </a:solidFill>
                <a:latin typeface="Lato"/>
                <a:ea typeface="Lato"/>
                <a:cs typeface="Lato"/>
                <a:sym typeface="Lato"/>
              </a:rPr>
              <a:t>Dado </a:t>
            </a:r>
            <a:r>
              <a:rPr lang="en-US" sz="1650" b="1" i="0" u="none" strike="noStrike" cap="none" dirty="0" err="1">
                <a:solidFill>
                  <a:srgbClr val="334155"/>
                </a:solidFill>
                <a:latin typeface="Lato"/>
                <a:ea typeface="Lato"/>
                <a:cs typeface="Lato"/>
                <a:sym typeface="Lato"/>
              </a:rPr>
              <a:t>que</a:t>
            </a:r>
            <a:r>
              <a:rPr lang="en-US" sz="1650" b="1" i="0" u="none" strike="noStrike" cap="none" dirty="0">
                <a:solidFill>
                  <a:srgbClr val="334155"/>
                </a:solidFill>
                <a:latin typeface="Lato"/>
                <a:ea typeface="Lato"/>
                <a:cs typeface="Lato"/>
                <a:sym typeface="Lato"/>
              </a:rPr>
              <a:t> la </a:t>
            </a:r>
            <a:r>
              <a:rPr lang="en-US" sz="1650" b="1" i="0" u="none" strike="noStrike" cap="none" dirty="0" err="1">
                <a:solidFill>
                  <a:srgbClr val="334155"/>
                </a:solidFill>
                <a:latin typeface="Lato"/>
                <a:ea typeface="Lato"/>
                <a:cs typeface="Lato"/>
                <a:sym typeface="Lato"/>
              </a:rPr>
              <a:t>implicación</a:t>
            </a:r>
            <a:r>
              <a:rPr lang="en-US" sz="1650" b="1" i="0" u="none" strike="noStrike" cap="none" dirty="0">
                <a:solidFill>
                  <a:srgbClr val="334155"/>
                </a:solidFill>
                <a:latin typeface="Lato"/>
                <a:ea typeface="Lato"/>
                <a:cs typeface="Lato"/>
                <a:sym typeface="Lato"/>
              </a:rPr>
              <a:t>:</a:t>
            </a:r>
            <a:br>
              <a:rPr lang="en-US" sz="1800" b="0" i="0" u="none" strike="noStrike" cap="none" dirty="0">
                <a:solidFill>
                  <a:schemeClr val="dk1"/>
                </a:solidFill>
                <a:latin typeface="Calibri"/>
                <a:ea typeface="Calibri"/>
                <a:cs typeface="Calibri"/>
                <a:sym typeface="Calibri"/>
              </a:rPr>
            </a:br>
            <a:r>
              <a:rPr lang="en-US" sz="1650" b="0" i="0" u="none" strike="noStrike" cap="none" dirty="0">
                <a:solidFill>
                  <a:srgbClr val="334155"/>
                </a:solidFill>
                <a:latin typeface="Lato"/>
                <a:ea typeface="Lato"/>
                <a:cs typeface="Lato"/>
                <a:sym typeface="Lato"/>
              </a:rPr>
              <a:t> </a:t>
            </a:r>
            <a:r>
              <a:rPr lang="es-ES" sz="1650" b="0" i="0" u="none" strike="noStrike" cap="none" dirty="0">
                <a:solidFill>
                  <a:srgbClr val="334155"/>
                </a:solidFill>
                <a:latin typeface="Lato"/>
                <a:ea typeface="Lato"/>
                <a:cs typeface="Lato"/>
                <a:sym typeface="Lato"/>
              </a:rPr>
              <a:t>Si no llueve, entonces salgo a correr.</a:t>
            </a:r>
            <a:endParaRPr dirty="0"/>
          </a:p>
        </p:txBody>
      </p:sp>
      <p:sp>
        <p:nvSpPr>
          <p:cNvPr id="207" name="Google Shape;207;p20">
            <a:extLst>
              <a:ext uri="{FF2B5EF4-FFF2-40B4-BE49-F238E27FC236}">
                <a16:creationId xmlns:a16="http://schemas.microsoft.com/office/drawing/2014/main" id="{14AECF96-1735-99A1-2AD0-A330D8DD2B3F}"/>
              </a:ext>
            </a:extLst>
          </p:cNvPr>
          <p:cNvSpPr txBox="1"/>
          <p:nvPr/>
        </p:nvSpPr>
        <p:spPr>
          <a:xfrm>
            <a:off x="1390650" y="3853457"/>
            <a:ext cx="4076700" cy="746486"/>
          </a:xfrm>
          <a:prstGeom prst="rect">
            <a:avLst/>
          </a:prstGeom>
          <a:noFill/>
          <a:ln>
            <a:noFill/>
          </a:ln>
        </p:spPr>
        <p:txBody>
          <a:bodyPr spcFirstLastPara="1" wrap="square" lIns="0" tIns="0" rIns="0" bIns="0" anchor="t" anchorCtr="0">
            <a:spAutoFit/>
          </a:bodyPr>
          <a:lstStyle/>
          <a:p>
            <a:pPr marL="0" marR="0" lvl="0" indent="0" algn="l" rtl="0">
              <a:lnSpc>
                <a:spcPct val="146666"/>
              </a:lnSpc>
              <a:spcBef>
                <a:spcPts val="0"/>
              </a:spcBef>
              <a:spcAft>
                <a:spcPts val="0"/>
              </a:spcAft>
              <a:buNone/>
            </a:pPr>
            <a:r>
              <a:rPr lang="en-US" sz="1650" b="1" i="0" u="none" strike="noStrike" cap="none" dirty="0">
                <a:solidFill>
                  <a:srgbClr val="334155"/>
                </a:solidFill>
                <a:latin typeface="Lato"/>
                <a:ea typeface="Lato"/>
                <a:cs typeface="Lato"/>
                <a:sym typeface="Lato"/>
              </a:rPr>
              <a:t>Y la </a:t>
            </a:r>
            <a:r>
              <a:rPr lang="en-US" sz="1650" b="1" i="0" u="none" strike="noStrike" cap="none" dirty="0" err="1">
                <a:solidFill>
                  <a:srgbClr val="334155"/>
                </a:solidFill>
                <a:latin typeface="Lato"/>
                <a:ea typeface="Lato"/>
                <a:cs typeface="Lato"/>
                <a:sym typeface="Lato"/>
              </a:rPr>
              <a:t>hipótesis</a:t>
            </a:r>
            <a:r>
              <a:rPr lang="en-US" sz="1650" b="1" i="0" u="none" strike="noStrike" cap="none" dirty="0">
                <a:solidFill>
                  <a:srgbClr val="334155"/>
                </a:solidFill>
                <a:latin typeface="Lato"/>
                <a:ea typeface="Lato"/>
                <a:cs typeface="Lato"/>
                <a:sym typeface="Lato"/>
              </a:rPr>
              <a:t>:</a:t>
            </a:r>
            <a:br>
              <a:rPr lang="en-US" sz="1800" b="0" i="0" u="none" strike="noStrike" cap="none" dirty="0">
                <a:solidFill>
                  <a:schemeClr val="dk1"/>
                </a:solidFill>
                <a:latin typeface="Calibri"/>
                <a:ea typeface="Calibri"/>
                <a:cs typeface="Calibri"/>
                <a:sym typeface="Calibri"/>
              </a:rPr>
            </a:br>
            <a:r>
              <a:rPr lang="en-US" sz="1650" b="0" i="0" u="none" strike="noStrike" cap="none" dirty="0">
                <a:solidFill>
                  <a:srgbClr val="334155"/>
                </a:solidFill>
                <a:latin typeface="Lato"/>
                <a:ea typeface="Lato"/>
                <a:cs typeface="Lato"/>
                <a:sym typeface="Lato"/>
              </a:rPr>
              <a:t>No </a:t>
            </a:r>
            <a:r>
              <a:rPr lang="en-US" sz="1650" b="0" i="0" u="none" strike="noStrike" cap="none" dirty="0" err="1">
                <a:solidFill>
                  <a:srgbClr val="334155"/>
                </a:solidFill>
                <a:latin typeface="Lato"/>
                <a:ea typeface="Lato"/>
                <a:cs typeface="Lato"/>
                <a:sym typeface="Lato"/>
              </a:rPr>
              <a:t>llueve</a:t>
            </a:r>
            <a:r>
              <a:rPr lang="en-US" sz="1650" b="0" i="0" u="none" strike="noStrike" cap="none" dirty="0">
                <a:solidFill>
                  <a:srgbClr val="334155"/>
                </a:solidFill>
                <a:latin typeface="Lato"/>
                <a:ea typeface="Lato"/>
                <a:cs typeface="Lato"/>
                <a:sym typeface="Lato"/>
              </a:rPr>
              <a:t>.</a:t>
            </a:r>
            <a:endParaRPr dirty="0"/>
          </a:p>
        </p:txBody>
      </p:sp>
      <p:sp>
        <p:nvSpPr>
          <p:cNvPr id="208" name="Google Shape;208;p20">
            <a:extLst>
              <a:ext uri="{FF2B5EF4-FFF2-40B4-BE49-F238E27FC236}">
                <a16:creationId xmlns:a16="http://schemas.microsoft.com/office/drawing/2014/main" id="{A49AC7EE-D294-B662-E5A2-F707EB07BE04}"/>
              </a:ext>
            </a:extLst>
          </p:cNvPr>
          <p:cNvSpPr txBox="1"/>
          <p:nvPr/>
        </p:nvSpPr>
        <p:spPr>
          <a:xfrm>
            <a:off x="6962775" y="3029991"/>
            <a:ext cx="4076700" cy="40626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a:solidFill>
                  <a:srgbClr val="15803D"/>
                </a:solidFill>
                <a:latin typeface="Lato"/>
                <a:ea typeface="Lato"/>
                <a:cs typeface="Lato"/>
                <a:sym typeface="Lato"/>
              </a:rPr>
              <a:t>Por lo tanto, </a:t>
            </a:r>
            <a:r>
              <a:rPr lang="en-US" sz="1650" b="0" i="0" u="none" strike="noStrike" cap="none" dirty="0" err="1">
                <a:solidFill>
                  <a:srgbClr val="15803D"/>
                </a:solidFill>
                <a:latin typeface="Lato"/>
                <a:ea typeface="Lato"/>
                <a:cs typeface="Lato"/>
                <a:sym typeface="Lato"/>
              </a:rPr>
              <a:t>salgo</a:t>
            </a:r>
            <a:r>
              <a:rPr lang="en-US" sz="1650" b="0" i="0" u="none" strike="noStrike" cap="none" dirty="0">
                <a:solidFill>
                  <a:srgbClr val="15803D"/>
                </a:solidFill>
                <a:latin typeface="Lato"/>
                <a:ea typeface="Lato"/>
                <a:cs typeface="Lato"/>
                <a:sym typeface="Lato"/>
              </a:rPr>
              <a:t> a </a:t>
            </a:r>
            <a:r>
              <a:rPr lang="en-US" sz="1650" b="0" i="0" u="none" strike="noStrike" cap="none" dirty="0" err="1">
                <a:solidFill>
                  <a:srgbClr val="15803D"/>
                </a:solidFill>
                <a:latin typeface="Lato"/>
                <a:ea typeface="Lato"/>
                <a:cs typeface="Lato"/>
                <a:sym typeface="Lato"/>
              </a:rPr>
              <a:t>correr</a:t>
            </a:r>
            <a:r>
              <a:rPr lang="en-US" sz="1650" b="0" i="0" u="none" strike="noStrike" cap="none" dirty="0">
                <a:solidFill>
                  <a:srgbClr val="15803D"/>
                </a:solidFill>
                <a:latin typeface="Lato"/>
                <a:ea typeface="Lato"/>
                <a:cs typeface="Lato"/>
                <a:sym typeface="Lato"/>
              </a:rPr>
              <a:t>.</a:t>
            </a:r>
            <a:endParaRPr dirty="0"/>
          </a:p>
        </p:txBody>
      </p:sp>
      <p:sp>
        <p:nvSpPr>
          <p:cNvPr id="209" name="Google Shape;209;p20">
            <a:extLst>
              <a:ext uri="{FF2B5EF4-FFF2-40B4-BE49-F238E27FC236}">
                <a16:creationId xmlns:a16="http://schemas.microsoft.com/office/drawing/2014/main" id="{6215779D-1D1F-ADE2-F83F-00565DF444A2}"/>
              </a:ext>
            </a:extLst>
          </p:cNvPr>
          <p:cNvSpPr txBox="1"/>
          <p:nvPr/>
        </p:nvSpPr>
        <p:spPr>
          <a:xfrm>
            <a:off x="7064692" y="4359621"/>
            <a:ext cx="4076700" cy="35421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a:solidFill>
                  <a:srgbClr val="1E293B"/>
                </a:solidFill>
                <a:latin typeface="Lato"/>
                <a:ea typeface="Lato"/>
                <a:cs typeface="Lato"/>
                <a:sym typeface="Lato"/>
              </a:rPr>
              <a:t>Regla </a:t>
            </a:r>
            <a:r>
              <a:rPr lang="en-US" sz="1650" b="0" i="0" u="none" strike="noStrike" cap="none" dirty="0" err="1">
                <a:solidFill>
                  <a:srgbClr val="1E293B"/>
                </a:solidFill>
                <a:latin typeface="Lato"/>
                <a:ea typeface="Lato"/>
                <a:cs typeface="Lato"/>
                <a:sym typeface="Lato"/>
              </a:rPr>
              <a:t>utilizada</a:t>
            </a:r>
            <a:r>
              <a:rPr lang="en-US" sz="1650" b="0" i="0" u="none" strike="noStrike" cap="none" dirty="0">
                <a:solidFill>
                  <a:srgbClr val="1E293B"/>
                </a:solidFill>
                <a:latin typeface="Lato"/>
                <a:ea typeface="Lato"/>
                <a:cs typeface="Lato"/>
                <a:sym typeface="Lato"/>
              </a:rPr>
              <a:t>: Modus ponens</a:t>
            </a:r>
            <a:endParaRPr dirty="0"/>
          </a:p>
        </p:txBody>
      </p:sp>
      <p:sp>
        <p:nvSpPr>
          <p:cNvPr id="210" name="Google Shape;210;p20">
            <a:extLst>
              <a:ext uri="{FF2B5EF4-FFF2-40B4-BE49-F238E27FC236}">
                <a16:creationId xmlns:a16="http://schemas.microsoft.com/office/drawing/2014/main" id="{7147A88E-1AA3-AED0-9992-F7CA67E876DC}"/>
              </a:ext>
            </a:extLst>
          </p:cNvPr>
          <p:cNvSpPr/>
          <p:nvPr/>
        </p:nvSpPr>
        <p:spPr>
          <a:xfrm>
            <a:off x="6724650" y="4359622"/>
            <a:ext cx="4314825" cy="19050"/>
          </a:xfrm>
          <a:prstGeom prst="rect">
            <a:avLst/>
          </a:prstGeom>
          <a:solidFill>
            <a:srgbClr val="BBF7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20">
            <a:extLst>
              <a:ext uri="{FF2B5EF4-FFF2-40B4-BE49-F238E27FC236}">
                <a16:creationId xmlns:a16="http://schemas.microsoft.com/office/drawing/2014/main" id="{78215135-1943-2F56-FF20-EE89A0898D5E}"/>
              </a:ext>
            </a:extLst>
          </p:cNvPr>
          <p:cNvSpPr txBox="1"/>
          <p:nvPr/>
        </p:nvSpPr>
        <p:spPr>
          <a:xfrm>
            <a:off x="1152525" y="2600325"/>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12" name="Google Shape;212;p20">
            <a:extLst>
              <a:ext uri="{FF2B5EF4-FFF2-40B4-BE49-F238E27FC236}">
                <a16:creationId xmlns:a16="http://schemas.microsoft.com/office/drawing/2014/main" id="{9E36C472-B622-AA4F-DC01-70859EBA9395}"/>
              </a:ext>
            </a:extLst>
          </p:cNvPr>
          <p:cNvSpPr txBox="1"/>
          <p:nvPr/>
        </p:nvSpPr>
        <p:spPr>
          <a:xfrm>
            <a:off x="1152525" y="3796307"/>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13" name="Google Shape;213;p20">
            <a:extLst>
              <a:ext uri="{FF2B5EF4-FFF2-40B4-BE49-F238E27FC236}">
                <a16:creationId xmlns:a16="http://schemas.microsoft.com/office/drawing/2014/main" id="{F520D7CF-80BB-FD78-981F-7BF6A4E6F304}"/>
              </a:ext>
            </a:extLst>
          </p:cNvPr>
          <p:cNvSpPr txBox="1"/>
          <p:nvPr/>
        </p:nvSpPr>
        <p:spPr>
          <a:xfrm>
            <a:off x="6724650" y="2972841"/>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14" name="Google Shape;214;p20">
            <a:extLst>
              <a:ext uri="{FF2B5EF4-FFF2-40B4-BE49-F238E27FC236}">
                <a16:creationId xmlns:a16="http://schemas.microsoft.com/office/drawing/2014/main" id="{850EFAE0-DCF6-2753-DF82-DE54BAA39509}"/>
              </a:ext>
            </a:extLst>
          </p:cNvPr>
          <p:cNvSpPr txBox="1"/>
          <p:nvPr/>
        </p:nvSpPr>
        <p:spPr>
          <a:xfrm>
            <a:off x="6860857" y="2339281"/>
            <a:ext cx="4280535" cy="426690"/>
          </a:xfrm>
          <a:prstGeom prst="rect">
            <a:avLst/>
          </a:prstGeom>
          <a:noFill/>
          <a:ln>
            <a:noFill/>
          </a:ln>
        </p:spPr>
        <p:txBody>
          <a:bodyPr spcFirstLastPara="1" wrap="square" lIns="0" tIns="0" rIns="0" bIns="0" anchor="t" anchorCtr="0">
            <a:spAutoFit/>
          </a:bodyPr>
          <a:lstStyle/>
          <a:p>
            <a:pPr marL="0" marR="0" lvl="0" indent="0" algn="l" rtl="0">
              <a:lnSpc>
                <a:spcPct val="159952"/>
              </a:lnSpc>
              <a:spcBef>
                <a:spcPts val="0"/>
              </a:spcBef>
              <a:spcAft>
                <a:spcPts val="0"/>
              </a:spcAft>
              <a:buNone/>
            </a:pPr>
            <a:r>
              <a:rPr lang="en-US" sz="2100" b="0" i="0" u="none" strike="noStrike" cap="none" dirty="0" err="1">
                <a:solidFill>
                  <a:srgbClr val="166534"/>
                </a:solidFill>
                <a:latin typeface="Poppins SemiBold"/>
                <a:ea typeface="Poppins SemiBold"/>
                <a:cs typeface="Poppins SemiBold"/>
                <a:sym typeface="Poppins SemiBold"/>
              </a:rPr>
              <a:t>Conclusión</a:t>
            </a:r>
            <a:r>
              <a:rPr lang="en-US" sz="2100" b="0" i="0" u="none" strike="noStrike" cap="none" dirty="0">
                <a:solidFill>
                  <a:srgbClr val="166534"/>
                </a:solidFill>
                <a:latin typeface="Poppins SemiBold"/>
                <a:ea typeface="Poppins SemiBold"/>
                <a:cs typeface="Poppins SemiBold"/>
                <a:sym typeface="Poppins SemiBold"/>
              </a:rPr>
              <a:t>:</a:t>
            </a:r>
            <a:endParaRPr dirty="0"/>
          </a:p>
        </p:txBody>
      </p:sp>
      <p:sp>
        <p:nvSpPr>
          <p:cNvPr id="215" name="Google Shape;215;p20">
            <a:extLst>
              <a:ext uri="{FF2B5EF4-FFF2-40B4-BE49-F238E27FC236}">
                <a16:creationId xmlns:a16="http://schemas.microsoft.com/office/drawing/2014/main" id="{57616F77-CF09-9161-FACA-A726D02F9AB6}"/>
              </a:ext>
            </a:extLst>
          </p:cNvPr>
          <p:cNvSpPr txBox="1"/>
          <p:nvPr/>
        </p:nvSpPr>
        <p:spPr>
          <a:xfrm>
            <a:off x="6724650" y="4302472"/>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16" name="Google Shape;216;p20">
            <a:extLst>
              <a:ext uri="{FF2B5EF4-FFF2-40B4-BE49-F238E27FC236}">
                <a16:creationId xmlns:a16="http://schemas.microsoft.com/office/drawing/2014/main" id="{587D12EA-BE7E-F6BB-D38E-475620C26636}"/>
              </a:ext>
            </a:extLst>
          </p:cNvPr>
          <p:cNvSpPr txBox="1"/>
          <p:nvPr/>
        </p:nvSpPr>
        <p:spPr>
          <a:xfrm>
            <a:off x="3130296" y="884038"/>
            <a:ext cx="1120140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dirty="0" err="1">
                <a:solidFill>
                  <a:srgbClr val="1E293B"/>
                </a:solidFill>
                <a:latin typeface="Poppins SemiBold"/>
                <a:ea typeface="Poppins SemiBold"/>
                <a:cs typeface="Poppins SemiBold"/>
                <a:sym typeface="Poppins SemiBold"/>
              </a:rPr>
              <a:t>Ejemplo</a:t>
            </a:r>
            <a:r>
              <a:rPr lang="en-US" sz="3150" b="0" i="0" u="none" strike="noStrike" cap="none" dirty="0">
                <a:solidFill>
                  <a:srgbClr val="1E293B"/>
                </a:solidFill>
                <a:latin typeface="Poppins SemiBold"/>
                <a:ea typeface="Poppins SemiBold"/>
                <a:cs typeface="Poppins SemiBold"/>
                <a:sym typeface="Poppins SemiBold"/>
              </a:rPr>
              <a:t> 2 - </a:t>
            </a:r>
            <a:r>
              <a:rPr lang="en-US" sz="3150" b="0" i="0" u="none" strike="noStrike" cap="none" dirty="0" err="1">
                <a:solidFill>
                  <a:srgbClr val="1E293B"/>
                </a:solidFill>
                <a:latin typeface="Poppins SemiBold"/>
                <a:ea typeface="Poppins SemiBold"/>
                <a:cs typeface="Poppins SemiBold"/>
                <a:sym typeface="Poppins SemiBold"/>
              </a:rPr>
              <a:t>Aplicación</a:t>
            </a:r>
            <a:r>
              <a:rPr lang="en-US" sz="3150" b="0" i="0" u="none" strike="noStrike" cap="none" dirty="0">
                <a:solidFill>
                  <a:srgbClr val="1E293B"/>
                </a:solidFill>
                <a:latin typeface="Poppins SemiBold"/>
                <a:ea typeface="Poppins SemiBold"/>
                <a:cs typeface="Poppins SemiBold"/>
                <a:sym typeface="Poppins SemiBold"/>
              </a:rPr>
              <a:t> del Modus Ponens</a:t>
            </a:r>
            <a:endParaRPr dirty="0"/>
          </a:p>
        </p:txBody>
      </p:sp>
      <p:sp>
        <p:nvSpPr>
          <p:cNvPr id="217" name="Google Shape;217;p20">
            <a:extLst>
              <a:ext uri="{FF2B5EF4-FFF2-40B4-BE49-F238E27FC236}">
                <a16:creationId xmlns:a16="http://schemas.microsoft.com/office/drawing/2014/main" id="{FAF47E23-87F6-750E-4ABE-0DA57F05CE37}"/>
              </a:ext>
            </a:extLst>
          </p:cNvPr>
          <p:cNvSpPr/>
          <p:nvPr/>
        </p:nvSpPr>
        <p:spPr>
          <a:xfrm>
            <a:off x="762000" y="1390650"/>
            <a:ext cx="10668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86088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pic>
        <p:nvPicPr>
          <p:cNvPr id="245" name="Google Shape;245;p22" descr="image.png"/>
          <p:cNvPicPr preferRelativeResize="0"/>
          <p:nvPr/>
        </p:nvPicPr>
        <p:blipFill rotWithShape="1">
          <a:blip r:embed="rId3">
            <a:alphaModFix/>
          </a:blip>
          <a:srcRect/>
          <a:stretch/>
        </p:blipFill>
        <p:spPr>
          <a:xfrm>
            <a:off x="762000" y="1790700"/>
            <a:ext cx="5095875" cy="4495800"/>
          </a:xfrm>
          <a:prstGeom prst="rect">
            <a:avLst/>
          </a:prstGeom>
          <a:noFill/>
          <a:ln>
            <a:noFill/>
          </a:ln>
        </p:spPr>
      </p:pic>
      <p:pic>
        <p:nvPicPr>
          <p:cNvPr id="246" name="Google Shape;246;p22" descr="image.png"/>
          <p:cNvPicPr preferRelativeResize="0"/>
          <p:nvPr/>
        </p:nvPicPr>
        <p:blipFill rotWithShape="1">
          <a:blip r:embed="rId4">
            <a:alphaModFix/>
          </a:blip>
          <a:srcRect/>
          <a:stretch/>
        </p:blipFill>
        <p:spPr>
          <a:xfrm>
            <a:off x="6334125" y="1790700"/>
            <a:ext cx="5095875" cy="4495800"/>
          </a:xfrm>
          <a:prstGeom prst="rect">
            <a:avLst/>
          </a:prstGeom>
          <a:noFill/>
          <a:ln>
            <a:noFill/>
          </a:ln>
        </p:spPr>
      </p:pic>
      <p:pic>
        <p:nvPicPr>
          <p:cNvPr id="247" name="Google Shape;247;p22" descr="image.png"/>
          <p:cNvPicPr preferRelativeResize="0"/>
          <p:nvPr/>
        </p:nvPicPr>
        <p:blipFill rotWithShape="1">
          <a:blip r:embed="rId5">
            <a:alphaModFix/>
          </a:blip>
          <a:srcRect/>
          <a:stretch/>
        </p:blipFill>
        <p:spPr>
          <a:xfrm>
            <a:off x="1152525" y="4158257"/>
            <a:ext cx="4314825" cy="1346001"/>
          </a:xfrm>
          <a:prstGeom prst="rect">
            <a:avLst/>
          </a:prstGeom>
          <a:noFill/>
          <a:ln>
            <a:noFill/>
          </a:ln>
        </p:spPr>
      </p:pic>
      <p:sp>
        <p:nvSpPr>
          <p:cNvPr id="248" name="Google Shape;248;p22"/>
          <p:cNvSpPr/>
          <p:nvPr/>
        </p:nvSpPr>
        <p:spPr>
          <a:xfrm>
            <a:off x="0" y="0"/>
            <a:ext cx="12192000" cy="762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9" name="Google Shape;249;p22"/>
          <p:cNvSpPr txBox="1"/>
          <p:nvPr/>
        </p:nvSpPr>
        <p:spPr>
          <a:xfrm>
            <a:off x="1152525" y="2181225"/>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Regla y Notación Formal:</a:t>
            </a:r>
            <a:endParaRPr/>
          </a:p>
        </p:txBody>
      </p:sp>
      <p:sp>
        <p:nvSpPr>
          <p:cNvPr id="250" name="Google Shape;250;p22"/>
          <p:cNvSpPr txBox="1"/>
          <p:nvPr/>
        </p:nvSpPr>
        <p:spPr>
          <a:xfrm>
            <a:off x="1152525" y="2771775"/>
            <a:ext cx="4314825"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Si una proposición </a:t>
            </a:r>
            <a:r>
              <a:rPr lang="en-US" sz="1650" b="1" i="0" u="none" strike="noStrike" cap="none">
                <a:solidFill>
                  <a:srgbClr val="334155"/>
                </a:solidFill>
                <a:latin typeface="Lato"/>
                <a:ea typeface="Lato"/>
                <a:cs typeface="Lato"/>
                <a:sym typeface="Lato"/>
              </a:rPr>
              <a:t>p</a:t>
            </a:r>
            <a:r>
              <a:rPr lang="en-US" sz="1650" b="0" i="0" u="none" strike="noStrike" cap="none">
                <a:solidFill>
                  <a:srgbClr val="334155"/>
                </a:solidFill>
                <a:latin typeface="Lato"/>
                <a:ea typeface="Lato"/>
                <a:cs typeface="Lato"/>
                <a:sym typeface="Lato"/>
              </a:rPr>
              <a:t> es verdadera, entonces la disyunción de </a:t>
            </a:r>
            <a:r>
              <a:rPr lang="en-US" sz="1650" b="1" i="0" u="none" strike="noStrike" cap="none">
                <a:solidFill>
                  <a:srgbClr val="334155"/>
                </a:solidFill>
                <a:latin typeface="Lato"/>
                <a:ea typeface="Lato"/>
                <a:cs typeface="Lato"/>
                <a:sym typeface="Lato"/>
              </a:rPr>
              <a:t>p</a:t>
            </a:r>
            <a:r>
              <a:rPr lang="en-US" sz="1650" b="0" i="0" u="none" strike="noStrike" cap="none">
                <a:solidFill>
                  <a:srgbClr val="334155"/>
                </a:solidFill>
                <a:latin typeface="Lato"/>
                <a:ea typeface="Lato"/>
                <a:cs typeface="Lato"/>
                <a:sym typeface="Lato"/>
              </a:rPr>
              <a:t> con cualquier otra proposición </a:t>
            </a:r>
            <a:r>
              <a:rPr lang="en-US" sz="1650" b="1" i="0" u="none" strike="noStrike" cap="none">
                <a:solidFill>
                  <a:srgbClr val="334155"/>
                </a:solidFill>
                <a:latin typeface="Lato"/>
                <a:ea typeface="Lato"/>
                <a:cs typeface="Lato"/>
                <a:sym typeface="Lato"/>
              </a:rPr>
              <a:t>q</a:t>
            </a:r>
            <a:r>
              <a:rPr lang="en-US" sz="1650" b="0" i="0" u="none" strike="noStrike" cap="none">
                <a:solidFill>
                  <a:srgbClr val="334155"/>
                </a:solidFill>
                <a:latin typeface="Lato"/>
                <a:ea typeface="Lato"/>
                <a:cs typeface="Lato"/>
                <a:sym typeface="Lato"/>
              </a:rPr>
              <a:t> también es verdadera.</a:t>
            </a:r>
            <a:endParaRPr/>
          </a:p>
        </p:txBody>
      </p:sp>
      <p:sp>
        <p:nvSpPr>
          <p:cNvPr id="251" name="Google Shape;251;p22"/>
          <p:cNvSpPr txBox="1"/>
          <p:nvPr/>
        </p:nvSpPr>
        <p:spPr>
          <a:xfrm>
            <a:off x="6724650" y="2181225"/>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Ejemplo:</a:t>
            </a:r>
            <a:endParaRPr/>
          </a:p>
        </p:txBody>
      </p:sp>
      <p:pic>
        <p:nvPicPr>
          <p:cNvPr id="252" name="Google Shape;252;p22" descr="image.png"/>
          <p:cNvPicPr preferRelativeResize="0"/>
          <p:nvPr/>
        </p:nvPicPr>
        <p:blipFill rotWithShape="1">
          <a:blip r:embed="rId6">
            <a:alphaModFix/>
          </a:blip>
          <a:srcRect/>
          <a:stretch/>
        </p:blipFill>
        <p:spPr>
          <a:xfrm>
            <a:off x="2454473" y="4463057"/>
            <a:ext cx="1710928" cy="736401"/>
          </a:xfrm>
          <a:prstGeom prst="rect">
            <a:avLst/>
          </a:prstGeom>
          <a:noFill/>
          <a:ln>
            <a:noFill/>
          </a:ln>
        </p:spPr>
      </p:pic>
      <p:sp>
        <p:nvSpPr>
          <p:cNvPr id="253" name="Google Shape;253;p22"/>
          <p:cNvSpPr txBox="1"/>
          <p:nvPr/>
        </p:nvSpPr>
        <p:spPr>
          <a:xfrm>
            <a:off x="6962775" y="2804220"/>
            <a:ext cx="407670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err="1">
                <a:solidFill>
                  <a:srgbClr val="334155"/>
                </a:solidFill>
                <a:latin typeface="Lato"/>
                <a:ea typeface="Lato"/>
                <a:cs typeface="Lato"/>
                <a:sym typeface="Lato"/>
              </a:rPr>
              <a:t>Está</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lloviendo</a:t>
            </a:r>
            <a:r>
              <a:rPr lang="en-US" sz="1650" b="0" i="0" u="none" strike="noStrike" cap="none" dirty="0">
                <a:solidFill>
                  <a:srgbClr val="334155"/>
                </a:solidFill>
                <a:latin typeface="Lato"/>
                <a:ea typeface="Lato"/>
                <a:cs typeface="Lato"/>
                <a:sym typeface="Lato"/>
              </a:rPr>
              <a:t>.</a:t>
            </a:r>
            <a:endParaRPr dirty="0"/>
          </a:p>
        </p:txBody>
      </p:sp>
      <p:sp>
        <p:nvSpPr>
          <p:cNvPr id="254" name="Google Shape;254;p22"/>
          <p:cNvSpPr txBox="1"/>
          <p:nvPr/>
        </p:nvSpPr>
        <p:spPr>
          <a:xfrm>
            <a:off x="6962775" y="3455490"/>
            <a:ext cx="4076700" cy="35421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a:solidFill>
                  <a:srgbClr val="334155"/>
                </a:solidFill>
                <a:latin typeface="Lato"/>
                <a:ea typeface="Lato"/>
                <a:cs typeface="Lato"/>
                <a:sym typeface="Lato"/>
              </a:rPr>
              <a:t>Por lo tanto, </a:t>
            </a:r>
            <a:r>
              <a:rPr lang="en-US" sz="1650" b="0" i="0" u="none" strike="noStrike" cap="none" dirty="0" err="1">
                <a:solidFill>
                  <a:srgbClr val="334155"/>
                </a:solidFill>
                <a:latin typeface="Lato"/>
                <a:ea typeface="Lato"/>
                <a:cs typeface="Lato"/>
                <a:sym typeface="Lato"/>
              </a:rPr>
              <a:t>está</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lloviendo</a:t>
            </a:r>
            <a:r>
              <a:rPr lang="en-US" sz="1650" b="0" i="0" u="none" strike="noStrike" cap="none" dirty="0">
                <a:solidFill>
                  <a:srgbClr val="334155"/>
                </a:solidFill>
                <a:latin typeface="Lato"/>
                <a:ea typeface="Lato"/>
                <a:cs typeface="Lato"/>
                <a:sym typeface="Lato"/>
              </a:rPr>
              <a:t> o </a:t>
            </a:r>
            <a:r>
              <a:rPr lang="en-US" sz="1650" b="0" i="0" u="none" strike="noStrike" cap="none" dirty="0" err="1">
                <a:solidFill>
                  <a:srgbClr val="334155"/>
                </a:solidFill>
                <a:latin typeface="Lato"/>
                <a:ea typeface="Lato"/>
                <a:cs typeface="Lato"/>
                <a:sym typeface="Lato"/>
              </a:rPr>
              <a:t>hace</a:t>
            </a:r>
            <a:r>
              <a:rPr lang="en-US" sz="1650" b="0" i="0" u="none" strike="noStrike" cap="none" dirty="0">
                <a:solidFill>
                  <a:srgbClr val="334155"/>
                </a:solidFill>
                <a:latin typeface="Lato"/>
                <a:ea typeface="Lato"/>
                <a:cs typeface="Lato"/>
                <a:sym typeface="Lato"/>
              </a:rPr>
              <a:t> sol.</a:t>
            </a:r>
            <a:endParaRPr dirty="0"/>
          </a:p>
        </p:txBody>
      </p:sp>
      <p:sp>
        <p:nvSpPr>
          <p:cNvPr id="255" name="Google Shape;255;p22"/>
          <p:cNvSpPr/>
          <p:nvPr/>
        </p:nvSpPr>
        <p:spPr>
          <a:xfrm>
            <a:off x="6724650" y="3392685"/>
            <a:ext cx="4314825"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6" name="Google Shape;256;p22"/>
          <p:cNvSpPr txBox="1"/>
          <p:nvPr/>
        </p:nvSpPr>
        <p:spPr>
          <a:xfrm>
            <a:off x="6724650" y="2714625"/>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57" name="Google Shape;257;p22"/>
          <p:cNvSpPr txBox="1"/>
          <p:nvPr/>
        </p:nvSpPr>
        <p:spPr>
          <a:xfrm>
            <a:off x="6724650" y="3335535"/>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58" name="Google Shape;258;p22"/>
          <p:cNvSpPr txBox="1"/>
          <p:nvPr/>
        </p:nvSpPr>
        <p:spPr>
          <a:xfrm>
            <a:off x="3617495" y="833438"/>
            <a:ext cx="1120140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dirty="0">
                <a:solidFill>
                  <a:srgbClr val="1E293B"/>
                </a:solidFill>
                <a:latin typeface="Poppins SemiBold"/>
                <a:ea typeface="Poppins SemiBold"/>
                <a:cs typeface="Poppins SemiBold"/>
                <a:sym typeface="Poppins SemiBold"/>
              </a:rPr>
              <a:t>3.2 </a:t>
            </a:r>
            <a:r>
              <a:rPr lang="en-US" sz="3150" b="0" i="0" u="none" strike="noStrike" cap="none" dirty="0" err="1">
                <a:solidFill>
                  <a:srgbClr val="1E293B"/>
                </a:solidFill>
                <a:latin typeface="Poppins SemiBold"/>
                <a:ea typeface="Poppins SemiBold"/>
                <a:cs typeface="Poppins SemiBold"/>
                <a:sym typeface="Poppins SemiBold"/>
              </a:rPr>
              <a:t>Adición</a:t>
            </a:r>
            <a:endParaRPr dirty="0"/>
          </a:p>
        </p:txBody>
      </p:sp>
      <p:sp>
        <p:nvSpPr>
          <p:cNvPr id="259" name="Google Shape;259;p22"/>
          <p:cNvSpPr/>
          <p:nvPr/>
        </p:nvSpPr>
        <p:spPr>
          <a:xfrm>
            <a:off x="762000" y="1390650"/>
            <a:ext cx="10668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4" descr="image.png"/>
          <p:cNvPicPr preferRelativeResize="0"/>
          <p:nvPr/>
        </p:nvPicPr>
        <p:blipFill rotWithShape="1">
          <a:blip r:embed="rId3">
            <a:alphaModFix/>
          </a:blip>
          <a:srcRect/>
          <a:stretch/>
        </p:blipFill>
        <p:spPr>
          <a:xfrm>
            <a:off x="762000" y="1790700"/>
            <a:ext cx="5095875" cy="4495800"/>
          </a:xfrm>
          <a:prstGeom prst="rect">
            <a:avLst/>
          </a:prstGeom>
          <a:noFill/>
          <a:ln>
            <a:noFill/>
          </a:ln>
        </p:spPr>
      </p:pic>
      <p:pic>
        <p:nvPicPr>
          <p:cNvPr id="92" name="Google Shape;92;p14" descr="image.png"/>
          <p:cNvPicPr preferRelativeResize="0"/>
          <p:nvPr/>
        </p:nvPicPr>
        <p:blipFill rotWithShape="1">
          <a:blip r:embed="rId4">
            <a:alphaModFix/>
          </a:blip>
          <a:srcRect/>
          <a:stretch/>
        </p:blipFill>
        <p:spPr>
          <a:xfrm>
            <a:off x="6334125" y="1790700"/>
            <a:ext cx="5095875" cy="4495800"/>
          </a:xfrm>
          <a:prstGeom prst="rect">
            <a:avLst/>
          </a:prstGeom>
          <a:noFill/>
          <a:ln>
            <a:noFill/>
          </a:ln>
        </p:spPr>
      </p:pic>
      <p:pic>
        <p:nvPicPr>
          <p:cNvPr id="93" name="Google Shape;93;p14" descr="image.png"/>
          <p:cNvPicPr preferRelativeResize="0"/>
          <p:nvPr/>
        </p:nvPicPr>
        <p:blipFill rotWithShape="1">
          <a:blip r:embed="rId5">
            <a:alphaModFix/>
          </a:blip>
          <a:srcRect/>
          <a:stretch/>
        </p:blipFill>
        <p:spPr>
          <a:xfrm>
            <a:off x="1173830" y="4167485"/>
            <a:ext cx="4314825" cy="1393626"/>
          </a:xfrm>
          <a:prstGeom prst="rect">
            <a:avLst/>
          </a:prstGeom>
          <a:noFill/>
          <a:ln>
            <a:noFill/>
          </a:ln>
        </p:spPr>
      </p:pic>
      <p:sp>
        <p:nvSpPr>
          <p:cNvPr id="94" name="Google Shape;94;p14"/>
          <p:cNvSpPr/>
          <p:nvPr/>
        </p:nvSpPr>
        <p:spPr>
          <a:xfrm>
            <a:off x="0" y="0"/>
            <a:ext cx="12192000" cy="762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 name="Google Shape;95;p14"/>
          <p:cNvSpPr txBox="1"/>
          <p:nvPr/>
        </p:nvSpPr>
        <p:spPr>
          <a:xfrm>
            <a:off x="1152525" y="2181225"/>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Regla y Notación Formal</a:t>
            </a:r>
            <a:endParaRPr/>
          </a:p>
        </p:txBody>
      </p:sp>
      <p:sp>
        <p:nvSpPr>
          <p:cNvPr id="96" name="Google Shape;96;p14"/>
          <p:cNvSpPr txBox="1"/>
          <p:nvPr/>
        </p:nvSpPr>
        <p:spPr>
          <a:xfrm>
            <a:off x="1152525" y="2771775"/>
            <a:ext cx="431482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Si una conjunción </a:t>
            </a:r>
            <a:r>
              <a:rPr lang="en-US" sz="1650" b="1" i="0" u="none" strike="noStrike" cap="none">
                <a:solidFill>
                  <a:srgbClr val="334155"/>
                </a:solidFill>
                <a:latin typeface="Lato"/>
                <a:ea typeface="Lato"/>
                <a:cs typeface="Lato"/>
                <a:sym typeface="Lato"/>
              </a:rPr>
              <a:t>p ∧ q</a:t>
            </a:r>
            <a:r>
              <a:rPr lang="en-US" sz="1650" b="0" i="0" u="none" strike="noStrike" cap="none">
                <a:solidFill>
                  <a:srgbClr val="334155"/>
                </a:solidFill>
                <a:latin typeface="Lato"/>
                <a:ea typeface="Lato"/>
                <a:cs typeface="Lato"/>
                <a:sym typeface="Lato"/>
              </a:rPr>
              <a:t> es verdadera, entonces se puede inferir cualquiera de sus partes.</a:t>
            </a:r>
            <a:endParaRPr/>
          </a:p>
        </p:txBody>
      </p:sp>
      <p:sp>
        <p:nvSpPr>
          <p:cNvPr id="97" name="Google Shape;97;p14"/>
          <p:cNvSpPr txBox="1"/>
          <p:nvPr/>
        </p:nvSpPr>
        <p:spPr>
          <a:xfrm>
            <a:off x="6724650" y="2181225"/>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Ejemplo Aplicado</a:t>
            </a:r>
            <a:endParaRPr/>
          </a:p>
        </p:txBody>
      </p:sp>
      <p:pic>
        <p:nvPicPr>
          <p:cNvPr id="98" name="Google Shape;98;p14" descr="image.png"/>
          <p:cNvPicPr preferRelativeResize="0"/>
          <p:nvPr/>
        </p:nvPicPr>
        <p:blipFill rotWithShape="1">
          <a:blip r:embed="rId6">
            <a:alphaModFix/>
          </a:blip>
          <a:srcRect/>
          <a:stretch/>
        </p:blipFill>
        <p:spPr>
          <a:xfrm>
            <a:off x="2843979" y="4472285"/>
            <a:ext cx="974526" cy="784026"/>
          </a:xfrm>
          <a:prstGeom prst="rect">
            <a:avLst/>
          </a:prstGeom>
          <a:noFill/>
          <a:ln>
            <a:noFill/>
          </a:ln>
        </p:spPr>
      </p:pic>
      <p:sp>
        <p:nvSpPr>
          <p:cNvPr id="99" name="Google Shape;99;p14"/>
          <p:cNvSpPr txBox="1"/>
          <p:nvPr/>
        </p:nvSpPr>
        <p:spPr>
          <a:xfrm>
            <a:off x="6962775" y="2771775"/>
            <a:ext cx="407670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Está lloviendo y hace frío.</a:t>
            </a:r>
            <a:endParaRPr/>
          </a:p>
        </p:txBody>
      </p:sp>
      <p:sp>
        <p:nvSpPr>
          <p:cNvPr id="100" name="Google Shape;100;p14"/>
          <p:cNvSpPr txBox="1"/>
          <p:nvPr/>
        </p:nvSpPr>
        <p:spPr>
          <a:xfrm>
            <a:off x="6962775" y="3392685"/>
            <a:ext cx="4076700" cy="35421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dirty="0" err="1">
                <a:solidFill>
                  <a:srgbClr val="334155"/>
                </a:solidFill>
                <a:latin typeface="Lato"/>
                <a:ea typeface="Lato"/>
                <a:cs typeface="Lato"/>
                <a:sym typeface="Lato"/>
              </a:rPr>
              <a:t>Conclusión</a:t>
            </a:r>
            <a:r>
              <a:rPr lang="en-US" sz="1650" b="1" i="0" u="none" strike="noStrike" cap="none" dirty="0">
                <a:solidFill>
                  <a:srgbClr val="334155"/>
                </a:solidFill>
                <a:latin typeface="Lato"/>
                <a:ea typeface="Lato"/>
                <a:cs typeface="Lato"/>
                <a:sym typeface="Lato"/>
              </a:rPr>
              <a:t>:</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Está</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lloviendo</a:t>
            </a:r>
            <a:r>
              <a:rPr lang="en-US" sz="1650" b="0" i="0" u="none" strike="noStrike" cap="none" dirty="0">
                <a:solidFill>
                  <a:srgbClr val="334155"/>
                </a:solidFill>
                <a:latin typeface="Lato"/>
                <a:ea typeface="Lato"/>
                <a:cs typeface="Lato"/>
                <a:sym typeface="Lato"/>
              </a:rPr>
              <a:t>.</a:t>
            </a:r>
            <a:endParaRPr dirty="0"/>
          </a:p>
        </p:txBody>
      </p:sp>
      <p:sp>
        <p:nvSpPr>
          <p:cNvPr id="101" name="Google Shape;101;p14"/>
          <p:cNvSpPr/>
          <p:nvPr/>
        </p:nvSpPr>
        <p:spPr>
          <a:xfrm>
            <a:off x="6724650" y="3392685"/>
            <a:ext cx="4314825"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2" name="Google Shape;102;p14"/>
          <p:cNvSpPr txBox="1"/>
          <p:nvPr/>
        </p:nvSpPr>
        <p:spPr>
          <a:xfrm>
            <a:off x="6724650" y="2714625"/>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103" name="Google Shape;103;p14"/>
          <p:cNvSpPr txBox="1"/>
          <p:nvPr/>
        </p:nvSpPr>
        <p:spPr>
          <a:xfrm>
            <a:off x="6724650" y="3335535"/>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104" name="Google Shape;104;p14"/>
          <p:cNvSpPr txBox="1"/>
          <p:nvPr/>
        </p:nvSpPr>
        <p:spPr>
          <a:xfrm>
            <a:off x="762000" y="1100137"/>
            <a:ext cx="1120140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dirty="0">
                <a:solidFill>
                  <a:srgbClr val="1E293B"/>
                </a:solidFill>
                <a:latin typeface="Poppins SemiBold"/>
                <a:ea typeface="Poppins SemiBold"/>
                <a:cs typeface="Poppins SemiBold"/>
                <a:sym typeface="Poppins SemiBold"/>
              </a:rPr>
              <a:t>3.3 </a:t>
            </a:r>
            <a:r>
              <a:rPr lang="en-US" sz="3150" b="0" i="0" u="none" strike="noStrike" cap="none" dirty="0" err="1">
                <a:solidFill>
                  <a:srgbClr val="1E293B"/>
                </a:solidFill>
                <a:latin typeface="Poppins SemiBold"/>
                <a:ea typeface="Poppins SemiBold"/>
                <a:cs typeface="Poppins SemiBold"/>
                <a:sym typeface="Poppins SemiBold"/>
              </a:rPr>
              <a:t>Simplificación</a:t>
            </a:r>
            <a:endParaRPr dirty="0"/>
          </a:p>
        </p:txBody>
      </p:sp>
      <p:sp>
        <p:nvSpPr>
          <p:cNvPr id="105" name="Google Shape;105;p14"/>
          <p:cNvSpPr/>
          <p:nvPr/>
        </p:nvSpPr>
        <p:spPr>
          <a:xfrm>
            <a:off x="762000" y="1599949"/>
            <a:ext cx="10668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15" descr="image.png"/>
          <p:cNvPicPr preferRelativeResize="0"/>
          <p:nvPr/>
        </p:nvPicPr>
        <p:blipFill rotWithShape="1">
          <a:blip r:embed="rId3">
            <a:alphaModFix/>
          </a:blip>
          <a:srcRect/>
          <a:stretch/>
        </p:blipFill>
        <p:spPr>
          <a:xfrm>
            <a:off x="762000" y="1790700"/>
            <a:ext cx="5095875" cy="4495800"/>
          </a:xfrm>
          <a:prstGeom prst="rect">
            <a:avLst/>
          </a:prstGeom>
          <a:noFill/>
          <a:ln>
            <a:noFill/>
          </a:ln>
        </p:spPr>
      </p:pic>
      <p:pic>
        <p:nvPicPr>
          <p:cNvPr id="111" name="Google Shape;111;p15" descr="image.png"/>
          <p:cNvPicPr preferRelativeResize="0"/>
          <p:nvPr/>
        </p:nvPicPr>
        <p:blipFill rotWithShape="1">
          <a:blip r:embed="rId4">
            <a:alphaModFix/>
          </a:blip>
          <a:srcRect/>
          <a:stretch/>
        </p:blipFill>
        <p:spPr>
          <a:xfrm>
            <a:off x="6334125" y="1790700"/>
            <a:ext cx="5095875" cy="4495800"/>
          </a:xfrm>
          <a:prstGeom prst="rect">
            <a:avLst/>
          </a:prstGeom>
          <a:noFill/>
          <a:ln>
            <a:noFill/>
          </a:ln>
        </p:spPr>
      </p:pic>
      <p:pic>
        <p:nvPicPr>
          <p:cNvPr id="112" name="Google Shape;112;p15" descr="image.png"/>
          <p:cNvPicPr preferRelativeResize="0"/>
          <p:nvPr/>
        </p:nvPicPr>
        <p:blipFill rotWithShape="1">
          <a:blip r:embed="rId5">
            <a:alphaModFix/>
          </a:blip>
          <a:srcRect/>
          <a:stretch/>
        </p:blipFill>
        <p:spPr>
          <a:xfrm>
            <a:off x="1152525" y="3823096"/>
            <a:ext cx="4314825" cy="1355526"/>
          </a:xfrm>
          <a:prstGeom prst="rect">
            <a:avLst/>
          </a:prstGeom>
          <a:noFill/>
          <a:ln>
            <a:noFill/>
          </a:ln>
        </p:spPr>
      </p:pic>
      <p:sp>
        <p:nvSpPr>
          <p:cNvPr id="113" name="Google Shape;113;p15"/>
          <p:cNvSpPr/>
          <p:nvPr/>
        </p:nvSpPr>
        <p:spPr>
          <a:xfrm>
            <a:off x="0" y="0"/>
            <a:ext cx="12192000" cy="762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4" name="Google Shape;114;p15"/>
          <p:cNvSpPr txBox="1"/>
          <p:nvPr/>
        </p:nvSpPr>
        <p:spPr>
          <a:xfrm>
            <a:off x="1152525" y="2181225"/>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Regla y Notación Formal</a:t>
            </a:r>
            <a:endParaRPr/>
          </a:p>
        </p:txBody>
      </p:sp>
      <p:sp>
        <p:nvSpPr>
          <p:cNvPr id="115" name="Google Shape;115;p15"/>
          <p:cNvSpPr txBox="1"/>
          <p:nvPr/>
        </p:nvSpPr>
        <p:spPr>
          <a:xfrm>
            <a:off x="1152525" y="2771775"/>
            <a:ext cx="431482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Si </a:t>
            </a:r>
            <a:r>
              <a:rPr lang="en-US" sz="1650" b="1" i="0" u="none" strike="noStrike" cap="none">
                <a:solidFill>
                  <a:srgbClr val="334155"/>
                </a:solidFill>
                <a:latin typeface="Lato"/>
                <a:ea typeface="Lato"/>
                <a:cs typeface="Lato"/>
                <a:sym typeface="Lato"/>
              </a:rPr>
              <a:t>p</a:t>
            </a:r>
            <a:r>
              <a:rPr lang="en-US" sz="1650" b="0" i="0" u="none" strike="noStrike" cap="none">
                <a:solidFill>
                  <a:srgbClr val="334155"/>
                </a:solidFill>
                <a:latin typeface="Lato"/>
                <a:ea typeface="Lato"/>
                <a:cs typeface="Lato"/>
                <a:sym typeface="Lato"/>
              </a:rPr>
              <a:t> y </a:t>
            </a:r>
            <a:r>
              <a:rPr lang="en-US" sz="1650" b="1" i="0" u="none" strike="noStrike" cap="none">
                <a:solidFill>
                  <a:srgbClr val="334155"/>
                </a:solidFill>
                <a:latin typeface="Lato"/>
                <a:ea typeface="Lato"/>
                <a:cs typeface="Lato"/>
                <a:sym typeface="Lato"/>
              </a:rPr>
              <a:t>q</a:t>
            </a:r>
            <a:r>
              <a:rPr lang="en-US" sz="1650" b="0" i="0" u="none" strike="noStrike" cap="none">
                <a:solidFill>
                  <a:srgbClr val="334155"/>
                </a:solidFill>
                <a:latin typeface="Lato"/>
                <a:ea typeface="Lato"/>
                <a:cs typeface="Lato"/>
                <a:sym typeface="Lato"/>
              </a:rPr>
              <a:t> son verdaderos, entonces su conjunción también es verdadera.</a:t>
            </a:r>
            <a:endParaRPr/>
          </a:p>
        </p:txBody>
      </p:sp>
      <p:sp>
        <p:nvSpPr>
          <p:cNvPr id="116" name="Google Shape;116;p15"/>
          <p:cNvSpPr txBox="1"/>
          <p:nvPr/>
        </p:nvSpPr>
        <p:spPr>
          <a:xfrm>
            <a:off x="6724650" y="2181225"/>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Ejemplo Aplicado</a:t>
            </a:r>
            <a:endParaRPr/>
          </a:p>
        </p:txBody>
      </p:sp>
      <p:pic>
        <p:nvPicPr>
          <p:cNvPr id="117" name="Google Shape;117;p15" descr="image.png"/>
          <p:cNvPicPr preferRelativeResize="0"/>
          <p:nvPr/>
        </p:nvPicPr>
        <p:blipFill rotWithShape="1">
          <a:blip r:embed="rId6">
            <a:alphaModFix/>
          </a:blip>
          <a:srcRect/>
          <a:stretch/>
        </p:blipFill>
        <p:spPr>
          <a:xfrm>
            <a:off x="2454473" y="4127896"/>
            <a:ext cx="1710928" cy="745926"/>
          </a:xfrm>
          <a:prstGeom prst="rect">
            <a:avLst/>
          </a:prstGeom>
          <a:noFill/>
          <a:ln>
            <a:noFill/>
          </a:ln>
        </p:spPr>
      </p:pic>
      <p:sp>
        <p:nvSpPr>
          <p:cNvPr id="118" name="Google Shape;118;p15"/>
          <p:cNvSpPr txBox="1"/>
          <p:nvPr/>
        </p:nvSpPr>
        <p:spPr>
          <a:xfrm>
            <a:off x="7215187" y="2771775"/>
            <a:ext cx="407670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a:solidFill>
                  <a:srgbClr val="334155"/>
                </a:solidFill>
                <a:latin typeface="Lato"/>
                <a:ea typeface="Lato"/>
                <a:cs typeface="Lato"/>
                <a:sym typeface="Lato"/>
              </a:rPr>
              <a:t>1. Es martes.</a:t>
            </a:r>
            <a:endParaRPr dirty="0"/>
          </a:p>
        </p:txBody>
      </p:sp>
      <p:sp>
        <p:nvSpPr>
          <p:cNvPr id="119" name="Google Shape;119;p15"/>
          <p:cNvSpPr txBox="1"/>
          <p:nvPr/>
        </p:nvSpPr>
        <p:spPr>
          <a:xfrm>
            <a:off x="7178516" y="3248918"/>
            <a:ext cx="407670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a:solidFill>
                  <a:srgbClr val="334155"/>
                </a:solidFill>
                <a:latin typeface="Lato"/>
                <a:ea typeface="Lato"/>
                <a:cs typeface="Lato"/>
                <a:sym typeface="Lato"/>
              </a:rPr>
              <a:t>2. Es un día </a:t>
            </a:r>
            <a:r>
              <a:rPr lang="en-US" sz="1650" b="0" i="0" u="none" strike="noStrike" cap="none" dirty="0" err="1">
                <a:solidFill>
                  <a:srgbClr val="334155"/>
                </a:solidFill>
                <a:latin typeface="Lato"/>
                <a:ea typeface="Lato"/>
                <a:cs typeface="Lato"/>
                <a:sym typeface="Lato"/>
              </a:rPr>
              <a:t>lluvioso</a:t>
            </a:r>
            <a:r>
              <a:rPr lang="en-US" sz="1650" b="0" i="0" u="none" strike="noStrike" cap="none" dirty="0">
                <a:solidFill>
                  <a:srgbClr val="334155"/>
                </a:solidFill>
                <a:latin typeface="Lato"/>
                <a:ea typeface="Lato"/>
                <a:cs typeface="Lato"/>
                <a:sym typeface="Lato"/>
              </a:rPr>
              <a:t>.</a:t>
            </a:r>
            <a:endParaRPr dirty="0"/>
          </a:p>
        </p:txBody>
      </p:sp>
      <p:sp>
        <p:nvSpPr>
          <p:cNvPr id="120" name="Google Shape;120;p15"/>
          <p:cNvSpPr txBox="1"/>
          <p:nvPr/>
        </p:nvSpPr>
        <p:spPr>
          <a:xfrm>
            <a:off x="7159823" y="3903166"/>
            <a:ext cx="4076700" cy="35421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dirty="0">
                <a:solidFill>
                  <a:srgbClr val="334155"/>
                </a:solidFill>
                <a:latin typeface="Lato"/>
                <a:ea typeface="Lato"/>
                <a:cs typeface="Lato"/>
                <a:sym typeface="Lato"/>
              </a:rPr>
              <a:t>3. </a:t>
            </a:r>
            <a:r>
              <a:rPr lang="en-US" sz="1650" b="1" i="0" u="none" strike="noStrike" cap="none" dirty="0" err="1">
                <a:solidFill>
                  <a:srgbClr val="334155"/>
                </a:solidFill>
                <a:latin typeface="Lato"/>
                <a:ea typeface="Lato"/>
                <a:cs typeface="Lato"/>
                <a:sym typeface="Lato"/>
              </a:rPr>
              <a:t>Conclusión</a:t>
            </a:r>
            <a:r>
              <a:rPr lang="en-US" sz="1650" b="1" i="0" u="none" strike="noStrike" cap="none" dirty="0">
                <a:solidFill>
                  <a:srgbClr val="334155"/>
                </a:solidFill>
                <a:latin typeface="Lato"/>
                <a:ea typeface="Lato"/>
                <a:cs typeface="Lato"/>
                <a:sym typeface="Lato"/>
              </a:rPr>
              <a:t>:</a:t>
            </a:r>
            <a:r>
              <a:rPr lang="en-US" sz="1650" b="0" i="0" u="none" strike="noStrike" cap="none" dirty="0">
                <a:solidFill>
                  <a:srgbClr val="334155"/>
                </a:solidFill>
                <a:latin typeface="Lato"/>
                <a:ea typeface="Lato"/>
                <a:cs typeface="Lato"/>
                <a:sym typeface="Lato"/>
              </a:rPr>
              <a:t> Es martes y es un día </a:t>
            </a:r>
            <a:r>
              <a:rPr lang="en-US" sz="1650" b="0" i="0" u="none" strike="noStrike" cap="none" dirty="0" err="1">
                <a:solidFill>
                  <a:srgbClr val="334155"/>
                </a:solidFill>
                <a:latin typeface="Lato"/>
                <a:ea typeface="Lato"/>
                <a:cs typeface="Lato"/>
                <a:sym typeface="Lato"/>
              </a:rPr>
              <a:t>lluvioso</a:t>
            </a:r>
            <a:r>
              <a:rPr lang="en-US" sz="1650" b="0" i="0" u="none" strike="noStrike" cap="none" dirty="0">
                <a:solidFill>
                  <a:srgbClr val="334155"/>
                </a:solidFill>
                <a:latin typeface="Lato"/>
                <a:ea typeface="Lato"/>
                <a:cs typeface="Lato"/>
                <a:sym typeface="Lato"/>
              </a:rPr>
              <a:t>.</a:t>
            </a:r>
            <a:endParaRPr dirty="0"/>
          </a:p>
        </p:txBody>
      </p:sp>
      <p:sp>
        <p:nvSpPr>
          <p:cNvPr id="121" name="Google Shape;121;p15"/>
          <p:cNvSpPr/>
          <p:nvPr/>
        </p:nvSpPr>
        <p:spPr>
          <a:xfrm>
            <a:off x="6915150" y="3870721"/>
            <a:ext cx="4124325"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2" name="Google Shape;122;p15"/>
          <p:cNvSpPr txBox="1"/>
          <p:nvPr/>
        </p:nvSpPr>
        <p:spPr>
          <a:xfrm>
            <a:off x="6915150" y="2714625"/>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123" name="Google Shape;123;p15"/>
          <p:cNvSpPr txBox="1"/>
          <p:nvPr/>
        </p:nvSpPr>
        <p:spPr>
          <a:xfrm>
            <a:off x="6915150" y="3192660"/>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124" name="Google Shape;124;p15"/>
          <p:cNvSpPr txBox="1"/>
          <p:nvPr/>
        </p:nvSpPr>
        <p:spPr>
          <a:xfrm>
            <a:off x="6915150" y="3813571"/>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125" name="Google Shape;125;p15"/>
          <p:cNvSpPr txBox="1"/>
          <p:nvPr/>
        </p:nvSpPr>
        <p:spPr>
          <a:xfrm>
            <a:off x="762000" y="1000125"/>
            <a:ext cx="1120140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1E293B"/>
                </a:solidFill>
                <a:latin typeface="Poppins SemiBold"/>
                <a:ea typeface="Poppins SemiBold"/>
                <a:cs typeface="Poppins SemiBold"/>
                <a:sym typeface="Poppins SemiBold"/>
              </a:rPr>
              <a:t>3.4 Conjunción o ley de combinación</a:t>
            </a:r>
            <a:endParaRPr/>
          </a:p>
        </p:txBody>
      </p:sp>
      <p:sp>
        <p:nvSpPr>
          <p:cNvPr id="126" name="Google Shape;126;p15"/>
          <p:cNvSpPr/>
          <p:nvPr/>
        </p:nvSpPr>
        <p:spPr>
          <a:xfrm>
            <a:off x="762000" y="1743075"/>
            <a:ext cx="10668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16" descr="image.png"/>
          <p:cNvPicPr preferRelativeResize="0"/>
          <p:nvPr/>
        </p:nvPicPr>
        <p:blipFill rotWithShape="1">
          <a:blip r:embed="rId3">
            <a:alphaModFix/>
          </a:blip>
          <a:srcRect/>
          <a:stretch/>
        </p:blipFill>
        <p:spPr>
          <a:xfrm>
            <a:off x="762000" y="1337071"/>
            <a:ext cx="5095875" cy="5403056"/>
          </a:xfrm>
          <a:prstGeom prst="rect">
            <a:avLst/>
          </a:prstGeom>
          <a:noFill/>
          <a:ln>
            <a:noFill/>
          </a:ln>
        </p:spPr>
      </p:pic>
      <p:pic>
        <p:nvPicPr>
          <p:cNvPr id="132" name="Google Shape;132;p16" descr="image.png"/>
          <p:cNvPicPr preferRelativeResize="0"/>
          <p:nvPr/>
        </p:nvPicPr>
        <p:blipFill rotWithShape="1">
          <a:blip r:embed="rId4">
            <a:alphaModFix/>
          </a:blip>
          <a:srcRect/>
          <a:stretch/>
        </p:blipFill>
        <p:spPr>
          <a:xfrm>
            <a:off x="6334127" y="1288067"/>
            <a:ext cx="5095875" cy="5403056"/>
          </a:xfrm>
          <a:prstGeom prst="rect">
            <a:avLst/>
          </a:prstGeom>
          <a:noFill/>
          <a:ln>
            <a:noFill/>
          </a:ln>
        </p:spPr>
      </p:pic>
      <p:pic>
        <p:nvPicPr>
          <p:cNvPr id="133" name="Google Shape;133;p16" descr="image.png"/>
          <p:cNvPicPr preferRelativeResize="0"/>
          <p:nvPr/>
        </p:nvPicPr>
        <p:blipFill rotWithShape="1">
          <a:blip r:embed="rId5">
            <a:alphaModFix/>
          </a:blip>
          <a:srcRect/>
          <a:stretch/>
        </p:blipFill>
        <p:spPr>
          <a:xfrm>
            <a:off x="1152525" y="4755951"/>
            <a:ext cx="4314825" cy="1355526"/>
          </a:xfrm>
          <a:prstGeom prst="rect">
            <a:avLst/>
          </a:prstGeom>
          <a:noFill/>
          <a:ln>
            <a:noFill/>
          </a:ln>
        </p:spPr>
      </p:pic>
      <p:sp>
        <p:nvSpPr>
          <p:cNvPr id="134" name="Google Shape;134;p16"/>
          <p:cNvSpPr/>
          <p:nvPr/>
        </p:nvSpPr>
        <p:spPr>
          <a:xfrm>
            <a:off x="0" y="0"/>
            <a:ext cx="12192000" cy="762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5" name="Google Shape;135;p16"/>
          <p:cNvSpPr txBox="1"/>
          <p:nvPr/>
        </p:nvSpPr>
        <p:spPr>
          <a:xfrm>
            <a:off x="1152525" y="1727596"/>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Regla y Notación Formal</a:t>
            </a:r>
            <a:endParaRPr/>
          </a:p>
        </p:txBody>
      </p:sp>
      <p:sp>
        <p:nvSpPr>
          <p:cNvPr id="136" name="Google Shape;136;p16"/>
          <p:cNvSpPr/>
          <p:nvPr/>
        </p:nvSpPr>
        <p:spPr>
          <a:xfrm>
            <a:off x="1152525" y="2318146"/>
            <a:ext cx="4314825" cy="1195982"/>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7" name="Google Shape;137;p16"/>
          <p:cNvSpPr txBox="1"/>
          <p:nvPr/>
        </p:nvSpPr>
        <p:spPr>
          <a:xfrm>
            <a:off x="1295400" y="2413396"/>
            <a:ext cx="4029075"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1" u="none" strike="noStrike" cap="none">
                <a:solidFill>
                  <a:srgbClr val="334155"/>
                </a:solidFill>
                <a:latin typeface="Lato"/>
                <a:ea typeface="Lato"/>
                <a:cs typeface="Lato"/>
                <a:sym typeface="Lato"/>
              </a:rPr>
              <a:t>También llamado negación del consecuente, esta regla permite inferir la negación de una premisa si la conclusión es falsa.</a:t>
            </a:r>
            <a:endParaRPr/>
          </a:p>
        </p:txBody>
      </p:sp>
      <p:sp>
        <p:nvSpPr>
          <p:cNvPr id="138" name="Google Shape;138;p16"/>
          <p:cNvSpPr/>
          <p:nvPr/>
        </p:nvSpPr>
        <p:spPr>
          <a:xfrm>
            <a:off x="1152525" y="2318146"/>
            <a:ext cx="38100" cy="1195982"/>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9" name="Google Shape;139;p16"/>
          <p:cNvSpPr txBox="1"/>
          <p:nvPr/>
        </p:nvSpPr>
        <p:spPr>
          <a:xfrm>
            <a:off x="1152525" y="3704629"/>
            <a:ext cx="431482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334155"/>
                </a:solidFill>
                <a:latin typeface="Lato"/>
                <a:ea typeface="Lato"/>
                <a:cs typeface="Lato"/>
                <a:sym typeface="Lato"/>
              </a:rPr>
              <a:t>Regla:</a:t>
            </a:r>
            <a:r>
              <a:rPr lang="en-US" sz="1650" b="0" i="0" u="none" strike="noStrike" cap="none">
                <a:solidFill>
                  <a:srgbClr val="334155"/>
                </a:solidFill>
                <a:latin typeface="Lato"/>
                <a:ea typeface="Lato"/>
                <a:cs typeface="Lato"/>
                <a:sym typeface="Lato"/>
              </a:rPr>
              <a:t> Si </a:t>
            </a:r>
            <a:r>
              <a:rPr lang="en-US" sz="1650" b="1" i="0" u="none" strike="noStrike" cap="none">
                <a:solidFill>
                  <a:srgbClr val="334155"/>
                </a:solidFill>
                <a:latin typeface="Lato"/>
                <a:ea typeface="Lato"/>
                <a:cs typeface="Lato"/>
                <a:sym typeface="Lato"/>
              </a:rPr>
              <a:t>p → q</a:t>
            </a:r>
            <a:r>
              <a:rPr lang="en-US" sz="1650" b="0" i="0" u="none" strike="noStrike" cap="none">
                <a:solidFill>
                  <a:srgbClr val="334155"/>
                </a:solidFill>
                <a:latin typeface="Lato"/>
                <a:ea typeface="Lato"/>
                <a:cs typeface="Lato"/>
                <a:sym typeface="Lato"/>
              </a:rPr>
              <a:t> es verdadero y </a:t>
            </a:r>
            <a:r>
              <a:rPr lang="en-US" sz="1650" b="1" i="0" u="none" strike="noStrike" cap="none">
                <a:solidFill>
                  <a:srgbClr val="334155"/>
                </a:solidFill>
                <a:latin typeface="Lato"/>
                <a:ea typeface="Lato"/>
                <a:cs typeface="Lato"/>
                <a:sym typeface="Lato"/>
              </a:rPr>
              <a:t>q</a:t>
            </a:r>
            <a:r>
              <a:rPr lang="en-US" sz="1650" b="0" i="0" u="none" strike="noStrike" cap="none">
                <a:solidFill>
                  <a:srgbClr val="334155"/>
                </a:solidFill>
                <a:latin typeface="Lato"/>
                <a:ea typeface="Lato"/>
                <a:cs typeface="Lato"/>
                <a:sym typeface="Lato"/>
              </a:rPr>
              <a:t> es falso, entonces </a:t>
            </a:r>
            <a:r>
              <a:rPr lang="en-US" sz="1650" b="1" i="0" u="none" strike="noStrike" cap="none">
                <a:solidFill>
                  <a:srgbClr val="334155"/>
                </a:solidFill>
                <a:latin typeface="Lato"/>
                <a:ea typeface="Lato"/>
                <a:cs typeface="Lato"/>
                <a:sym typeface="Lato"/>
              </a:rPr>
              <a:t>p</a:t>
            </a:r>
            <a:r>
              <a:rPr lang="en-US" sz="1650" b="0" i="0" u="none" strike="noStrike" cap="none">
                <a:solidFill>
                  <a:srgbClr val="334155"/>
                </a:solidFill>
                <a:latin typeface="Lato"/>
                <a:ea typeface="Lato"/>
                <a:cs typeface="Lato"/>
                <a:sym typeface="Lato"/>
              </a:rPr>
              <a:t> también es falso.</a:t>
            </a:r>
            <a:endParaRPr/>
          </a:p>
        </p:txBody>
      </p:sp>
      <p:sp>
        <p:nvSpPr>
          <p:cNvPr id="140" name="Google Shape;140;p16"/>
          <p:cNvSpPr txBox="1"/>
          <p:nvPr/>
        </p:nvSpPr>
        <p:spPr>
          <a:xfrm>
            <a:off x="6724650" y="1727596"/>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Ejemplo Aplicado</a:t>
            </a:r>
            <a:endParaRPr/>
          </a:p>
        </p:txBody>
      </p:sp>
      <p:pic>
        <p:nvPicPr>
          <p:cNvPr id="141" name="Google Shape;141;p16" descr="image.png"/>
          <p:cNvPicPr preferRelativeResize="0"/>
          <p:nvPr/>
        </p:nvPicPr>
        <p:blipFill rotWithShape="1">
          <a:blip r:embed="rId6">
            <a:alphaModFix/>
          </a:blip>
          <a:srcRect/>
          <a:stretch/>
        </p:blipFill>
        <p:spPr>
          <a:xfrm>
            <a:off x="2104429" y="5060751"/>
            <a:ext cx="2411015" cy="745926"/>
          </a:xfrm>
          <a:prstGeom prst="rect">
            <a:avLst/>
          </a:prstGeom>
          <a:noFill/>
          <a:ln>
            <a:noFill/>
          </a:ln>
        </p:spPr>
      </p:pic>
      <p:sp>
        <p:nvSpPr>
          <p:cNvPr id="142" name="Google Shape;142;p16"/>
          <p:cNvSpPr txBox="1"/>
          <p:nvPr/>
        </p:nvSpPr>
        <p:spPr>
          <a:xfrm>
            <a:off x="6940391" y="2350591"/>
            <a:ext cx="4314825"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1. Si estudio, aprobaré el examen.</a:t>
            </a:r>
            <a:endParaRPr/>
          </a:p>
        </p:txBody>
      </p:sp>
      <p:sp>
        <p:nvSpPr>
          <p:cNvPr id="143" name="Google Shape;143;p16"/>
          <p:cNvSpPr txBox="1"/>
          <p:nvPr/>
        </p:nvSpPr>
        <p:spPr>
          <a:xfrm>
            <a:off x="6940391" y="2828627"/>
            <a:ext cx="4314825"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2. No aprobé el examen.</a:t>
            </a:r>
            <a:endParaRPr/>
          </a:p>
        </p:txBody>
      </p:sp>
      <p:sp>
        <p:nvSpPr>
          <p:cNvPr id="144" name="Google Shape;144;p16"/>
          <p:cNvSpPr txBox="1"/>
          <p:nvPr/>
        </p:nvSpPr>
        <p:spPr>
          <a:xfrm>
            <a:off x="6940391" y="3464904"/>
            <a:ext cx="4314825" cy="35421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dirty="0">
                <a:solidFill>
                  <a:srgbClr val="334155"/>
                </a:solidFill>
                <a:latin typeface="Lato"/>
                <a:ea typeface="Lato"/>
                <a:cs typeface="Lato"/>
                <a:sym typeface="Lato"/>
              </a:rPr>
              <a:t>3. </a:t>
            </a:r>
            <a:r>
              <a:rPr lang="en-US" sz="1650" b="1" i="0" u="none" strike="noStrike" cap="none" dirty="0" err="1">
                <a:solidFill>
                  <a:srgbClr val="334155"/>
                </a:solidFill>
                <a:latin typeface="Lato"/>
                <a:ea typeface="Lato"/>
                <a:cs typeface="Lato"/>
                <a:sym typeface="Lato"/>
              </a:rPr>
              <a:t>Conclusión</a:t>
            </a:r>
            <a:r>
              <a:rPr lang="en-US" sz="1650" b="1" i="0" u="none" strike="noStrike" cap="none" dirty="0">
                <a:solidFill>
                  <a:srgbClr val="334155"/>
                </a:solidFill>
                <a:latin typeface="Lato"/>
                <a:ea typeface="Lato"/>
                <a:cs typeface="Lato"/>
                <a:sym typeface="Lato"/>
              </a:rPr>
              <a:t>:</a:t>
            </a:r>
            <a:r>
              <a:rPr lang="en-US" sz="1650" b="0" i="0" u="none" strike="noStrike" cap="none" dirty="0">
                <a:solidFill>
                  <a:srgbClr val="334155"/>
                </a:solidFill>
                <a:latin typeface="Lato"/>
                <a:ea typeface="Lato"/>
                <a:cs typeface="Lato"/>
                <a:sym typeface="Lato"/>
              </a:rPr>
              <a:t> No </a:t>
            </a:r>
            <a:r>
              <a:rPr lang="en-US" sz="1650" b="0" i="0" u="none" strike="noStrike" cap="none" dirty="0" err="1">
                <a:solidFill>
                  <a:srgbClr val="334155"/>
                </a:solidFill>
                <a:latin typeface="Lato"/>
                <a:ea typeface="Lato"/>
                <a:cs typeface="Lato"/>
                <a:sym typeface="Lato"/>
              </a:rPr>
              <a:t>estudié</a:t>
            </a:r>
            <a:r>
              <a:rPr lang="en-US" sz="1650" b="0" i="0" u="none" strike="noStrike" cap="none" dirty="0">
                <a:solidFill>
                  <a:srgbClr val="334155"/>
                </a:solidFill>
                <a:latin typeface="Lato"/>
                <a:ea typeface="Lato"/>
                <a:cs typeface="Lato"/>
                <a:sym typeface="Lato"/>
              </a:rPr>
              <a:t>.</a:t>
            </a:r>
            <a:endParaRPr dirty="0"/>
          </a:p>
        </p:txBody>
      </p:sp>
      <p:sp>
        <p:nvSpPr>
          <p:cNvPr id="145" name="Google Shape;145;p16"/>
          <p:cNvSpPr/>
          <p:nvPr/>
        </p:nvSpPr>
        <p:spPr>
          <a:xfrm>
            <a:off x="6724650" y="3417093"/>
            <a:ext cx="4314825"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6" name="Google Shape;146;p16"/>
          <p:cNvSpPr txBox="1"/>
          <p:nvPr/>
        </p:nvSpPr>
        <p:spPr>
          <a:xfrm>
            <a:off x="6724650" y="2260996"/>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147" name="Google Shape;147;p16"/>
          <p:cNvSpPr txBox="1"/>
          <p:nvPr/>
        </p:nvSpPr>
        <p:spPr>
          <a:xfrm>
            <a:off x="6724650" y="2739032"/>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148" name="Google Shape;148;p16"/>
          <p:cNvSpPr txBox="1"/>
          <p:nvPr/>
        </p:nvSpPr>
        <p:spPr>
          <a:xfrm>
            <a:off x="6724650" y="3359943"/>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149" name="Google Shape;149;p16"/>
          <p:cNvSpPr txBox="1"/>
          <p:nvPr/>
        </p:nvSpPr>
        <p:spPr>
          <a:xfrm>
            <a:off x="4130842" y="479821"/>
            <a:ext cx="11201400" cy="619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dirty="0">
                <a:solidFill>
                  <a:srgbClr val="1E293B"/>
                </a:solidFill>
                <a:latin typeface="Poppins SemiBold"/>
                <a:ea typeface="Poppins SemiBold"/>
                <a:cs typeface="Poppins SemiBold"/>
                <a:sym typeface="Poppins SemiBold"/>
              </a:rPr>
              <a:t>3.5 Modus Tollens (MT)</a:t>
            </a:r>
            <a:endParaRPr dirty="0"/>
          </a:p>
        </p:txBody>
      </p:sp>
      <p:sp>
        <p:nvSpPr>
          <p:cNvPr id="150" name="Google Shape;150;p16"/>
          <p:cNvSpPr/>
          <p:nvPr/>
        </p:nvSpPr>
        <p:spPr>
          <a:xfrm>
            <a:off x="762000" y="937021"/>
            <a:ext cx="10668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p17" descr="image.png"/>
          <p:cNvPicPr preferRelativeResize="0"/>
          <p:nvPr/>
        </p:nvPicPr>
        <p:blipFill rotWithShape="1">
          <a:blip r:embed="rId3">
            <a:alphaModFix/>
          </a:blip>
          <a:srcRect/>
          <a:stretch/>
        </p:blipFill>
        <p:spPr>
          <a:xfrm>
            <a:off x="762000" y="1630263"/>
            <a:ext cx="5095875" cy="4816673"/>
          </a:xfrm>
          <a:prstGeom prst="rect">
            <a:avLst/>
          </a:prstGeom>
          <a:noFill/>
          <a:ln>
            <a:noFill/>
          </a:ln>
        </p:spPr>
      </p:pic>
      <p:pic>
        <p:nvPicPr>
          <p:cNvPr id="156" name="Google Shape;156;p17" descr="image.png"/>
          <p:cNvPicPr preferRelativeResize="0"/>
          <p:nvPr/>
        </p:nvPicPr>
        <p:blipFill rotWithShape="1">
          <a:blip r:embed="rId4">
            <a:alphaModFix/>
          </a:blip>
          <a:srcRect/>
          <a:stretch/>
        </p:blipFill>
        <p:spPr>
          <a:xfrm>
            <a:off x="6334125" y="1630263"/>
            <a:ext cx="5095875" cy="4816673"/>
          </a:xfrm>
          <a:prstGeom prst="rect">
            <a:avLst/>
          </a:prstGeom>
          <a:noFill/>
          <a:ln>
            <a:noFill/>
          </a:ln>
        </p:spPr>
      </p:pic>
      <p:sp>
        <p:nvSpPr>
          <p:cNvPr id="157" name="Google Shape;157;p17"/>
          <p:cNvSpPr/>
          <p:nvPr/>
        </p:nvSpPr>
        <p:spPr>
          <a:xfrm>
            <a:off x="0" y="0"/>
            <a:ext cx="12192000" cy="762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8" name="Google Shape;158;p17"/>
          <p:cNvSpPr txBox="1"/>
          <p:nvPr/>
        </p:nvSpPr>
        <p:spPr>
          <a:xfrm>
            <a:off x="1152525" y="2020788"/>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Ejemplo Explicado</a:t>
            </a:r>
            <a:endParaRPr/>
          </a:p>
        </p:txBody>
      </p:sp>
      <p:sp>
        <p:nvSpPr>
          <p:cNvPr id="159" name="Google Shape;159;p17"/>
          <p:cNvSpPr txBox="1"/>
          <p:nvPr/>
        </p:nvSpPr>
        <p:spPr>
          <a:xfrm>
            <a:off x="6724650" y="2020788"/>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Ejercicios</a:t>
            </a:r>
            <a:endParaRPr/>
          </a:p>
        </p:txBody>
      </p:sp>
      <p:sp>
        <p:nvSpPr>
          <p:cNvPr id="160" name="Google Shape;160;p17"/>
          <p:cNvSpPr txBox="1"/>
          <p:nvPr/>
        </p:nvSpPr>
        <p:spPr>
          <a:xfrm>
            <a:off x="1390650" y="2611338"/>
            <a:ext cx="407670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334155"/>
                </a:solidFill>
                <a:latin typeface="Lato"/>
                <a:ea typeface="Lato"/>
                <a:cs typeface="Lato"/>
                <a:sym typeface="Lato"/>
              </a:rPr>
              <a:t>Premisa 1:</a:t>
            </a:r>
            <a:r>
              <a:rPr lang="en-US" sz="1650" b="0" i="0" u="none" strike="noStrike" cap="none">
                <a:solidFill>
                  <a:srgbClr val="334155"/>
                </a:solidFill>
                <a:latin typeface="Lato"/>
                <a:ea typeface="Lato"/>
                <a:cs typeface="Lato"/>
                <a:sym typeface="Lato"/>
              </a:rPr>
              <a:t> "Si tengo fiebre, entonces no puedo ir a la escuela."</a:t>
            </a:r>
            <a:endParaRPr/>
          </a:p>
        </p:txBody>
      </p:sp>
      <p:sp>
        <p:nvSpPr>
          <p:cNvPr id="161" name="Google Shape;161;p17"/>
          <p:cNvSpPr txBox="1"/>
          <p:nvPr/>
        </p:nvSpPr>
        <p:spPr>
          <a:xfrm>
            <a:off x="1390650" y="3424535"/>
            <a:ext cx="407670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334155"/>
                </a:solidFill>
                <a:latin typeface="Lato"/>
                <a:ea typeface="Lato"/>
                <a:cs typeface="Lato"/>
                <a:sym typeface="Lato"/>
              </a:rPr>
              <a:t>Premisa 2:</a:t>
            </a:r>
            <a:r>
              <a:rPr lang="en-US" sz="1650" b="0" i="0" u="none" strike="noStrike" cap="none">
                <a:solidFill>
                  <a:srgbClr val="334155"/>
                </a:solidFill>
                <a:latin typeface="Lato"/>
                <a:ea typeface="Lato"/>
                <a:cs typeface="Lato"/>
                <a:sym typeface="Lato"/>
              </a:rPr>
              <a:t> "Puedo ir a la escuela."</a:t>
            </a:r>
            <a:endParaRPr/>
          </a:p>
        </p:txBody>
      </p:sp>
      <p:sp>
        <p:nvSpPr>
          <p:cNvPr id="162" name="Google Shape;162;p17"/>
          <p:cNvSpPr txBox="1"/>
          <p:nvPr/>
        </p:nvSpPr>
        <p:spPr>
          <a:xfrm>
            <a:off x="1390650" y="3950196"/>
            <a:ext cx="407670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15803D"/>
                </a:solidFill>
                <a:latin typeface="Lato"/>
                <a:ea typeface="Lato"/>
                <a:cs typeface="Lato"/>
                <a:sym typeface="Lato"/>
              </a:rPr>
              <a:t>Conclusión:</a:t>
            </a:r>
            <a:r>
              <a:rPr lang="en-US" sz="1650" b="0" i="0" u="none" strike="noStrike" cap="none">
                <a:solidFill>
                  <a:srgbClr val="15803D"/>
                </a:solidFill>
                <a:latin typeface="Lato"/>
                <a:ea typeface="Lato"/>
                <a:cs typeface="Lato"/>
                <a:sym typeface="Lato"/>
              </a:rPr>
              <a:t> "No tengo fiebre."</a:t>
            </a:r>
            <a:endParaRPr/>
          </a:p>
        </p:txBody>
      </p:sp>
      <p:sp>
        <p:nvSpPr>
          <p:cNvPr id="163" name="Google Shape;163;p17"/>
          <p:cNvSpPr txBox="1"/>
          <p:nvPr/>
        </p:nvSpPr>
        <p:spPr>
          <a:xfrm>
            <a:off x="6962775" y="2611338"/>
            <a:ext cx="4076700"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Si "Si Pedro gana la lotería, comprará un auto" y "Pedro no compró un auto", ¿qué podemos concluir?</a:t>
            </a:r>
            <a:endParaRPr/>
          </a:p>
        </p:txBody>
      </p:sp>
      <p:sp>
        <p:nvSpPr>
          <p:cNvPr id="164" name="Google Shape;164;p17"/>
          <p:cNvSpPr txBox="1"/>
          <p:nvPr/>
        </p:nvSpPr>
        <p:spPr>
          <a:xfrm>
            <a:off x="6962775" y="3759696"/>
            <a:ext cx="4076700"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Si "Si María corre todos los días, se mantiene en forma" y "María no se mantiene en forma", ¿qué podemos inferir?</a:t>
            </a:r>
            <a:endParaRPr/>
          </a:p>
        </p:txBody>
      </p:sp>
      <p:sp>
        <p:nvSpPr>
          <p:cNvPr id="165" name="Google Shape;165;p17"/>
          <p:cNvSpPr txBox="1"/>
          <p:nvPr/>
        </p:nvSpPr>
        <p:spPr>
          <a:xfrm>
            <a:off x="6962775" y="4908053"/>
            <a:ext cx="4076700"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Si "Si estudio para el examen, obtendré una buena nota" y "No obtuve una buena nota", ¿qué pasó?</a:t>
            </a:r>
            <a:endParaRPr/>
          </a:p>
        </p:txBody>
      </p:sp>
      <p:sp>
        <p:nvSpPr>
          <p:cNvPr id="166" name="Google Shape;166;p17"/>
          <p:cNvSpPr txBox="1"/>
          <p:nvPr/>
        </p:nvSpPr>
        <p:spPr>
          <a:xfrm>
            <a:off x="1152525" y="2554188"/>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167" name="Google Shape;167;p17"/>
          <p:cNvSpPr txBox="1"/>
          <p:nvPr/>
        </p:nvSpPr>
        <p:spPr>
          <a:xfrm>
            <a:off x="1152525" y="3367385"/>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168" name="Google Shape;168;p17"/>
          <p:cNvSpPr txBox="1"/>
          <p:nvPr/>
        </p:nvSpPr>
        <p:spPr>
          <a:xfrm>
            <a:off x="1152525" y="3893046"/>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169" name="Google Shape;169;p17"/>
          <p:cNvSpPr txBox="1"/>
          <p:nvPr/>
        </p:nvSpPr>
        <p:spPr>
          <a:xfrm>
            <a:off x="6724650" y="2554188"/>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170" name="Google Shape;170;p17"/>
          <p:cNvSpPr txBox="1"/>
          <p:nvPr/>
        </p:nvSpPr>
        <p:spPr>
          <a:xfrm>
            <a:off x="6724650" y="3702546"/>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171" name="Google Shape;171;p17"/>
          <p:cNvSpPr txBox="1"/>
          <p:nvPr/>
        </p:nvSpPr>
        <p:spPr>
          <a:xfrm>
            <a:off x="6724650" y="4850903"/>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172" name="Google Shape;172;p17"/>
          <p:cNvSpPr txBox="1"/>
          <p:nvPr/>
        </p:nvSpPr>
        <p:spPr>
          <a:xfrm>
            <a:off x="762000" y="1020581"/>
            <a:ext cx="11201400" cy="48474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150" b="0" i="0" u="none" strike="noStrike" cap="none" dirty="0" err="1">
                <a:solidFill>
                  <a:srgbClr val="1E293B"/>
                </a:solidFill>
                <a:latin typeface="Poppins SemiBold"/>
                <a:ea typeface="Poppins SemiBold"/>
                <a:cs typeface="Poppins SemiBold"/>
                <a:sym typeface="Poppins SemiBold"/>
              </a:rPr>
              <a:t>Ejemplo</a:t>
            </a:r>
            <a:r>
              <a:rPr lang="en-US" sz="3150" b="0" i="0" u="none" strike="noStrike" cap="none" dirty="0">
                <a:solidFill>
                  <a:srgbClr val="1E293B"/>
                </a:solidFill>
                <a:latin typeface="Poppins SemiBold"/>
                <a:ea typeface="Poppins SemiBold"/>
                <a:cs typeface="Poppins SemiBold"/>
                <a:sym typeface="Poppins SemiBold"/>
              </a:rPr>
              <a:t> y </a:t>
            </a:r>
            <a:r>
              <a:rPr lang="en-US" sz="3150" b="0" i="0" u="none" strike="noStrike" cap="none" dirty="0" err="1">
                <a:solidFill>
                  <a:srgbClr val="1E293B"/>
                </a:solidFill>
                <a:latin typeface="Poppins SemiBold"/>
                <a:ea typeface="Poppins SemiBold"/>
                <a:cs typeface="Poppins SemiBold"/>
                <a:sym typeface="Poppins SemiBold"/>
              </a:rPr>
              <a:t>Ejercicios</a:t>
            </a:r>
            <a:r>
              <a:rPr lang="en-US" sz="3150" b="0" i="0" u="none" strike="noStrike" cap="none" dirty="0">
                <a:solidFill>
                  <a:srgbClr val="1E293B"/>
                </a:solidFill>
                <a:latin typeface="Poppins SemiBold"/>
                <a:ea typeface="Poppins SemiBold"/>
                <a:cs typeface="Poppins SemiBold"/>
                <a:sym typeface="Poppins SemiBold"/>
              </a:rPr>
              <a:t>: Modus Tollens</a:t>
            </a:r>
            <a:endParaRPr dirty="0"/>
          </a:p>
        </p:txBody>
      </p:sp>
      <p:sp>
        <p:nvSpPr>
          <p:cNvPr id="173" name="Google Shape;173;p17"/>
          <p:cNvSpPr/>
          <p:nvPr/>
        </p:nvSpPr>
        <p:spPr>
          <a:xfrm>
            <a:off x="762000" y="1586508"/>
            <a:ext cx="10668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p18" descr="image.png"/>
          <p:cNvPicPr preferRelativeResize="0"/>
          <p:nvPr/>
        </p:nvPicPr>
        <p:blipFill rotWithShape="1">
          <a:blip r:embed="rId3">
            <a:alphaModFix/>
          </a:blip>
          <a:srcRect/>
          <a:stretch/>
        </p:blipFill>
        <p:spPr>
          <a:xfrm>
            <a:off x="762000" y="1337071"/>
            <a:ext cx="5095875" cy="5403056"/>
          </a:xfrm>
          <a:prstGeom prst="rect">
            <a:avLst/>
          </a:prstGeom>
          <a:noFill/>
          <a:ln>
            <a:noFill/>
          </a:ln>
        </p:spPr>
      </p:pic>
      <p:pic>
        <p:nvPicPr>
          <p:cNvPr id="179" name="Google Shape;179;p18" descr="image.png"/>
          <p:cNvPicPr preferRelativeResize="0"/>
          <p:nvPr/>
        </p:nvPicPr>
        <p:blipFill rotWithShape="1">
          <a:blip r:embed="rId4">
            <a:alphaModFix/>
          </a:blip>
          <a:srcRect/>
          <a:stretch/>
        </p:blipFill>
        <p:spPr>
          <a:xfrm>
            <a:off x="6334125" y="1337071"/>
            <a:ext cx="5095875" cy="5403056"/>
          </a:xfrm>
          <a:prstGeom prst="rect">
            <a:avLst/>
          </a:prstGeom>
          <a:noFill/>
          <a:ln>
            <a:noFill/>
          </a:ln>
        </p:spPr>
      </p:pic>
      <p:pic>
        <p:nvPicPr>
          <p:cNvPr id="180" name="Google Shape;180;p18" descr="image.png"/>
          <p:cNvPicPr preferRelativeResize="0"/>
          <p:nvPr/>
        </p:nvPicPr>
        <p:blipFill rotWithShape="1">
          <a:blip r:embed="rId5">
            <a:alphaModFix/>
          </a:blip>
          <a:srcRect/>
          <a:stretch/>
        </p:blipFill>
        <p:spPr>
          <a:xfrm>
            <a:off x="1152525" y="4755951"/>
            <a:ext cx="4314825" cy="1355526"/>
          </a:xfrm>
          <a:prstGeom prst="rect">
            <a:avLst/>
          </a:prstGeom>
          <a:noFill/>
          <a:ln>
            <a:noFill/>
          </a:ln>
        </p:spPr>
      </p:pic>
      <p:sp>
        <p:nvSpPr>
          <p:cNvPr id="181" name="Google Shape;181;p18"/>
          <p:cNvSpPr/>
          <p:nvPr/>
        </p:nvSpPr>
        <p:spPr>
          <a:xfrm>
            <a:off x="0" y="0"/>
            <a:ext cx="12192000" cy="762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2" name="Google Shape;182;p18"/>
          <p:cNvSpPr txBox="1"/>
          <p:nvPr/>
        </p:nvSpPr>
        <p:spPr>
          <a:xfrm>
            <a:off x="1152525" y="1727596"/>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Regla y Notación Formal</a:t>
            </a:r>
            <a:endParaRPr/>
          </a:p>
        </p:txBody>
      </p:sp>
      <p:sp>
        <p:nvSpPr>
          <p:cNvPr id="183" name="Google Shape;183;p18"/>
          <p:cNvSpPr/>
          <p:nvPr/>
        </p:nvSpPr>
        <p:spPr>
          <a:xfrm>
            <a:off x="1152525" y="2318146"/>
            <a:ext cx="4314825" cy="860821"/>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4" name="Google Shape;184;p18"/>
          <p:cNvSpPr txBox="1"/>
          <p:nvPr/>
        </p:nvSpPr>
        <p:spPr>
          <a:xfrm>
            <a:off x="1295400" y="2413396"/>
            <a:ext cx="40290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1" u="none" strike="noStrike" cap="none">
                <a:solidFill>
                  <a:srgbClr val="334155"/>
                </a:solidFill>
                <a:latin typeface="Lato"/>
                <a:ea typeface="Lato"/>
                <a:cs typeface="Lato"/>
                <a:sym typeface="Lato"/>
              </a:rPr>
              <a:t>Permite encadenar dos implicaciones para obtener una tercera.</a:t>
            </a:r>
            <a:endParaRPr/>
          </a:p>
        </p:txBody>
      </p:sp>
      <p:sp>
        <p:nvSpPr>
          <p:cNvPr id="185" name="Google Shape;185;p18"/>
          <p:cNvSpPr/>
          <p:nvPr/>
        </p:nvSpPr>
        <p:spPr>
          <a:xfrm>
            <a:off x="1152525" y="2318146"/>
            <a:ext cx="38100" cy="860821"/>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18"/>
          <p:cNvSpPr txBox="1"/>
          <p:nvPr/>
        </p:nvSpPr>
        <p:spPr>
          <a:xfrm>
            <a:off x="1152525" y="3369468"/>
            <a:ext cx="4314825"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334155"/>
                </a:solidFill>
                <a:latin typeface="Lato"/>
                <a:ea typeface="Lato"/>
                <a:cs typeface="Lato"/>
                <a:sym typeface="Lato"/>
              </a:rPr>
              <a:t>Regla:</a:t>
            </a:r>
            <a:r>
              <a:rPr lang="en-US" sz="1650" b="0" i="0" u="none" strike="noStrike" cap="none">
                <a:solidFill>
                  <a:srgbClr val="334155"/>
                </a:solidFill>
                <a:latin typeface="Lato"/>
                <a:ea typeface="Lato"/>
                <a:cs typeface="Lato"/>
                <a:sym typeface="Lato"/>
              </a:rPr>
              <a:t> Si </a:t>
            </a:r>
            <a:r>
              <a:rPr lang="en-US" sz="1650" b="1" i="0" u="none" strike="noStrike" cap="none">
                <a:solidFill>
                  <a:srgbClr val="334155"/>
                </a:solidFill>
                <a:latin typeface="Lato"/>
                <a:ea typeface="Lato"/>
                <a:cs typeface="Lato"/>
                <a:sym typeface="Lato"/>
              </a:rPr>
              <a:t>p → q</a:t>
            </a:r>
            <a:r>
              <a:rPr lang="en-US" sz="1650" b="0" i="0" u="none" strike="noStrike" cap="none">
                <a:solidFill>
                  <a:srgbClr val="334155"/>
                </a:solidFill>
                <a:latin typeface="Lato"/>
                <a:ea typeface="Lato"/>
                <a:cs typeface="Lato"/>
                <a:sym typeface="Lato"/>
              </a:rPr>
              <a:t> son verdaderos, y </a:t>
            </a:r>
            <a:r>
              <a:rPr lang="en-US" sz="1650" b="1" i="0" u="none" strike="noStrike" cap="none">
                <a:solidFill>
                  <a:srgbClr val="334155"/>
                </a:solidFill>
                <a:latin typeface="Lato"/>
                <a:ea typeface="Lato"/>
                <a:cs typeface="Lato"/>
                <a:sym typeface="Lato"/>
              </a:rPr>
              <a:t>q → r</a:t>
            </a:r>
            <a:r>
              <a:rPr lang="en-US" sz="1650" b="0" i="0" u="none" strike="noStrike" cap="none">
                <a:solidFill>
                  <a:srgbClr val="334155"/>
                </a:solidFill>
                <a:latin typeface="Lato"/>
                <a:ea typeface="Lato"/>
                <a:cs typeface="Lato"/>
                <a:sym typeface="Lato"/>
              </a:rPr>
              <a:t> es verdadero, entonces </a:t>
            </a:r>
            <a:r>
              <a:rPr lang="en-US" sz="1650" b="1" i="0" u="none" strike="noStrike" cap="none">
                <a:solidFill>
                  <a:srgbClr val="334155"/>
                </a:solidFill>
                <a:latin typeface="Lato"/>
                <a:ea typeface="Lato"/>
                <a:cs typeface="Lato"/>
                <a:sym typeface="Lato"/>
              </a:rPr>
              <a:t>p → r</a:t>
            </a:r>
            <a:r>
              <a:rPr lang="en-US" sz="1650" b="0" i="0" u="none" strike="noStrike" cap="none">
                <a:solidFill>
                  <a:srgbClr val="334155"/>
                </a:solidFill>
                <a:latin typeface="Lato"/>
                <a:ea typeface="Lato"/>
                <a:cs typeface="Lato"/>
                <a:sym typeface="Lato"/>
              </a:rPr>
              <a:t> también es verdadero.</a:t>
            </a:r>
            <a:endParaRPr/>
          </a:p>
        </p:txBody>
      </p:sp>
      <p:sp>
        <p:nvSpPr>
          <p:cNvPr id="187" name="Google Shape;187;p18"/>
          <p:cNvSpPr txBox="1"/>
          <p:nvPr/>
        </p:nvSpPr>
        <p:spPr>
          <a:xfrm>
            <a:off x="6724650" y="1727596"/>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Ejemplo Aplicado</a:t>
            </a:r>
            <a:endParaRPr/>
          </a:p>
        </p:txBody>
      </p:sp>
      <p:pic>
        <p:nvPicPr>
          <p:cNvPr id="188" name="Google Shape;188;p18" descr="image.png"/>
          <p:cNvPicPr preferRelativeResize="0"/>
          <p:nvPr/>
        </p:nvPicPr>
        <p:blipFill rotWithShape="1">
          <a:blip r:embed="rId6">
            <a:alphaModFix/>
          </a:blip>
          <a:srcRect/>
          <a:stretch/>
        </p:blipFill>
        <p:spPr>
          <a:xfrm>
            <a:off x="1950541" y="5060751"/>
            <a:ext cx="2718792" cy="745926"/>
          </a:xfrm>
          <a:prstGeom prst="rect">
            <a:avLst/>
          </a:prstGeom>
          <a:noFill/>
          <a:ln>
            <a:noFill/>
          </a:ln>
        </p:spPr>
      </p:pic>
      <p:sp>
        <p:nvSpPr>
          <p:cNvPr id="189" name="Google Shape;189;p18"/>
          <p:cNvSpPr txBox="1"/>
          <p:nvPr/>
        </p:nvSpPr>
        <p:spPr>
          <a:xfrm>
            <a:off x="6962775" y="2318146"/>
            <a:ext cx="407670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Si como saludable, tendré energía.</a:t>
            </a:r>
            <a:endParaRPr/>
          </a:p>
        </p:txBody>
      </p:sp>
      <p:sp>
        <p:nvSpPr>
          <p:cNvPr id="190" name="Google Shape;190;p18"/>
          <p:cNvSpPr txBox="1"/>
          <p:nvPr/>
        </p:nvSpPr>
        <p:spPr>
          <a:xfrm>
            <a:off x="6962775" y="2796182"/>
            <a:ext cx="407670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Si tengo energía, rendiré bien en el trabajo.</a:t>
            </a:r>
            <a:endParaRPr/>
          </a:p>
        </p:txBody>
      </p:sp>
      <p:sp>
        <p:nvSpPr>
          <p:cNvPr id="191" name="Google Shape;191;p18"/>
          <p:cNvSpPr txBox="1"/>
          <p:nvPr/>
        </p:nvSpPr>
        <p:spPr>
          <a:xfrm>
            <a:off x="6962775" y="3607593"/>
            <a:ext cx="4076700" cy="68937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334155"/>
                </a:solidFill>
                <a:latin typeface="Lato"/>
                <a:ea typeface="Lato"/>
                <a:cs typeface="Lato"/>
                <a:sym typeface="Lato"/>
              </a:rPr>
              <a:t>Conclusión:</a:t>
            </a:r>
            <a:r>
              <a:rPr lang="en-US" sz="1650" b="0" i="0" u="none" strike="noStrike" cap="none">
                <a:solidFill>
                  <a:srgbClr val="334155"/>
                </a:solidFill>
                <a:latin typeface="Lato"/>
                <a:ea typeface="Lato"/>
                <a:cs typeface="Lato"/>
                <a:sym typeface="Lato"/>
              </a:rPr>
              <a:t> Si como saludable, rendiré bien en el trabajo.</a:t>
            </a:r>
            <a:endParaRPr/>
          </a:p>
        </p:txBody>
      </p:sp>
      <p:sp>
        <p:nvSpPr>
          <p:cNvPr id="192" name="Google Shape;192;p18"/>
          <p:cNvSpPr/>
          <p:nvPr/>
        </p:nvSpPr>
        <p:spPr>
          <a:xfrm>
            <a:off x="6724650" y="3417093"/>
            <a:ext cx="4314825"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3" name="Google Shape;193;p18"/>
          <p:cNvSpPr txBox="1"/>
          <p:nvPr/>
        </p:nvSpPr>
        <p:spPr>
          <a:xfrm>
            <a:off x="6724650" y="2260996"/>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194" name="Google Shape;194;p18"/>
          <p:cNvSpPr txBox="1"/>
          <p:nvPr/>
        </p:nvSpPr>
        <p:spPr>
          <a:xfrm>
            <a:off x="6724650" y="2739032"/>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195" name="Google Shape;195;p18"/>
          <p:cNvSpPr txBox="1"/>
          <p:nvPr/>
        </p:nvSpPr>
        <p:spPr>
          <a:xfrm>
            <a:off x="6724650" y="3359943"/>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196" name="Google Shape;196;p18"/>
          <p:cNvSpPr txBox="1"/>
          <p:nvPr/>
        </p:nvSpPr>
        <p:spPr>
          <a:xfrm>
            <a:off x="733425" y="355239"/>
            <a:ext cx="11201400" cy="48474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150" b="0" i="0" u="none" strike="noStrike" cap="none">
                <a:solidFill>
                  <a:srgbClr val="1E293B"/>
                </a:solidFill>
                <a:latin typeface="Poppins SemiBold"/>
                <a:ea typeface="Poppins SemiBold"/>
                <a:cs typeface="Poppins SemiBold"/>
                <a:sym typeface="Poppins SemiBold"/>
              </a:rPr>
              <a:t>3.6 Silogismo Hipotético</a:t>
            </a:r>
            <a:endParaRPr/>
          </a:p>
        </p:txBody>
      </p:sp>
      <p:sp>
        <p:nvSpPr>
          <p:cNvPr id="197" name="Google Shape;197;p18"/>
          <p:cNvSpPr/>
          <p:nvPr/>
        </p:nvSpPr>
        <p:spPr>
          <a:xfrm>
            <a:off x="762000" y="937021"/>
            <a:ext cx="10668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202" name="Google Shape;202;p19" descr="image.png"/>
          <p:cNvPicPr preferRelativeResize="0"/>
          <p:nvPr/>
        </p:nvPicPr>
        <p:blipFill rotWithShape="1">
          <a:blip r:embed="rId3">
            <a:alphaModFix/>
          </a:blip>
          <a:srcRect/>
          <a:stretch/>
        </p:blipFill>
        <p:spPr>
          <a:xfrm>
            <a:off x="533400" y="1929406"/>
            <a:ext cx="5095875" cy="4685110"/>
          </a:xfrm>
          <a:prstGeom prst="rect">
            <a:avLst/>
          </a:prstGeom>
          <a:noFill/>
          <a:ln>
            <a:noFill/>
          </a:ln>
        </p:spPr>
      </p:pic>
      <p:pic>
        <p:nvPicPr>
          <p:cNvPr id="203" name="Google Shape;203;p19" descr="image.png"/>
          <p:cNvPicPr preferRelativeResize="0"/>
          <p:nvPr/>
        </p:nvPicPr>
        <p:blipFill rotWithShape="1">
          <a:blip r:embed="rId4">
            <a:alphaModFix/>
          </a:blip>
          <a:srcRect/>
          <a:stretch/>
        </p:blipFill>
        <p:spPr>
          <a:xfrm>
            <a:off x="6105525" y="1929406"/>
            <a:ext cx="5095875" cy="4685110"/>
          </a:xfrm>
          <a:prstGeom prst="rect">
            <a:avLst/>
          </a:prstGeom>
          <a:noFill/>
          <a:ln>
            <a:noFill/>
          </a:ln>
        </p:spPr>
      </p:pic>
      <p:sp>
        <p:nvSpPr>
          <p:cNvPr id="204" name="Google Shape;204;p19"/>
          <p:cNvSpPr/>
          <p:nvPr/>
        </p:nvSpPr>
        <p:spPr>
          <a:xfrm>
            <a:off x="0" y="0"/>
            <a:ext cx="12192000" cy="762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5" name="Google Shape;205;p19"/>
          <p:cNvSpPr txBox="1"/>
          <p:nvPr/>
        </p:nvSpPr>
        <p:spPr>
          <a:xfrm>
            <a:off x="800100" y="2367870"/>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dirty="0" err="1">
                <a:solidFill>
                  <a:srgbClr val="2563EB"/>
                </a:solidFill>
                <a:latin typeface="Poppins SemiBold"/>
                <a:ea typeface="Poppins SemiBold"/>
                <a:cs typeface="Poppins SemiBold"/>
                <a:sym typeface="Poppins SemiBold"/>
              </a:rPr>
              <a:t>Ejemplo</a:t>
            </a:r>
            <a:r>
              <a:rPr lang="en-US" sz="2100" b="0" i="0" u="none" strike="noStrike" cap="none" dirty="0">
                <a:solidFill>
                  <a:srgbClr val="2563EB"/>
                </a:solidFill>
                <a:latin typeface="Poppins SemiBold"/>
                <a:ea typeface="Poppins SemiBold"/>
                <a:cs typeface="Poppins SemiBold"/>
                <a:sym typeface="Poppins SemiBold"/>
              </a:rPr>
              <a:t> </a:t>
            </a:r>
            <a:r>
              <a:rPr lang="en-US" sz="2100" b="0" i="0" u="none" strike="noStrike" cap="none" dirty="0" err="1">
                <a:solidFill>
                  <a:srgbClr val="2563EB"/>
                </a:solidFill>
                <a:latin typeface="Poppins SemiBold"/>
                <a:ea typeface="Poppins SemiBold"/>
                <a:cs typeface="Poppins SemiBold"/>
                <a:sym typeface="Poppins SemiBold"/>
              </a:rPr>
              <a:t>Explicado</a:t>
            </a:r>
            <a:endParaRPr dirty="0"/>
          </a:p>
        </p:txBody>
      </p:sp>
      <p:sp>
        <p:nvSpPr>
          <p:cNvPr id="206" name="Google Shape;206;p19"/>
          <p:cNvSpPr txBox="1"/>
          <p:nvPr/>
        </p:nvSpPr>
        <p:spPr>
          <a:xfrm>
            <a:off x="6496050" y="1994081"/>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dirty="0" err="1">
                <a:solidFill>
                  <a:srgbClr val="2563EB"/>
                </a:solidFill>
                <a:latin typeface="Poppins SemiBold"/>
                <a:ea typeface="Poppins SemiBold"/>
                <a:cs typeface="Poppins SemiBold"/>
                <a:sym typeface="Poppins SemiBold"/>
              </a:rPr>
              <a:t>Ejercicios</a:t>
            </a:r>
            <a:endParaRPr dirty="0"/>
          </a:p>
        </p:txBody>
      </p:sp>
      <p:sp>
        <p:nvSpPr>
          <p:cNvPr id="207" name="Google Shape;207;p19"/>
          <p:cNvSpPr txBox="1"/>
          <p:nvPr/>
        </p:nvSpPr>
        <p:spPr>
          <a:xfrm>
            <a:off x="1038225" y="2958420"/>
            <a:ext cx="407670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dirty="0" err="1">
                <a:solidFill>
                  <a:srgbClr val="334155"/>
                </a:solidFill>
                <a:latin typeface="Lato"/>
                <a:ea typeface="Lato"/>
                <a:cs typeface="Lato"/>
                <a:sym typeface="Lato"/>
              </a:rPr>
              <a:t>Premisa</a:t>
            </a:r>
            <a:r>
              <a:rPr lang="en-US" sz="1650" b="1" i="0" u="none" strike="noStrike" cap="none" dirty="0">
                <a:solidFill>
                  <a:srgbClr val="334155"/>
                </a:solidFill>
                <a:latin typeface="Lato"/>
                <a:ea typeface="Lato"/>
                <a:cs typeface="Lato"/>
                <a:sym typeface="Lato"/>
              </a:rPr>
              <a:t> 1:</a:t>
            </a:r>
            <a:r>
              <a:rPr lang="en-US" sz="1650" b="0" i="0" u="none" strike="noStrike" cap="none" dirty="0">
                <a:solidFill>
                  <a:srgbClr val="334155"/>
                </a:solidFill>
                <a:latin typeface="Lato"/>
                <a:ea typeface="Lato"/>
                <a:cs typeface="Lato"/>
                <a:sym typeface="Lato"/>
              </a:rPr>
              <a:t> "Si </a:t>
            </a:r>
            <a:r>
              <a:rPr lang="en-US" sz="1650" b="0" i="0" u="none" strike="noStrike" cap="none" dirty="0" err="1">
                <a:solidFill>
                  <a:srgbClr val="334155"/>
                </a:solidFill>
                <a:latin typeface="Lato"/>
                <a:ea typeface="Lato"/>
                <a:cs typeface="Lato"/>
                <a:sym typeface="Lato"/>
              </a:rPr>
              <a:t>estudio</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apruebo</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el</a:t>
            </a:r>
            <a:r>
              <a:rPr lang="en-US" sz="1650" b="0" i="0" u="none" strike="noStrike" cap="none" dirty="0">
                <a:solidFill>
                  <a:srgbClr val="334155"/>
                </a:solidFill>
                <a:latin typeface="Lato"/>
                <a:ea typeface="Lato"/>
                <a:cs typeface="Lato"/>
                <a:sym typeface="Lato"/>
              </a:rPr>
              <a:t> examen."</a:t>
            </a:r>
            <a:endParaRPr dirty="0"/>
          </a:p>
        </p:txBody>
      </p:sp>
      <p:sp>
        <p:nvSpPr>
          <p:cNvPr id="208" name="Google Shape;208;p19"/>
          <p:cNvSpPr txBox="1"/>
          <p:nvPr/>
        </p:nvSpPr>
        <p:spPr>
          <a:xfrm>
            <a:off x="1038225" y="3436456"/>
            <a:ext cx="4076700"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334155"/>
                </a:solidFill>
                <a:latin typeface="Lato"/>
                <a:ea typeface="Lato"/>
                <a:cs typeface="Lato"/>
                <a:sym typeface="Lato"/>
              </a:rPr>
              <a:t>Premisa 2:</a:t>
            </a:r>
            <a:r>
              <a:rPr lang="en-US" sz="1650" b="0" i="0" u="none" strike="noStrike" cap="none">
                <a:solidFill>
                  <a:srgbClr val="334155"/>
                </a:solidFill>
                <a:latin typeface="Lato"/>
                <a:ea typeface="Lato"/>
                <a:cs typeface="Lato"/>
                <a:sym typeface="Lato"/>
              </a:rPr>
              <a:t> "Si apruebo el examen, tendré vacaciones."</a:t>
            </a:r>
            <a:endParaRPr/>
          </a:p>
        </p:txBody>
      </p:sp>
      <p:sp>
        <p:nvSpPr>
          <p:cNvPr id="209" name="Google Shape;209;p19"/>
          <p:cNvSpPr txBox="1"/>
          <p:nvPr/>
        </p:nvSpPr>
        <p:spPr>
          <a:xfrm>
            <a:off x="1038225" y="4297278"/>
            <a:ext cx="407670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15803D"/>
                </a:solidFill>
                <a:latin typeface="Lato"/>
                <a:ea typeface="Lato"/>
                <a:cs typeface="Lato"/>
                <a:sym typeface="Lato"/>
              </a:rPr>
              <a:t>Conclusión:</a:t>
            </a:r>
            <a:r>
              <a:rPr lang="en-US" sz="1650" b="0" i="0" u="none" strike="noStrike" cap="none">
                <a:solidFill>
                  <a:srgbClr val="15803D"/>
                </a:solidFill>
                <a:latin typeface="Lato"/>
                <a:ea typeface="Lato"/>
                <a:cs typeface="Lato"/>
                <a:sym typeface="Lato"/>
              </a:rPr>
              <a:t> "Si estudio, tendré vacaciones."</a:t>
            </a:r>
            <a:endParaRPr/>
          </a:p>
        </p:txBody>
      </p:sp>
      <p:sp>
        <p:nvSpPr>
          <p:cNvPr id="210" name="Google Shape;210;p19"/>
          <p:cNvSpPr txBox="1"/>
          <p:nvPr/>
        </p:nvSpPr>
        <p:spPr>
          <a:xfrm>
            <a:off x="6734175" y="2646178"/>
            <a:ext cx="4076700" cy="134064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Si "Si me duermo temprano, me despierto descansado" y "Si me despierto descansado, tengo energía", ¿qué conclusión podemos inferir?</a:t>
            </a:r>
            <a:endParaRPr/>
          </a:p>
        </p:txBody>
      </p:sp>
      <p:sp>
        <p:nvSpPr>
          <p:cNvPr id="211" name="Google Shape;211;p19"/>
          <p:cNvSpPr txBox="1"/>
          <p:nvPr/>
        </p:nvSpPr>
        <p:spPr>
          <a:xfrm>
            <a:off x="6734175" y="4464858"/>
            <a:ext cx="4076700" cy="10054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dirty="0">
                <a:solidFill>
                  <a:srgbClr val="334155"/>
                </a:solidFill>
                <a:latin typeface="Lato"/>
                <a:ea typeface="Lato"/>
                <a:cs typeface="Lato"/>
                <a:sym typeface="Lato"/>
              </a:rPr>
              <a:t>Si "Si </a:t>
            </a:r>
            <a:r>
              <a:rPr lang="en-US" sz="1650" b="0" i="0" u="none" strike="noStrike" cap="none" dirty="0" err="1">
                <a:solidFill>
                  <a:srgbClr val="334155"/>
                </a:solidFill>
                <a:latin typeface="Lato"/>
                <a:ea typeface="Lato"/>
                <a:cs typeface="Lato"/>
                <a:sym typeface="Lato"/>
              </a:rPr>
              <a:t>hago</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ejercicio</a:t>
            </a:r>
            <a:r>
              <a:rPr lang="en-US" sz="1650" b="0" i="0" u="none" strike="noStrike" cap="none" dirty="0">
                <a:solidFill>
                  <a:srgbClr val="334155"/>
                </a:solidFill>
                <a:latin typeface="Lato"/>
                <a:ea typeface="Lato"/>
                <a:cs typeface="Lato"/>
                <a:sym typeface="Lato"/>
              </a:rPr>
              <a:t>, me </a:t>
            </a:r>
            <a:r>
              <a:rPr lang="en-US" sz="1650" b="0" i="0" u="none" strike="noStrike" cap="none" dirty="0" err="1">
                <a:solidFill>
                  <a:srgbClr val="334155"/>
                </a:solidFill>
                <a:latin typeface="Lato"/>
                <a:ea typeface="Lato"/>
                <a:cs typeface="Lato"/>
                <a:sym typeface="Lato"/>
              </a:rPr>
              <a:t>mantengo</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saludable</a:t>
            </a:r>
            <a:r>
              <a:rPr lang="en-US" sz="1650" b="0" i="0" u="none" strike="noStrike" cap="none" dirty="0">
                <a:solidFill>
                  <a:srgbClr val="334155"/>
                </a:solidFill>
                <a:latin typeface="Lato"/>
                <a:ea typeface="Lato"/>
                <a:cs typeface="Lato"/>
                <a:sym typeface="Lato"/>
              </a:rPr>
              <a:t>" y "Si me </a:t>
            </a:r>
            <a:r>
              <a:rPr lang="en-US" sz="1650" b="0" i="0" u="none" strike="noStrike" cap="none" dirty="0" err="1">
                <a:solidFill>
                  <a:srgbClr val="334155"/>
                </a:solidFill>
                <a:latin typeface="Lato"/>
                <a:ea typeface="Lato"/>
                <a:cs typeface="Lato"/>
                <a:sym typeface="Lato"/>
              </a:rPr>
              <a:t>mantengo</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saludable</a:t>
            </a:r>
            <a:r>
              <a:rPr lang="en-US" sz="1650" b="0" i="0" u="none" strike="noStrike" cap="none" dirty="0">
                <a:solidFill>
                  <a:srgbClr val="334155"/>
                </a:solidFill>
                <a:latin typeface="Lato"/>
                <a:ea typeface="Lato"/>
                <a:cs typeface="Lato"/>
                <a:sym typeface="Lato"/>
              </a:rPr>
              <a:t>, vivo </a:t>
            </a:r>
            <a:r>
              <a:rPr lang="en-US" sz="1650" b="0" i="0" u="none" strike="noStrike" cap="none" dirty="0" err="1">
                <a:solidFill>
                  <a:srgbClr val="334155"/>
                </a:solidFill>
                <a:latin typeface="Lato"/>
                <a:ea typeface="Lato"/>
                <a:cs typeface="Lato"/>
                <a:sym typeface="Lato"/>
              </a:rPr>
              <a:t>más</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años</a:t>
            </a:r>
            <a:r>
              <a:rPr lang="en-US" sz="1650" b="0" i="0" u="none" strike="noStrike" cap="none" dirty="0">
                <a:solidFill>
                  <a:srgbClr val="334155"/>
                </a:solidFill>
                <a:latin typeface="Lato"/>
                <a:ea typeface="Lato"/>
                <a:cs typeface="Lato"/>
                <a:sym typeface="Lato"/>
              </a:rPr>
              <a:t>", ¿</a:t>
            </a:r>
            <a:r>
              <a:rPr lang="en-US" sz="1650" b="0" i="0" u="none" strike="noStrike" cap="none" dirty="0" err="1">
                <a:solidFill>
                  <a:srgbClr val="334155"/>
                </a:solidFill>
                <a:latin typeface="Lato"/>
                <a:ea typeface="Lato"/>
                <a:cs typeface="Lato"/>
                <a:sym typeface="Lato"/>
              </a:rPr>
              <a:t>qué</a:t>
            </a:r>
            <a:r>
              <a:rPr lang="en-US" sz="1650" b="0" i="0" u="none" strike="noStrike" cap="none" dirty="0">
                <a:solidFill>
                  <a:srgbClr val="334155"/>
                </a:solidFill>
                <a:latin typeface="Lato"/>
                <a:ea typeface="Lato"/>
                <a:cs typeface="Lato"/>
                <a:sym typeface="Lato"/>
              </a:rPr>
              <a:t> se deduce?</a:t>
            </a:r>
            <a:endParaRPr dirty="0"/>
          </a:p>
        </p:txBody>
      </p:sp>
      <p:sp>
        <p:nvSpPr>
          <p:cNvPr id="213" name="Google Shape;213;p19"/>
          <p:cNvSpPr txBox="1"/>
          <p:nvPr/>
        </p:nvSpPr>
        <p:spPr>
          <a:xfrm>
            <a:off x="800100" y="2901270"/>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14" name="Google Shape;214;p19"/>
          <p:cNvSpPr txBox="1"/>
          <p:nvPr/>
        </p:nvSpPr>
        <p:spPr>
          <a:xfrm>
            <a:off x="800100" y="3379306"/>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15" name="Google Shape;215;p19"/>
          <p:cNvSpPr txBox="1"/>
          <p:nvPr/>
        </p:nvSpPr>
        <p:spPr>
          <a:xfrm>
            <a:off x="800100" y="4240128"/>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16" name="Google Shape;216;p19"/>
          <p:cNvSpPr txBox="1"/>
          <p:nvPr/>
        </p:nvSpPr>
        <p:spPr>
          <a:xfrm>
            <a:off x="6496050" y="2589028"/>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17" name="Google Shape;217;p19"/>
          <p:cNvSpPr txBox="1"/>
          <p:nvPr/>
        </p:nvSpPr>
        <p:spPr>
          <a:xfrm>
            <a:off x="6496050" y="4373172"/>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dirty="0">
                <a:solidFill>
                  <a:srgbClr val="2563EB"/>
                </a:solidFill>
                <a:latin typeface="Lato"/>
                <a:ea typeface="Lato"/>
                <a:cs typeface="Lato"/>
                <a:sym typeface="Lato"/>
              </a:rPr>
              <a:t>•</a:t>
            </a:r>
            <a:endParaRPr dirty="0"/>
          </a:p>
        </p:txBody>
      </p:sp>
      <p:sp>
        <p:nvSpPr>
          <p:cNvPr id="219" name="Google Shape;219;p19"/>
          <p:cNvSpPr txBox="1"/>
          <p:nvPr/>
        </p:nvSpPr>
        <p:spPr>
          <a:xfrm>
            <a:off x="990600" y="1139942"/>
            <a:ext cx="11201400" cy="48474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150" b="0" i="0" u="none" strike="noStrike" cap="none" dirty="0" err="1">
                <a:solidFill>
                  <a:srgbClr val="1E293B"/>
                </a:solidFill>
                <a:latin typeface="Poppins SemiBold"/>
                <a:ea typeface="Poppins SemiBold"/>
                <a:cs typeface="Poppins SemiBold"/>
                <a:sym typeface="Poppins SemiBold"/>
              </a:rPr>
              <a:t>Ejemplo</a:t>
            </a:r>
            <a:r>
              <a:rPr lang="en-US" sz="3150" b="0" i="0" u="none" strike="noStrike" cap="none" dirty="0">
                <a:solidFill>
                  <a:srgbClr val="1E293B"/>
                </a:solidFill>
                <a:latin typeface="Poppins SemiBold"/>
                <a:ea typeface="Poppins SemiBold"/>
                <a:cs typeface="Poppins SemiBold"/>
                <a:sym typeface="Poppins SemiBold"/>
              </a:rPr>
              <a:t> y </a:t>
            </a:r>
            <a:r>
              <a:rPr lang="en-US" sz="3150" b="0" i="0" u="none" strike="noStrike" cap="none" dirty="0" err="1">
                <a:solidFill>
                  <a:srgbClr val="1E293B"/>
                </a:solidFill>
                <a:latin typeface="Poppins SemiBold"/>
                <a:ea typeface="Poppins SemiBold"/>
                <a:cs typeface="Poppins SemiBold"/>
                <a:sym typeface="Poppins SemiBold"/>
              </a:rPr>
              <a:t>Ejercicios</a:t>
            </a:r>
            <a:r>
              <a:rPr lang="en-US" sz="3150" b="0" i="0" u="none" strike="noStrike" cap="none" dirty="0">
                <a:solidFill>
                  <a:srgbClr val="1E293B"/>
                </a:solidFill>
                <a:latin typeface="Poppins SemiBold"/>
                <a:ea typeface="Poppins SemiBold"/>
                <a:cs typeface="Poppins SemiBold"/>
                <a:sym typeface="Poppins SemiBold"/>
              </a:rPr>
              <a:t>: </a:t>
            </a:r>
            <a:r>
              <a:rPr lang="en-US" sz="3150" b="0" i="0" u="none" strike="noStrike" cap="none" dirty="0" err="1">
                <a:solidFill>
                  <a:srgbClr val="1E293B"/>
                </a:solidFill>
                <a:latin typeface="Poppins SemiBold"/>
                <a:ea typeface="Poppins SemiBold"/>
                <a:cs typeface="Poppins SemiBold"/>
                <a:sym typeface="Poppins SemiBold"/>
              </a:rPr>
              <a:t>Silogismo</a:t>
            </a:r>
            <a:r>
              <a:rPr lang="en-US" sz="3150" b="0" i="0" u="none" strike="noStrike" cap="none" dirty="0">
                <a:solidFill>
                  <a:srgbClr val="1E293B"/>
                </a:solidFill>
                <a:latin typeface="Poppins SemiBold"/>
                <a:ea typeface="Poppins SemiBold"/>
                <a:cs typeface="Poppins SemiBold"/>
                <a:sym typeface="Poppins SemiBold"/>
              </a:rPr>
              <a:t> </a:t>
            </a:r>
            <a:r>
              <a:rPr lang="en-US" sz="3150" b="0" i="0" u="none" strike="noStrike" cap="none" dirty="0" err="1">
                <a:solidFill>
                  <a:srgbClr val="1E293B"/>
                </a:solidFill>
                <a:latin typeface="Poppins SemiBold"/>
                <a:ea typeface="Poppins SemiBold"/>
                <a:cs typeface="Poppins SemiBold"/>
                <a:sym typeface="Poppins SemiBold"/>
              </a:rPr>
              <a:t>Hipotético</a:t>
            </a:r>
            <a:endParaRPr dirty="0"/>
          </a:p>
        </p:txBody>
      </p:sp>
      <p:sp>
        <p:nvSpPr>
          <p:cNvPr id="220" name="Google Shape;220;p19"/>
          <p:cNvSpPr/>
          <p:nvPr/>
        </p:nvSpPr>
        <p:spPr>
          <a:xfrm>
            <a:off x="762000" y="1062632"/>
            <a:ext cx="10668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pic>
        <p:nvPicPr>
          <p:cNvPr id="225" name="Google Shape;225;p20" descr="image.png"/>
          <p:cNvPicPr preferRelativeResize="0"/>
          <p:nvPr/>
        </p:nvPicPr>
        <p:blipFill rotWithShape="1">
          <a:blip r:embed="rId3">
            <a:alphaModFix/>
          </a:blip>
          <a:srcRect/>
          <a:stretch/>
        </p:blipFill>
        <p:spPr>
          <a:xfrm>
            <a:off x="762000" y="1485602"/>
            <a:ext cx="5095875" cy="5105995"/>
          </a:xfrm>
          <a:prstGeom prst="rect">
            <a:avLst/>
          </a:prstGeom>
          <a:noFill/>
          <a:ln>
            <a:noFill/>
          </a:ln>
        </p:spPr>
      </p:pic>
      <p:pic>
        <p:nvPicPr>
          <p:cNvPr id="226" name="Google Shape;226;p20" descr="image.png"/>
          <p:cNvPicPr preferRelativeResize="0"/>
          <p:nvPr/>
        </p:nvPicPr>
        <p:blipFill rotWithShape="1">
          <a:blip r:embed="rId4">
            <a:alphaModFix/>
          </a:blip>
          <a:srcRect/>
          <a:stretch/>
        </p:blipFill>
        <p:spPr>
          <a:xfrm>
            <a:off x="6334125" y="1485602"/>
            <a:ext cx="5095875" cy="5105995"/>
          </a:xfrm>
          <a:prstGeom prst="rect">
            <a:avLst/>
          </a:prstGeom>
          <a:noFill/>
          <a:ln>
            <a:noFill/>
          </a:ln>
        </p:spPr>
      </p:pic>
      <p:pic>
        <p:nvPicPr>
          <p:cNvPr id="227" name="Google Shape;227;p20" descr="image.png"/>
          <p:cNvPicPr preferRelativeResize="0"/>
          <p:nvPr/>
        </p:nvPicPr>
        <p:blipFill rotWithShape="1">
          <a:blip r:embed="rId5">
            <a:alphaModFix/>
          </a:blip>
          <a:srcRect/>
          <a:stretch/>
        </p:blipFill>
        <p:spPr>
          <a:xfrm>
            <a:off x="1152525" y="4569321"/>
            <a:ext cx="4314825" cy="1393626"/>
          </a:xfrm>
          <a:prstGeom prst="rect">
            <a:avLst/>
          </a:prstGeom>
          <a:noFill/>
          <a:ln>
            <a:noFill/>
          </a:ln>
        </p:spPr>
      </p:pic>
      <p:sp>
        <p:nvSpPr>
          <p:cNvPr id="228" name="Google Shape;228;p20"/>
          <p:cNvSpPr/>
          <p:nvPr/>
        </p:nvSpPr>
        <p:spPr>
          <a:xfrm>
            <a:off x="0" y="0"/>
            <a:ext cx="12192000" cy="762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9" name="Google Shape;229;p20"/>
          <p:cNvSpPr txBox="1"/>
          <p:nvPr/>
        </p:nvSpPr>
        <p:spPr>
          <a:xfrm>
            <a:off x="1152525" y="1876127"/>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Regla y Notación Formal</a:t>
            </a:r>
            <a:endParaRPr/>
          </a:p>
        </p:txBody>
      </p:sp>
      <p:sp>
        <p:nvSpPr>
          <p:cNvPr id="230" name="Google Shape;230;p20"/>
          <p:cNvSpPr/>
          <p:nvPr/>
        </p:nvSpPr>
        <p:spPr>
          <a:xfrm>
            <a:off x="1152525" y="2466677"/>
            <a:ext cx="4314825" cy="860821"/>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1" name="Google Shape;231;p20"/>
          <p:cNvSpPr txBox="1"/>
          <p:nvPr/>
        </p:nvSpPr>
        <p:spPr>
          <a:xfrm>
            <a:off x="1295400" y="2561927"/>
            <a:ext cx="402907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1" u="none" strike="noStrike" cap="none">
                <a:solidFill>
                  <a:srgbClr val="334155"/>
                </a:solidFill>
                <a:latin typeface="Lato"/>
                <a:ea typeface="Lato"/>
                <a:cs typeface="Lato"/>
                <a:sym typeface="Lato"/>
              </a:rPr>
              <a:t>Permite descartar una opción cuando tenemos una disyunción (OR).</a:t>
            </a:r>
            <a:endParaRPr/>
          </a:p>
        </p:txBody>
      </p:sp>
      <p:sp>
        <p:nvSpPr>
          <p:cNvPr id="232" name="Google Shape;232;p20"/>
          <p:cNvSpPr/>
          <p:nvPr/>
        </p:nvSpPr>
        <p:spPr>
          <a:xfrm>
            <a:off x="1152525" y="2466677"/>
            <a:ext cx="38100" cy="860821"/>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3" name="Google Shape;233;p20"/>
          <p:cNvSpPr txBox="1"/>
          <p:nvPr/>
        </p:nvSpPr>
        <p:spPr>
          <a:xfrm>
            <a:off x="1152525" y="3517999"/>
            <a:ext cx="431482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334155"/>
                </a:solidFill>
                <a:latin typeface="Lato"/>
                <a:ea typeface="Lato"/>
                <a:cs typeface="Lato"/>
                <a:sym typeface="Lato"/>
              </a:rPr>
              <a:t>Regla:</a:t>
            </a:r>
            <a:r>
              <a:rPr lang="en-US" sz="1650" b="0" i="0" u="none" strike="noStrike" cap="none">
                <a:solidFill>
                  <a:srgbClr val="334155"/>
                </a:solidFill>
                <a:latin typeface="Lato"/>
                <a:ea typeface="Lato"/>
                <a:cs typeface="Lato"/>
                <a:sym typeface="Lato"/>
              </a:rPr>
              <a:t> Si </a:t>
            </a:r>
            <a:r>
              <a:rPr lang="en-US" sz="1650" b="1" i="0" u="none" strike="noStrike" cap="none">
                <a:solidFill>
                  <a:srgbClr val="334155"/>
                </a:solidFill>
                <a:latin typeface="Lato"/>
                <a:ea typeface="Lato"/>
                <a:cs typeface="Lato"/>
                <a:sym typeface="Lato"/>
              </a:rPr>
              <a:t>p ∨ q</a:t>
            </a:r>
            <a:r>
              <a:rPr lang="en-US" sz="1650" b="0" i="0" u="none" strike="noStrike" cap="none">
                <a:solidFill>
                  <a:srgbClr val="334155"/>
                </a:solidFill>
                <a:latin typeface="Lato"/>
                <a:ea typeface="Lato"/>
                <a:cs typeface="Lato"/>
                <a:sym typeface="Lato"/>
              </a:rPr>
              <a:t> es verdadero y </a:t>
            </a:r>
            <a:r>
              <a:rPr lang="en-US" sz="1650" b="1" i="0" u="none" strike="noStrike" cap="none">
                <a:solidFill>
                  <a:srgbClr val="334155"/>
                </a:solidFill>
                <a:latin typeface="Lato"/>
                <a:ea typeface="Lato"/>
                <a:cs typeface="Lato"/>
                <a:sym typeface="Lato"/>
              </a:rPr>
              <a:t>¬p</a:t>
            </a:r>
            <a:r>
              <a:rPr lang="en-US" sz="1650" b="0" i="0" u="none" strike="noStrike" cap="none">
                <a:solidFill>
                  <a:srgbClr val="334155"/>
                </a:solidFill>
                <a:latin typeface="Lato"/>
                <a:ea typeface="Lato"/>
                <a:cs typeface="Lato"/>
                <a:sym typeface="Lato"/>
              </a:rPr>
              <a:t> es verdadero, entonces </a:t>
            </a:r>
            <a:r>
              <a:rPr lang="en-US" sz="1650" b="1" i="0" u="none" strike="noStrike" cap="none">
                <a:solidFill>
                  <a:srgbClr val="334155"/>
                </a:solidFill>
                <a:latin typeface="Lato"/>
                <a:ea typeface="Lato"/>
                <a:cs typeface="Lato"/>
                <a:sym typeface="Lato"/>
              </a:rPr>
              <a:t>q</a:t>
            </a:r>
            <a:r>
              <a:rPr lang="en-US" sz="1650" b="0" i="0" u="none" strike="noStrike" cap="none">
                <a:solidFill>
                  <a:srgbClr val="334155"/>
                </a:solidFill>
                <a:latin typeface="Lato"/>
                <a:ea typeface="Lato"/>
                <a:cs typeface="Lato"/>
                <a:sym typeface="Lato"/>
              </a:rPr>
              <a:t> es verdadero.</a:t>
            </a:r>
            <a:endParaRPr/>
          </a:p>
        </p:txBody>
      </p:sp>
      <p:sp>
        <p:nvSpPr>
          <p:cNvPr id="234" name="Google Shape;234;p20"/>
          <p:cNvSpPr txBox="1"/>
          <p:nvPr/>
        </p:nvSpPr>
        <p:spPr>
          <a:xfrm>
            <a:off x="6724650" y="1876127"/>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Ejemplo Aplicado</a:t>
            </a:r>
            <a:endParaRPr/>
          </a:p>
        </p:txBody>
      </p:sp>
      <p:pic>
        <p:nvPicPr>
          <p:cNvPr id="235" name="Google Shape;235;p20" descr="image.png"/>
          <p:cNvPicPr preferRelativeResize="0"/>
          <p:nvPr/>
        </p:nvPicPr>
        <p:blipFill rotWithShape="1">
          <a:blip r:embed="rId6">
            <a:alphaModFix/>
          </a:blip>
          <a:srcRect/>
          <a:stretch/>
        </p:blipFill>
        <p:spPr>
          <a:xfrm>
            <a:off x="2137767" y="4874121"/>
            <a:ext cx="2344340" cy="784026"/>
          </a:xfrm>
          <a:prstGeom prst="rect">
            <a:avLst/>
          </a:prstGeom>
          <a:noFill/>
          <a:ln>
            <a:noFill/>
          </a:ln>
        </p:spPr>
      </p:pic>
      <p:sp>
        <p:nvSpPr>
          <p:cNvPr id="236" name="Google Shape;236;p20"/>
          <p:cNvSpPr txBox="1"/>
          <p:nvPr/>
        </p:nvSpPr>
        <p:spPr>
          <a:xfrm>
            <a:off x="6962775" y="2466677"/>
            <a:ext cx="407670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O hace frío o está soleado.</a:t>
            </a:r>
            <a:endParaRPr/>
          </a:p>
        </p:txBody>
      </p:sp>
      <p:sp>
        <p:nvSpPr>
          <p:cNvPr id="237" name="Google Shape;237;p20"/>
          <p:cNvSpPr txBox="1"/>
          <p:nvPr/>
        </p:nvSpPr>
        <p:spPr>
          <a:xfrm>
            <a:off x="6962775" y="2944713"/>
            <a:ext cx="407670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No hace frío.</a:t>
            </a:r>
            <a:endParaRPr/>
          </a:p>
        </p:txBody>
      </p:sp>
      <p:sp>
        <p:nvSpPr>
          <p:cNvPr id="238" name="Google Shape;238;p20"/>
          <p:cNvSpPr txBox="1"/>
          <p:nvPr/>
        </p:nvSpPr>
        <p:spPr>
          <a:xfrm>
            <a:off x="6962775" y="3756124"/>
            <a:ext cx="4076700" cy="35421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334155"/>
                </a:solidFill>
                <a:latin typeface="Lato"/>
                <a:ea typeface="Lato"/>
                <a:cs typeface="Lato"/>
                <a:sym typeface="Lato"/>
              </a:rPr>
              <a:t>Conclusión:</a:t>
            </a:r>
            <a:r>
              <a:rPr lang="en-US" sz="1650" b="0" i="0" u="none" strike="noStrike" cap="none">
                <a:solidFill>
                  <a:srgbClr val="334155"/>
                </a:solidFill>
                <a:latin typeface="Lato"/>
                <a:ea typeface="Lato"/>
                <a:cs typeface="Lato"/>
                <a:sym typeface="Lato"/>
              </a:rPr>
              <a:t> Está soleado.</a:t>
            </a:r>
            <a:endParaRPr/>
          </a:p>
        </p:txBody>
      </p:sp>
      <p:sp>
        <p:nvSpPr>
          <p:cNvPr id="239" name="Google Shape;239;p20"/>
          <p:cNvSpPr/>
          <p:nvPr/>
        </p:nvSpPr>
        <p:spPr>
          <a:xfrm>
            <a:off x="6724650" y="3565624"/>
            <a:ext cx="4314825"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0" name="Google Shape;240;p20"/>
          <p:cNvSpPr txBox="1"/>
          <p:nvPr/>
        </p:nvSpPr>
        <p:spPr>
          <a:xfrm>
            <a:off x="6724650" y="2409527"/>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41" name="Google Shape;241;p20"/>
          <p:cNvSpPr txBox="1"/>
          <p:nvPr/>
        </p:nvSpPr>
        <p:spPr>
          <a:xfrm>
            <a:off x="6724650" y="2887563"/>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42" name="Google Shape;242;p20"/>
          <p:cNvSpPr txBox="1"/>
          <p:nvPr/>
        </p:nvSpPr>
        <p:spPr>
          <a:xfrm>
            <a:off x="6724650" y="3508474"/>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43" name="Google Shape;243;p20"/>
          <p:cNvSpPr txBox="1"/>
          <p:nvPr/>
        </p:nvSpPr>
        <p:spPr>
          <a:xfrm>
            <a:off x="762000" y="551988"/>
            <a:ext cx="11201400" cy="48474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150" b="0" i="0" u="none" strike="noStrike" cap="none" dirty="0">
                <a:solidFill>
                  <a:srgbClr val="1E293B"/>
                </a:solidFill>
                <a:latin typeface="Poppins SemiBold"/>
                <a:ea typeface="Poppins SemiBold"/>
                <a:cs typeface="Poppins SemiBold"/>
                <a:sym typeface="Poppins SemiBold"/>
              </a:rPr>
              <a:t>3.7 </a:t>
            </a:r>
            <a:r>
              <a:rPr lang="en-US" sz="3150" b="0" i="0" u="none" strike="noStrike" cap="none" dirty="0" err="1">
                <a:solidFill>
                  <a:srgbClr val="1E293B"/>
                </a:solidFill>
                <a:latin typeface="Poppins SemiBold"/>
                <a:ea typeface="Poppins SemiBold"/>
                <a:cs typeface="Poppins SemiBold"/>
                <a:sym typeface="Poppins SemiBold"/>
              </a:rPr>
              <a:t>Silogismo</a:t>
            </a:r>
            <a:r>
              <a:rPr lang="en-US" sz="3150" b="0" i="0" u="none" strike="noStrike" cap="none" dirty="0">
                <a:solidFill>
                  <a:srgbClr val="1E293B"/>
                </a:solidFill>
                <a:latin typeface="Poppins SemiBold"/>
                <a:ea typeface="Poppins SemiBold"/>
                <a:cs typeface="Poppins SemiBold"/>
                <a:sym typeface="Poppins SemiBold"/>
              </a:rPr>
              <a:t> </a:t>
            </a:r>
            <a:r>
              <a:rPr lang="en-US" sz="3150" b="0" i="0" u="none" strike="noStrike" cap="none" dirty="0" err="1">
                <a:solidFill>
                  <a:srgbClr val="1E293B"/>
                </a:solidFill>
                <a:latin typeface="Poppins SemiBold"/>
                <a:ea typeface="Poppins SemiBold"/>
                <a:cs typeface="Poppins SemiBold"/>
                <a:sym typeface="Poppins SemiBold"/>
              </a:rPr>
              <a:t>Disyuntivo</a:t>
            </a:r>
            <a:endParaRPr dirty="0"/>
          </a:p>
        </p:txBody>
      </p:sp>
      <p:sp>
        <p:nvSpPr>
          <p:cNvPr id="244" name="Google Shape;244;p20"/>
          <p:cNvSpPr/>
          <p:nvPr/>
        </p:nvSpPr>
        <p:spPr>
          <a:xfrm>
            <a:off x="762000" y="1085552"/>
            <a:ext cx="10668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pic>
        <p:nvPicPr>
          <p:cNvPr id="249" name="Google Shape;249;p21" descr="image.png"/>
          <p:cNvPicPr preferRelativeResize="0"/>
          <p:nvPr/>
        </p:nvPicPr>
        <p:blipFill rotWithShape="1">
          <a:blip r:embed="rId3">
            <a:alphaModFix/>
          </a:blip>
          <a:srcRect/>
          <a:stretch/>
        </p:blipFill>
        <p:spPr>
          <a:xfrm>
            <a:off x="762000" y="1515665"/>
            <a:ext cx="5326856" cy="5045868"/>
          </a:xfrm>
          <a:prstGeom prst="rect">
            <a:avLst/>
          </a:prstGeom>
          <a:noFill/>
          <a:ln>
            <a:noFill/>
          </a:ln>
        </p:spPr>
      </p:pic>
      <p:pic>
        <p:nvPicPr>
          <p:cNvPr id="250" name="Google Shape;250;p21" descr="image.png"/>
          <p:cNvPicPr preferRelativeResize="0"/>
          <p:nvPr/>
        </p:nvPicPr>
        <p:blipFill rotWithShape="1">
          <a:blip r:embed="rId4">
            <a:alphaModFix/>
          </a:blip>
          <a:srcRect/>
          <a:stretch/>
        </p:blipFill>
        <p:spPr>
          <a:xfrm>
            <a:off x="6565106" y="1515665"/>
            <a:ext cx="4864893" cy="5045868"/>
          </a:xfrm>
          <a:prstGeom prst="rect">
            <a:avLst/>
          </a:prstGeom>
          <a:noFill/>
          <a:ln>
            <a:noFill/>
          </a:ln>
        </p:spPr>
      </p:pic>
      <p:pic>
        <p:nvPicPr>
          <p:cNvPr id="251" name="Google Shape;251;p21" descr="image.png"/>
          <p:cNvPicPr preferRelativeResize="0"/>
          <p:nvPr/>
        </p:nvPicPr>
        <p:blipFill rotWithShape="1">
          <a:blip r:embed="rId5">
            <a:alphaModFix/>
          </a:blip>
          <a:srcRect/>
          <a:stretch/>
        </p:blipFill>
        <p:spPr>
          <a:xfrm>
            <a:off x="1152525" y="4599384"/>
            <a:ext cx="4545806" cy="1333500"/>
          </a:xfrm>
          <a:prstGeom prst="rect">
            <a:avLst/>
          </a:prstGeom>
          <a:noFill/>
          <a:ln>
            <a:noFill/>
          </a:ln>
        </p:spPr>
      </p:pic>
      <p:sp>
        <p:nvSpPr>
          <p:cNvPr id="252" name="Google Shape;252;p21"/>
          <p:cNvSpPr/>
          <p:nvPr/>
        </p:nvSpPr>
        <p:spPr>
          <a:xfrm>
            <a:off x="0" y="0"/>
            <a:ext cx="12192000" cy="762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3" name="Google Shape;253;p21"/>
          <p:cNvSpPr txBox="1"/>
          <p:nvPr/>
        </p:nvSpPr>
        <p:spPr>
          <a:xfrm>
            <a:off x="1152525" y="1906190"/>
            <a:ext cx="477309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Regla y Notación Formal</a:t>
            </a:r>
            <a:endParaRPr/>
          </a:p>
        </p:txBody>
      </p:sp>
      <p:sp>
        <p:nvSpPr>
          <p:cNvPr id="254" name="Google Shape;254;p21"/>
          <p:cNvSpPr/>
          <p:nvPr/>
        </p:nvSpPr>
        <p:spPr>
          <a:xfrm>
            <a:off x="1152525" y="2496740"/>
            <a:ext cx="4545806" cy="860821"/>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5" name="Google Shape;255;p21"/>
          <p:cNvSpPr txBox="1"/>
          <p:nvPr/>
        </p:nvSpPr>
        <p:spPr>
          <a:xfrm>
            <a:off x="1295400" y="2591990"/>
            <a:ext cx="4260056"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1" u="none" strike="noStrike" cap="none">
                <a:solidFill>
                  <a:srgbClr val="334155"/>
                </a:solidFill>
                <a:latin typeface="Lato"/>
                <a:ea typeface="Lato"/>
                <a:cs typeface="Lato"/>
                <a:sym typeface="Lato"/>
              </a:rPr>
              <a:t>Permite descartar una opción cuando tenemos una disyunción (OR).</a:t>
            </a:r>
            <a:endParaRPr/>
          </a:p>
        </p:txBody>
      </p:sp>
      <p:sp>
        <p:nvSpPr>
          <p:cNvPr id="256" name="Google Shape;256;p21"/>
          <p:cNvSpPr/>
          <p:nvPr/>
        </p:nvSpPr>
        <p:spPr>
          <a:xfrm>
            <a:off x="1152525" y="2496740"/>
            <a:ext cx="38100" cy="860821"/>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7" name="Google Shape;257;p21"/>
          <p:cNvSpPr txBox="1"/>
          <p:nvPr/>
        </p:nvSpPr>
        <p:spPr>
          <a:xfrm>
            <a:off x="1152525" y="3548062"/>
            <a:ext cx="4545806"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334155"/>
                </a:solidFill>
                <a:latin typeface="Lato"/>
                <a:ea typeface="Lato"/>
                <a:cs typeface="Lato"/>
                <a:sym typeface="Lato"/>
              </a:rPr>
              <a:t>Regla:</a:t>
            </a:r>
            <a:r>
              <a:rPr lang="en-US" sz="1650" b="0" i="0" u="none" strike="noStrike" cap="none">
                <a:solidFill>
                  <a:srgbClr val="334155"/>
                </a:solidFill>
                <a:latin typeface="Lato"/>
                <a:ea typeface="Lato"/>
                <a:cs typeface="Lato"/>
                <a:sym typeface="Lato"/>
              </a:rPr>
              <a:t> Si </a:t>
            </a:r>
            <a:r>
              <a:rPr lang="en-US" sz="1650" b="1" i="0" u="none" strike="noStrike" cap="none">
                <a:solidFill>
                  <a:srgbClr val="334155"/>
                </a:solidFill>
                <a:latin typeface="Lato"/>
                <a:ea typeface="Lato"/>
                <a:cs typeface="Lato"/>
                <a:sym typeface="Lato"/>
              </a:rPr>
              <a:t>p ∨ q</a:t>
            </a:r>
            <a:r>
              <a:rPr lang="en-US" sz="1650" b="0" i="0" u="none" strike="noStrike" cap="none">
                <a:solidFill>
                  <a:srgbClr val="334155"/>
                </a:solidFill>
                <a:latin typeface="Lato"/>
                <a:ea typeface="Lato"/>
                <a:cs typeface="Lato"/>
                <a:sym typeface="Lato"/>
              </a:rPr>
              <a:t> y </a:t>
            </a:r>
            <a:r>
              <a:rPr lang="en-US" sz="1650" b="1" i="0" u="none" strike="noStrike" cap="none">
                <a:solidFill>
                  <a:srgbClr val="334155"/>
                </a:solidFill>
                <a:latin typeface="Lato"/>
                <a:ea typeface="Lato"/>
                <a:cs typeface="Lato"/>
                <a:sym typeface="Lato"/>
              </a:rPr>
              <a:t>¬p ∨ r</a:t>
            </a:r>
            <a:r>
              <a:rPr lang="en-US" sz="1650" b="0" i="0" u="none" strike="noStrike" cap="none">
                <a:solidFill>
                  <a:srgbClr val="334155"/>
                </a:solidFill>
                <a:latin typeface="Lato"/>
                <a:ea typeface="Lato"/>
                <a:cs typeface="Lato"/>
                <a:sym typeface="Lato"/>
              </a:rPr>
              <a:t> son verdaderos, entonces </a:t>
            </a:r>
            <a:r>
              <a:rPr lang="en-US" sz="1650" b="1" i="0" u="none" strike="noStrike" cap="none">
                <a:solidFill>
                  <a:srgbClr val="334155"/>
                </a:solidFill>
                <a:latin typeface="Lato"/>
                <a:ea typeface="Lato"/>
                <a:cs typeface="Lato"/>
                <a:sym typeface="Lato"/>
              </a:rPr>
              <a:t>q ∨ r</a:t>
            </a:r>
            <a:r>
              <a:rPr lang="en-US" sz="1650" b="0" i="0" u="none" strike="noStrike" cap="none">
                <a:solidFill>
                  <a:srgbClr val="334155"/>
                </a:solidFill>
                <a:latin typeface="Lato"/>
                <a:ea typeface="Lato"/>
                <a:cs typeface="Lato"/>
                <a:sym typeface="Lato"/>
              </a:rPr>
              <a:t> es verdadero.</a:t>
            </a:r>
            <a:endParaRPr/>
          </a:p>
        </p:txBody>
      </p:sp>
      <p:sp>
        <p:nvSpPr>
          <p:cNvPr id="258" name="Google Shape;258;p21"/>
          <p:cNvSpPr txBox="1"/>
          <p:nvPr/>
        </p:nvSpPr>
        <p:spPr>
          <a:xfrm>
            <a:off x="6955631" y="1906190"/>
            <a:ext cx="4288035"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Ejemplo Aplicado</a:t>
            </a:r>
            <a:endParaRPr/>
          </a:p>
        </p:txBody>
      </p:sp>
      <p:pic>
        <p:nvPicPr>
          <p:cNvPr id="259" name="Google Shape;259;p21" descr="image.png"/>
          <p:cNvPicPr preferRelativeResize="0"/>
          <p:nvPr/>
        </p:nvPicPr>
        <p:blipFill rotWithShape="1">
          <a:blip r:embed="rId6">
            <a:alphaModFix/>
          </a:blip>
          <a:srcRect/>
          <a:stretch/>
        </p:blipFill>
        <p:spPr>
          <a:xfrm>
            <a:off x="1457325" y="5104209"/>
            <a:ext cx="3936206" cy="323850"/>
          </a:xfrm>
          <a:prstGeom prst="rect">
            <a:avLst/>
          </a:prstGeom>
          <a:noFill/>
          <a:ln>
            <a:noFill/>
          </a:ln>
        </p:spPr>
      </p:pic>
      <p:sp>
        <p:nvSpPr>
          <p:cNvPr id="260" name="Google Shape;260;p21"/>
          <p:cNvSpPr txBox="1"/>
          <p:nvPr/>
        </p:nvSpPr>
        <p:spPr>
          <a:xfrm>
            <a:off x="7193756" y="2496740"/>
            <a:ext cx="3845718"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"Juan estaba en la casa o María es la culpable."</a:t>
            </a:r>
            <a:endParaRPr/>
          </a:p>
        </p:txBody>
      </p:sp>
      <p:sp>
        <p:nvSpPr>
          <p:cNvPr id="261" name="Google Shape;261;p21"/>
          <p:cNvSpPr txBox="1"/>
          <p:nvPr/>
        </p:nvSpPr>
        <p:spPr>
          <a:xfrm>
            <a:off x="7193756" y="3309937"/>
            <a:ext cx="3845718"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"Juan no estaba en la casa o Pedro es el culpable."</a:t>
            </a:r>
            <a:endParaRPr/>
          </a:p>
        </p:txBody>
      </p:sp>
      <p:sp>
        <p:nvSpPr>
          <p:cNvPr id="262" name="Google Shape;262;p21"/>
          <p:cNvSpPr txBox="1"/>
          <p:nvPr/>
        </p:nvSpPr>
        <p:spPr>
          <a:xfrm>
            <a:off x="7193756" y="4456509"/>
            <a:ext cx="3845718" cy="68937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1" i="0" u="none" strike="noStrike" cap="none">
                <a:solidFill>
                  <a:srgbClr val="334155"/>
                </a:solidFill>
                <a:latin typeface="Lato"/>
                <a:ea typeface="Lato"/>
                <a:cs typeface="Lato"/>
                <a:sym typeface="Lato"/>
              </a:rPr>
              <a:t>Conclusión:</a:t>
            </a:r>
            <a:r>
              <a:rPr lang="en-US" sz="1650" b="0" i="0" u="none" strike="noStrike" cap="none">
                <a:solidFill>
                  <a:srgbClr val="334155"/>
                </a:solidFill>
                <a:latin typeface="Lato"/>
                <a:ea typeface="Lato"/>
                <a:cs typeface="Lato"/>
                <a:sym typeface="Lato"/>
              </a:rPr>
              <a:t> "María es la culpable o Pedro es el culpable."</a:t>
            </a:r>
            <a:endParaRPr/>
          </a:p>
        </p:txBody>
      </p:sp>
      <p:sp>
        <p:nvSpPr>
          <p:cNvPr id="263" name="Google Shape;263;p21"/>
          <p:cNvSpPr/>
          <p:nvPr/>
        </p:nvSpPr>
        <p:spPr>
          <a:xfrm>
            <a:off x="6955631" y="4266009"/>
            <a:ext cx="4083843"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21"/>
          <p:cNvSpPr txBox="1"/>
          <p:nvPr/>
        </p:nvSpPr>
        <p:spPr>
          <a:xfrm>
            <a:off x="6955631" y="2439590"/>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65" name="Google Shape;265;p21"/>
          <p:cNvSpPr txBox="1"/>
          <p:nvPr/>
        </p:nvSpPr>
        <p:spPr>
          <a:xfrm>
            <a:off x="6955631" y="3252787"/>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66" name="Google Shape;266;p21"/>
          <p:cNvSpPr txBox="1"/>
          <p:nvPr/>
        </p:nvSpPr>
        <p:spPr>
          <a:xfrm>
            <a:off x="6955631" y="4208859"/>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67" name="Google Shape;267;p21"/>
          <p:cNvSpPr txBox="1"/>
          <p:nvPr/>
        </p:nvSpPr>
        <p:spPr>
          <a:xfrm>
            <a:off x="762000" y="595230"/>
            <a:ext cx="11201400" cy="48474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150" b="0" i="0" u="none" strike="noStrike" cap="none" dirty="0">
                <a:solidFill>
                  <a:srgbClr val="1E293B"/>
                </a:solidFill>
                <a:latin typeface="Poppins SemiBold"/>
                <a:ea typeface="Poppins SemiBold"/>
                <a:cs typeface="Poppins SemiBold"/>
                <a:sym typeface="Poppins SemiBold"/>
              </a:rPr>
              <a:t>3.8 Ley de </a:t>
            </a:r>
            <a:r>
              <a:rPr lang="en-US" sz="3150" b="0" i="0" u="none" strike="noStrike" cap="none" dirty="0" err="1">
                <a:solidFill>
                  <a:srgbClr val="1E293B"/>
                </a:solidFill>
                <a:latin typeface="Poppins SemiBold"/>
                <a:ea typeface="Poppins SemiBold"/>
                <a:cs typeface="Poppins SemiBold"/>
                <a:sym typeface="Poppins SemiBold"/>
              </a:rPr>
              <a:t>Resolución</a:t>
            </a:r>
            <a:endParaRPr dirty="0"/>
          </a:p>
        </p:txBody>
      </p:sp>
      <p:sp>
        <p:nvSpPr>
          <p:cNvPr id="268" name="Google Shape;268;p21"/>
          <p:cNvSpPr/>
          <p:nvPr/>
        </p:nvSpPr>
        <p:spPr>
          <a:xfrm>
            <a:off x="762000" y="1115615"/>
            <a:ext cx="10668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pic>
        <p:nvPicPr>
          <p:cNvPr id="273" name="Google Shape;273;p22" descr="image.png"/>
          <p:cNvPicPr preferRelativeResize="0"/>
          <p:nvPr/>
        </p:nvPicPr>
        <p:blipFill rotWithShape="1">
          <a:blip r:embed="rId3">
            <a:alphaModFix/>
          </a:blip>
          <a:srcRect/>
          <a:stretch/>
        </p:blipFill>
        <p:spPr>
          <a:xfrm>
            <a:off x="762000" y="1563439"/>
            <a:ext cx="5095875" cy="4950321"/>
          </a:xfrm>
          <a:prstGeom prst="rect">
            <a:avLst/>
          </a:prstGeom>
          <a:noFill/>
          <a:ln>
            <a:noFill/>
          </a:ln>
        </p:spPr>
      </p:pic>
      <p:pic>
        <p:nvPicPr>
          <p:cNvPr id="274" name="Google Shape;274;p22" descr="image.png"/>
          <p:cNvPicPr preferRelativeResize="0"/>
          <p:nvPr/>
        </p:nvPicPr>
        <p:blipFill rotWithShape="1">
          <a:blip r:embed="rId4">
            <a:alphaModFix/>
          </a:blip>
          <a:srcRect/>
          <a:stretch/>
        </p:blipFill>
        <p:spPr>
          <a:xfrm>
            <a:off x="6334125" y="1563439"/>
            <a:ext cx="5095875" cy="4950321"/>
          </a:xfrm>
          <a:prstGeom prst="rect">
            <a:avLst/>
          </a:prstGeom>
          <a:noFill/>
          <a:ln>
            <a:noFill/>
          </a:ln>
        </p:spPr>
      </p:pic>
      <p:sp>
        <p:nvSpPr>
          <p:cNvPr id="275" name="Google Shape;275;p22"/>
          <p:cNvSpPr/>
          <p:nvPr/>
        </p:nvSpPr>
        <p:spPr>
          <a:xfrm>
            <a:off x="0" y="0"/>
            <a:ext cx="12192000" cy="762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6" name="Google Shape;276;p22"/>
          <p:cNvSpPr txBox="1"/>
          <p:nvPr/>
        </p:nvSpPr>
        <p:spPr>
          <a:xfrm>
            <a:off x="1152525" y="1953964"/>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Argumento</a:t>
            </a:r>
            <a:endParaRPr/>
          </a:p>
        </p:txBody>
      </p:sp>
      <p:sp>
        <p:nvSpPr>
          <p:cNvPr id="277" name="Google Shape;277;p22"/>
          <p:cNvSpPr txBox="1"/>
          <p:nvPr/>
        </p:nvSpPr>
        <p:spPr>
          <a:xfrm>
            <a:off x="1152525" y="2544514"/>
            <a:ext cx="431482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Identifica la regla de inferencia utilizada en el siguiente argumento:</a:t>
            </a:r>
            <a:endParaRPr/>
          </a:p>
        </p:txBody>
      </p:sp>
      <p:sp>
        <p:nvSpPr>
          <p:cNvPr id="278" name="Google Shape;278;p22"/>
          <p:cNvSpPr/>
          <p:nvPr/>
        </p:nvSpPr>
        <p:spPr>
          <a:xfrm>
            <a:off x="1152525" y="3548211"/>
            <a:ext cx="4314825" cy="2765524"/>
          </a:xfrm>
          <a:prstGeom prst="rect">
            <a:avLst/>
          </a:prstGeom>
          <a:solidFill>
            <a:srgbClr val="F1F5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9" name="Google Shape;279;p22"/>
          <p:cNvSpPr txBox="1"/>
          <p:nvPr/>
        </p:nvSpPr>
        <p:spPr>
          <a:xfrm>
            <a:off x="1295400" y="3643461"/>
            <a:ext cx="4029075" cy="2194024"/>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1" u="none" strike="noStrike" cap="none" dirty="0">
                <a:solidFill>
                  <a:srgbClr val="334155"/>
                </a:solidFill>
                <a:latin typeface="Lato"/>
                <a:ea typeface="Lato"/>
                <a:cs typeface="Lato"/>
                <a:sym typeface="Lato"/>
              </a:rPr>
              <a:t>"Si </a:t>
            </a:r>
            <a:r>
              <a:rPr lang="en-US" sz="1800" b="0" i="1" u="none" strike="noStrike" cap="none" dirty="0" err="1">
                <a:solidFill>
                  <a:srgbClr val="334155"/>
                </a:solidFill>
                <a:latin typeface="Lato"/>
                <a:ea typeface="Lato"/>
                <a:cs typeface="Lato"/>
                <a:sym typeface="Lato"/>
              </a:rPr>
              <a:t>estudio</a:t>
            </a:r>
            <a:r>
              <a:rPr lang="en-US" sz="1800" b="0" i="1" u="none" strike="noStrike" cap="none" dirty="0">
                <a:solidFill>
                  <a:srgbClr val="334155"/>
                </a:solidFill>
                <a:latin typeface="Lato"/>
                <a:ea typeface="Lato"/>
                <a:cs typeface="Lato"/>
                <a:sym typeface="Lato"/>
              </a:rPr>
              <a:t> para </a:t>
            </a:r>
            <a:r>
              <a:rPr lang="en-US" sz="1800" b="0" i="1" u="none" strike="noStrike" cap="none" dirty="0" err="1">
                <a:solidFill>
                  <a:srgbClr val="334155"/>
                </a:solidFill>
                <a:latin typeface="Lato"/>
                <a:ea typeface="Lato"/>
                <a:cs typeface="Lato"/>
                <a:sym typeface="Lato"/>
              </a:rPr>
              <a:t>el</a:t>
            </a:r>
            <a:r>
              <a:rPr lang="en-US" sz="1800" b="0" i="1" u="none" strike="noStrike" cap="none" dirty="0">
                <a:solidFill>
                  <a:srgbClr val="334155"/>
                </a:solidFill>
                <a:latin typeface="Lato"/>
                <a:ea typeface="Lato"/>
                <a:cs typeface="Lato"/>
                <a:sym typeface="Lato"/>
              </a:rPr>
              <a:t> examen, </a:t>
            </a:r>
            <a:r>
              <a:rPr lang="en-US" sz="1800" b="0" i="1" u="none" strike="noStrike" cap="none" dirty="0" err="1">
                <a:solidFill>
                  <a:srgbClr val="334155"/>
                </a:solidFill>
                <a:latin typeface="Lato"/>
                <a:ea typeface="Lato"/>
                <a:cs typeface="Lato"/>
                <a:sym typeface="Lato"/>
              </a:rPr>
              <a:t>entonces</a:t>
            </a:r>
            <a:r>
              <a:rPr lang="en-US" sz="1800" b="0" i="1" u="none" strike="noStrike" cap="none" dirty="0">
                <a:solidFill>
                  <a:srgbClr val="334155"/>
                </a:solidFill>
                <a:latin typeface="Lato"/>
                <a:ea typeface="Lato"/>
                <a:cs typeface="Lato"/>
                <a:sym typeface="Lato"/>
              </a:rPr>
              <a:t> </a:t>
            </a:r>
            <a:r>
              <a:rPr lang="en-US" sz="1800" b="0" i="1" u="none" strike="noStrike" cap="none" dirty="0" err="1">
                <a:solidFill>
                  <a:srgbClr val="334155"/>
                </a:solidFill>
                <a:latin typeface="Lato"/>
                <a:ea typeface="Lato"/>
                <a:cs typeface="Lato"/>
                <a:sym typeface="Lato"/>
              </a:rPr>
              <a:t>obtendré</a:t>
            </a:r>
            <a:r>
              <a:rPr lang="en-US" sz="1800" b="0" i="1" u="none" strike="noStrike" cap="none" dirty="0">
                <a:solidFill>
                  <a:srgbClr val="334155"/>
                </a:solidFill>
                <a:latin typeface="Lato"/>
                <a:ea typeface="Lato"/>
                <a:cs typeface="Lato"/>
                <a:sym typeface="Lato"/>
              </a:rPr>
              <a:t> </a:t>
            </a:r>
            <a:r>
              <a:rPr lang="en-US" sz="1800" b="0" i="1" u="none" strike="noStrike" cap="none" dirty="0" err="1">
                <a:solidFill>
                  <a:srgbClr val="334155"/>
                </a:solidFill>
                <a:latin typeface="Lato"/>
                <a:ea typeface="Lato"/>
                <a:cs typeface="Lato"/>
                <a:sym typeface="Lato"/>
              </a:rPr>
              <a:t>una</a:t>
            </a:r>
            <a:r>
              <a:rPr lang="en-US" sz="1800" b="0" i="1" u="none" strike="noStrike" cap="none" dirty="0">
                <a:solidFill>
                  <a:srgbClr val="334155"/>
                </a:solidFill>
                <a:latin typeface="Lato"/>
                <a:ea typeface="Lato"/>
                <a:cs typeface="Lato"/>
                <a:sym typeface="Lato"/>
              </a:rPr>
              <a:t> </a:t>
            </a:r>
            <a:r>
              <a:rPr lang="en-US" sz="1800" b="0" i="1" u="none" strike="noStrike" cap="none" dirty="0" err="1">
                <a:solidFill>
                  <a:srgbClr val="334155"/>
                </a:solidFill>
                <a:latin typeface="Lato"/>
                <a:ea typeface="Lato"/>
                <a:cs typeface="Lato"/>
                <a:sym typeface="Lato"/>
              </a:rPr>
              <a:t>buena</a:t>
            </a:r>
            <a:r>
              <a:rPr lang="en-US" sz="1800" b="0" i="1" u="none" strike="noStrike" cap="none" dirty="0">
                <a:solidFill>
                  <a:srgbClr val="334155"/>
                </a:solidFill>
                <a:latin typeface="Lato"/>
                <a:ea typeface="Lato"/>
                <a:cs typeface="Lato"/>
                <a:sym typeface="Lato"/>
              </a:rPr>
              <a:t> </a:t>
            </a:r>
            <a:r>
              <a:rPr lang="en-US" sz="1800" b="0" i="1" u="none" strike="noStrike" cap="none" dirty="0" err="1">
                <a:solidFill>
                  <a:srgbClr val="334155"/>
                </a:solidFill>
                <a:latin typeface="Lato"/>
                <a:ea typeface="Lato"/>
                <a:cs typeface="Lato"/>
                <a:sym typeface="Lato"/>
              </a:rPr>
              <a:t>calificación</a:t>
            </a:r>
            <a:r>
              <a:rPr lang="en-US" sz="1800" b="0" i="1" u="none" strike="noStrike" cap="none" dirty="0">
                <a:solidFill>
                  <a:srgbClr val="334155"/>
                </a:solidFill>
                <a:latin typeface="Lato"/>
                <a:ea typeface="Lato"/>
                <a:cs typeface="Lato"/>
                <a:sym typeface="Lato"/>
              </a:rPr>
              <a:t>. Si </a:t>
            </a:r>
            <a:r>
              <a:rPr lang="en-US" sz="1800" b="0" i="1" u="none" strike="noStrike" cap="none" dirty="0" err="1">
                <a:solidFill>
                  <a:srgbClr val="334155"/>
                </a:solidFill>
                <a:latin typeface="Lato"/>
                <a:ea typeface="Lato"/>
                <a:cs typeface="Lato"/>
                <a:sym typeface="Lato"/>
              </a:rPr>
              <a:t>obtengo</a:t>
            </a:r>
            <a:r>
              <a:rPr lang="en-US" sz="1800" b="0" i="1" u="none" strike="noStrike" cap="none" dirty="0">
                <a:solidFill>
                  <a:srgbClr val="334155"/>
                </a:solidFill>
                <a:latin typeface="Lato"/>
                <a:ea typeface="Lato"/>
                <a:cs typeface="Lato"/>
                <a:sym typeface="Lato"/>
              </a:rPr>
              <a:t> </a:t>
            </a:r>
            <a:r>
              <a:rPr lang="en-US" sz="1800" b="0" i="1" u="none" strike="noStrike" cap="none" dirty="0" err="1">
                <a:solidFill>
                  <a:srgbClr val="334155"/>
                </a:solidFill>
                <a:latin typeface="Lato"/>
                <a:ea typeface="Lato"/>
                <a:cs typeface="Lato"/>
                <a:sym typeface="Lato"/>
              </a:rPr>
              <a:t>una</a:t>
            </a:r>
            <a:r>
              <a:rPr lang="en-US" sz="1800" b="0" i="1" u="none" strike="noStrike" cap="none" dirty="0">
                <a:solidFill>
                  <a:srgbClr val="334155"/>
                </a:solidFill>
                <a:latin typeface="Lato"/>
                <a:ea typeface="Lato"/>
                <a:cs typeface="Lato"/>
                <a:sym typeface="Lato"/>
              </a:rPr>
              <a:t> </a:t>
            </a:r>
            <a:r>
              <a:rPr lang="en-US" sz="1800" b="0" i="1" u="none" strike="noStrike" cap="none" dirty="0" err="1">
                <a:solidFill>
                  <a:srgbClr val="334155"/>
                </a:solidFill>
                <a:latin typeface="Lato"/>
                <a:ea typeface="Lato"/>
                <a:cs typeface="Lato"/>
                <a:sym typeface="Lato"/>
              </a:rPr>
              <a:t>buena</a:t>
            </a:r>
            <a:r>
              <a:rPr lang="en-US" sz="1800" b="0" i="1" u="none" strike="noStrike" cap="none" dirty="0">
                <a:solidFill>
                  <a:srgbClr val="334155"/>
                </a:solidFill>
                <a:latin typeface="Lato"/>
                <a:ea typeface="Lato"/>
                <a:cs typeface="Lato"/>
                <a:sym typeface="Lato"/>
              </a:rPr>
              <a:t> </a:t>
            </a:r>
            <a:r>
              <a:rPr lang="en-US" sz="1800" b="0" i="1" u="none" strike="noStrike" cap="none" dirty="0" err="1">
                <a:solidFill>
                  <a:srgbClr val="334155"/>
                </a:solidFill>
                <a:latin typeface="Lato"/>
                <a:ea typeface="Lato"/>
                <a:cs typeface="Lato"/>
                <a:sym typeface="Lato"/>
              </a:rPr>
              <a:t>calificación</a:t>
            </a:r>
            <a:r>
              <a:rPr lang="en-US" sz="1800" b="0" i="1" u="none" strike="noStrike" cap="none" dirty="0">
                <a:solidFill>
                  <a:srgbClr val="334155"/>
                </a:solidFill>
                <a:latin typeface="Lato"/>
                <a:ea typeface="Lato"/>
                <a:cs typeface="Lato"/>
                <a:sym typeface="Lato"/>
              </a:rPr>
              <a:t>, </a:t>
            </a:r>
            <a:r>
              <a:rPr lang="en-US" sz="1800" b="0" i="1" u="none" strike="noStrike" cap="none" dirty="0" err="1">
                <a:solidFill>
                  <a:srgbClr val="334155"/>
                </a:solidFill>
                <a:latin typeface="Lato"/>
                <a:ea typeface="Lato"/>
                <a:cs typeface="Lato"/>
                <a:sym typeface="Lato"/>
              </a:rPr>
              <a:t>podré</a:t>
            </a:r>
            <a:r>
              <a:rPr lang="en-US" sz="1800" b="0" i="1" u="none" strike="noStrike" cap="none" dirty="0">
                <a:solidFill>
                  <a:srgbClr val="334155"/>
                </a:solidFill>
                <a:latin typeface="Lato"/>
                <a:ea typeface="Lato"/>
                <a:cs typeface="Lato"/>
                <a:sym typeface="Lato"/>
              </a:rPr>
              <a:t> </a:t>
            </a:r>
            <a:r>
              <a:rPr lang="en-US" sz="1800" b="0" i="1" u="none" strike="noStrike" cap="none" dirty="0" err="1">
                <a:solidFill>
                  <a:srgbClr val="334155"/>
                </a:solidFill>
                <a:latin typeface="Lato"/>
                <a:ea typeface="Lato"/>
                <a:cs typeface="Lato"/>
                <a:sym typeface="Lato"/>
              </a:rPr>
              <a:t>ingresar</a:t>
            </a:r>
            <a:r>
              <a:rPr lang="en-US" sz="1800" b="0" i="1" u="none" strike="noStrike" cap="none" dirty="0">
                <a:solidFill>
                  <a:srgbClr val="334155"/>
                </a:solidFill>
                <a:latin typeface="Lato"/>
                <a:ea typeface="Lato"/>
                <a:cs typeface="Lato"/>
                <a:sym typeface="Lato"/>
              </a:rPr>
              <a:t> a la </a:t>
            </a:r>
            <a:r>
              <a:rPr lang="en-US" sz="1800" b="0" i="1" u="none" strike="noStrike" cap="none" dirty="0" err="1">
                <a:solidFill>
                  <a:srgbClr val="334155"/>
                </a:solidFill>
                <a:latin typeface="Lato"/>
                <a:ea typeface="Lato"/>
                <a:cs typeface="Lato"/>
                <a:sym typeface="Lato"/>
              </a:rPr>
              <a:t>universidad</a:t>
            </a:r>
            <a:r>
              <a:rPr lang="en-US" sz="1800" b="0" i="1" u="none" strike="noStrike" cap="none" dirty="0">
                <a:solidFill>
                  <a:srgbClr val="334155"/>
                </a:solidFill>
                <a:latin typeface="Lato"/>
                <a:ea typeface="Lato"/>
                <a:cs typeface="Lato"/>
                <a:sym typeface="Lato"/>
              </a:rPr>
              <a:t>. Por lo tanto, </a:t>
            </a:r>
            <a:r>
              <a:rPr lang="en-US" sz="1800" b="0" i="1" u="none" strike="noStrike" cap="none" dirty="0" err="1">
                <a:solidFill>
                  <a:srgbClr val="334155"/>
                </a:solidFill>
                <a:latin typeface="Lato"/>
                <a:ea typeface="Lato"/>
                <a:cs typeface="Lato"/>
                <a:sym typeface="Lato"/>
              </a:rPr>
              <a:t>si</a:t>
            </a:r>
            <a:r>
              <a:rPr lang="en-US" sz="1800" b="0" i="1" u="none" strike="noStrike" cap="none" dirty="0">
                <a:solidFill>
                  <a:srgbClr val="334155"/>
                </a:solidFill>
                <a:latin typeface="Lato"/>
                <a:ea typeface="Lato"/>
                <a:cs typeface="Lato"/>
                <a:sym typeface="Lato"/>
              </a:rPr>
              <a:t> </a:t>
            </a:r>
            <a:r>
              <a:rPr lang="en-US" sz="1800" b="0" i="1" u="none" strike="noStrike" cap="none" dirty="0" err="1">
                <a:solidFill>
                  <a:srgbClr val="334155"/>
                </a:solidFill>
                <a:latin typeface="Lato"/>
                <a:ea typeface="Lato"/>
                <a:cs typeface="Lato"/>
                <a:sym typeface="Lato"/>
              </a:rPr>
              <a:t>estudio</a:t>
            </a:r>
            <a:r>
              <a:rPr lang="en-US" sz="1800" b="0" i="1" u="none" strike="noStrike" cap="none" dirty="0">
                <a:solidFill>
                  <a:srgbClr val="334155"/>
                </a:solidFill>
                <a:latin typeface="Lato"/>
                <a:ea typeface="Lato"/>
                <a:cs typeface="Lato"/>
                <a:sym typeface="Lato"/>
              </a:rPr>
              <a:t> para </a:t>
            </a:r>
            <a:r>
              <a:rPr lang="en-US" sz="1800" b="0" i="1" u="none" strike="noStrike" cap="none" dirty="0" err="1">
                <a:solidFill>
                  <a:srgbClr val="334155"/>
                </a:solidFill>
                <a:latin typeface="Lato"/>
                <a:ea typeface="Lato"/>
                <a:cs typeface="Lato"/>
                <a:sym typeface="Lato"/>
              </a:rPr>
              <a:t>el</a:t>
            </a:r>
            <a:r>
              <a:rPr lang="en-US" sz="1800" b="0" i="1" u="none" strike="noStrike" cap="none" dirty="0">
                <a:solidFill>
                  <a:srgbClr val="334155"/>
                </a:solidFill>
                <a:latin typeface="Lato"/>
                <a:ea typeface="Lato"/>
                <a:cs typeface="Lato"/>
                <a:sym typeface="Lato"/>
              </a:rPr>
              <a:t> examen, </a:t>
            </a:r>
            <a:r>
              <a:rPr lang="en-US" sz="1800" b="0" i="1" u="none" strike="noStrike" cap="none" dirty="0" err="1">
                <a:solidFill>
                  <a:srgbClr val="334155"/>
                </a:solidFill>
                <a:latin typeface="Lato"/>
                <a:ea typeface="Lato"/>
                <a:cs typeface="Lato"/>
                <a:sym typeface="Lato"/>
              </a:rPr>
              <a:t>podré</a:t>
            </a:r>
            <a:r>
              <a:rPr lang="en-US" sz="1800" b="0" i="1" u="none" strike="noStrike" cap="none" dirty="0">
                <a:solidFill>
                  <a:srgbClr val="334155"/>
                </a:solidFill>
                <a:latin typeface="Lato"/>
                <a:ea typeface="Lato"/>
                <a:cs typeface="Lato"/>
                <a:sym typeface="Lato"/>
              </a:rPr>
              <a:t> </a:t>
            </a:r>
            <a:r>
              <a:rPr lang="en-US" sz="1800" b="0" i="1" u="none" strike="noStrike" cap="none" dirty="0" err="1">
                <a:solidFill>
                  <a:srgbClr val="334155"/>
                </a:solidFill>
                <a:latin typeface="Lato"/>
                <a:ea typeface="Lato"/>
                <a:cs typeface="Lato"/>
                <a:sym typeface="Lato"/>
              </a:rPr>
              <a:t>ingresar</a:t>
            </a:r>
            <a:r>
              <a:rPr lang="en-US" sz="1800" b="0" i="1" u="none" strike="noStrike" cap="none" dirty="0">
                <a:solidFill>
                  <a:srgbClr val="334155"/>
                </a:solidFill>
                <a:latin typeface="Lato"/>
                <a:ea typeface="Lato"/>
                <a:cs typeface="Lato"/>
                <a:sym typeface="Lato"/>
              </a:rPr>
              <a:t> a la </a:t>
            </a:r>
            <a:r>
              <a:rPr lang="en-US" sz="1800" b="0" i="1" u="none" strike="noStrike" cap="none" dirty="0" err="1">
                <a:solidFill>
                  <a:srgbClr val="334155"/>
                </a:solidFill>
                <a:latin typeface="Lato"/>
                <a:ea typeface="Lato"/>
                <a:cs typeface="Lato"/>
                <a:sym typeface="Lato"/>
              </a:rPr>
              <a:t>universidad</a:t>
            </a:r>
            <a:r>
              <a:rPr lang="en-US" sz="1800" b="0" i="1" u="none" strike="noStrike" cap="none" dirty="0">
                <a:solidFill>
                  <a:srgbClr val="334155"/>
                </a:solidFill>
                <a:latin typeface="Lato"/>
                <a:ea typeface="Lato"/>
                <a:cs typeface="Lato"/>
                <a:sym typeface="Lato"/>
              </a:rPr>
              <a:t>."</a:t>
            </a:r>
            <a:endParaRPr dirty="0"/>
          </a:p>
        </p:txBody>
      </p:sp>
      <p:sp>
        <p:nvSpPr>
          <p:cNvPr id="280" name="Google Shape;280;p22"/>
          <p:cNvSpPr/>
          <p:nvPr/>
        </p:nvSpPr>
        <p:spPr>
          <a:xfrm>
            <a:off x="1152525" y="3548211"/>
            <a:ext cx="38100" cy="2384524"/>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1" name="Google Shape;281;p22"/>
          <p:cNvSpPr txBox="1"/>
          <p:nvPr/>
        </p:nvSpPr>
        <p:spPr>
          <a:xfrm>
            <a:off x="6734175" y="1963489"/>
            <a:ext cx="4510563"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1E293B"/>
                </a:solidFill>
                <a:latin typeface="Poppins SemiBold"/>
                <a:ea typeface="Poppins SemiBold"/>
                <a:cs typeface="Poppins SemiBold"/>
                <a:sym typeface="Poppins SemiBold"/>
              </a:rPr>
              <a:t>Tareas a realizar:</a:t>
            </a:r>
            <a:endParaRPr/>
          </a:p>
        </p:txBody>
      </p:sp>
      <p:sp>
        <p:nvSpPr>
          <p:cNvPr id="282" name="Google Shape;282;p22"/>
          <p:cNvSpPr txBox="1"/>
          <p:nvPr/>
        </p:nvSpPr>
        <p:spPr>
          <a:xfrm>
            <a:off x="6972300" y="2744539"/>
            <a:ext cx="405765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Definir las proposiciones</a:t>
            </a:r>
            <a:endParaRPr/>
          </a:p>
        </p:txBody>
      </p:sp>
      <p:sp>
        <p:nvSpPr>
          <p:cNvPr id="283" name="Google Shape;283;p22"/>
          <p:cNvSpPr txBox="1"/>
          <p:nvPr/>
        </p:nvSpPr>
        <p:spPr>
          <a:xfrm>
            <a:off x="6972300" y="3222575"/>
            <a:ext cx="405765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Expresar el argumento en forma lógica</a:t>
            </a:r>
            <a:endParaRPr/>
          </a:p>
        </p:txBody>
      </p:sp>
      <p:sp>
        <p:nvSpPr>
          <p:cNvPr id="284" name="Google Shape;284;p22"/>
          <p:cNvSpPr txBox="1"/>
          <p:nvPr/>
        </p:nvSpPr>
        <p:spPr>
          <a:xfrm>
            <a:off x="6972300" y="3700611"/>
            <a:ext cx="4057650"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Identificar la regla de inferencia utilizada</a:t>
            </a:r>
            <a:endParaRPr/>
          </a:p>
        </p:txBody>
      </p:sp>
      <p:sp>
        <p:nvSpPr>
          <p:cNvPr id="285" name="Google Shape;285;p22"/>
          <p:cNvSpPr txBox="1"/>
          <p:nvPr/>
        </p:nvSpPr>
        <p:spPr>
          <a:xfrm>
            <a:off x="6734175" y="2687389"/>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86" name="Google Shape;286;p22"/>
          <p:cNvSpPr txBox="1"/>
          <p:nvPr/>
        </p:nvSpPr>
        <p:spPr>
          <a:xfrm>
            <a:off x="6734175" y="3165425"/>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87" name="Google Shape;287;p22"/>
          <p:cNvSpPr txBox="1"/>
          <p:nvPr/>
        </p:nvSpPr>
        <p:spPr>
          <a:xfrm>
            <a:off x="6734175" y="3643461"/>
            <a:ext cx="1619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50" b="0" i="0" u="none" strike="noStrike" cap="none">
                <a:solidFill>
                  <a:srgbClr val="2563EB"/>
                </a:solidFill>
                <a:latin typeface="Lato"/>
                <a:ea typeface="Lato"/>
                <a:cs typeface="Lato"/>
                <a:sym typeface="Lato"/>
              </a:rPr>
              <a:t>•</a:t>
            </a:r>
            <a:endParaRPr/>
          </a:p>
        </p:txBody>
      </p:sp>
      <p:sp>
        <p:nvSpPr>
          <p:cNvPr id="288" name="Google Shape;288;p22"/>
          <p:cNvSpPr txBox="1"/>
          <p:nvPr/>
        </p:nvSpPr>
        <p:spPr>
          <a:xfrm>
            <a:off x="762000" y="567102"/>
            <a:ext cx="11201400" cy="48474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150" b="0" i="0" u="none" strike="noStrike" cap="none" dirty="0" err="1">
                <a:solidFill>
                  <a:srgbClr val="1E293B"/>
                </a:solidFill>
                <a:latin typeface="Poppins SemiBold"/>
                <a:ea typeface="Poppins SemiBold"/>
                <a:cs typeface="Poppins SemiBold"/>
                <a:sym typeface="Poppins SemiBold"/>
              </a:rPr>
              <a:t>Ejercicio</a:t>
            </a:r>
            <a:r>
              <a:rPr lang="en-US" sz="3150" b="0" i="0" u="none" strike="noStrike" cap="none" dirty="0">
                <a:solidFill>
                  <a:srgbClr val="1E293B"/>
                </a:solidFill>
                <a:latin typeface="Poppins SemiBold"/>
                <a:ea typeface="Poppins SemiBold"/>
                <a:cs typeface="Poppins SemiBold"/>
                <a:sym typeface="Poppins SemiBold"/>
              </a:rPr>
              <a:t> 1: </a:t>
            </a:r>
            <a:r>
              <a:rPr lang="en-US" sz="3150" b="0" i="0" u="none" strike="noStrike" cap="none" dirty="0" err="1">
                <a:solidFill>
                  <a:srgbClr val="1E293B"/>
                </a:solidFill>
                <a:latin typeface="Poppins SemiBold"/>
                <a:ea typeface="Poppins SemiBold"/>
                <a:cs typeface="Poppins SemiBold"/>
                <a:sym typeface="Poppins SemiBold"/>
              </a:rPr>
              <a:t>Identificación</a:t>
            </a:r>
            <a:endParaRPr dirty="0"/>
          </a:p>
        </p:txBody>
      </p:sp>
      <p:sp>
        <p:nvSpPr>
          <p:cNvPr id="289" name="Google Shape;289;p22"/>
          <p:cNvSpPr/>
          <p:nvPr/>
        </p:nvSpPr>
        <p:spPr>
          <a:xfrm>
            <a:off x="762000" y="1163389"/>
            <a:ext cx="10668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pic>
        <p:nvPicPr>
          <p:cNvPr id="294" name="Google Shape;294;p23" descr="image.png"/>
          <p:cNvPicPr preferRelativeResize="0"/>
          <p:nvPr/>
        </p:nvPicPr>
        <p:blipFill rotWithShape="1">
          <a:blip r:embed="rId3">
            <a:alphaModFix/>
          </a:blip>
          <a:srcRect/>
          <a:stretch/>
        </p:blipFill>
        <p:spPr>
          <a:xfrm>
            <a:off x="762000" y="1654968"/>
            <a:ext cx="5095875" cy="4767262"/>
          </a:xfrm>
          <a:prstGeom prst="rect">
            <a:avLst/>
          </a:prstGeom>
          <a:noFill/>
          <a:ln>
            <a:noFill/>
          </a:ln>
        </p:spPr>
      </p:pic>
      <p:pic>
        <p:nvPicPr>
          <p:cNvPr id="295" name="Google Shape;295;p23" descr="image.png"/>
          <p:cNvPicPr preferRelativeResize="0"/>
          <p:nvPr/>
        </p:nvPicPr>
        <p:blipFill rotWithShape="1">
          <a:blip r:embed="rId4">
            <a:alphaModFix/>
          </a:blip>
          <a:srcRect/>
          <a:stretch/>
        </p:blipFill>
        <p:spPr>
          <a:xfrm>
            <a:off x="6334125" y="1654968"/>
            <a:ext cx="5095875" cy="4767262"/>
          </a:xfrm>
          <a:prstGeom prst="rect">
            <a:avLst/>
          </a:prstGeom>
          <a:noFill/>
          <a:ln>
            <a:noFill/>
          </a:ln>
        </p:spPr>
      </p:pic>
      <p:sp>
        <p:nvSpPr>
          <p:cNvPr id="296" name="Google Shape;296;p23"/>
          <p:cNvSpPr/>
          <p:nvPr/>
        </p:nvSpPr>
        <p:spPr>
          <a:xfrm>
            <a:off x="0" y="0"/>
            <a:ext cx="12192000" cy="7620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7" name="Google Shape;297;p23"/>
          <p:cNvSpPr txBox="1"/>
          <p:nvPr/>
        </p:nvSpPr>
        <p:spPr>
          <a:xfrm>
            <a:off x="1152525" y="2045493"/>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2563EB"/>
                </a:solidFill>
                <a:latin typeface="Poppins SemiBold"/>
                <a:ea typeface="Poppins SemiBold"/>
                <a:cs typeface="Poppins SemiBold"/>
                <a:sym typeface="Poppins SemiBold"/>
              </a:rPr>
              <a:t>Enunciado / Hipótesis</a:t>
            </a:r>
            <a:endParaRPr/>
          </a:p>
        </p:txBody>
      </p:sp>
      <p:sp>
        <p:nvSpPr>
          <p:cNvPr id="298" name="Google Shape;298;p23"/>
          <p:cNvSpPr txBox="1"/>
          <p:nvPr/>
        </p:nvSpPr>
        <p:spPr>
          <a:xfrm>
            <a:off x="1152525" y="2636043"/>
            <a:ext cx="4314825"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Se nos dan las siguientes hipótesis:</a:t>
            </a:r>
            <a:endParaRPr/>
          </a:p>
        </p:txBody>
      </p:sp>
      <p:sp>
        <p:nvSpPr>
          <p:cNvPr id="299" name="Google Shape;299;p23"/>
          <p:cNvSpPr txBox="1"/>
          <p:nvPr/>
        </p:nvSpPr>
        <p:spPr>
          <a:xfrm>
            <a:off x="6724650" y="2045493"/>
            <a:ext cx="4530566"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0" i="0" u="none" strike="noStrike" cap="none">
                <a:solidFill>
                  <a:srgbClr val="166534"/>
                </a:solidFill>
                <a:latin typeface="Poppins SemiBold"/>
                <a:ea typeface="Poppins SemiBold"/>
                <a:cs typeface="Poppins SemiBold"/>
                <a:sym typeface="Poppins SemiBold"/>
              </a:rPr>
              <a:t>Meta de la Demostración</a:t>
            </a:r>
            <a:endParaRPr/>
          </a:p>
        </p:txBody>
      </p:sp>
      <p:sp>
        <p:nvSpPr>
          <p:cNvPr id="300" name="Google Shape;300;p23"/>
          <p:cNvSpPr txBox="1"/>
          <p:nvPr/>
        </p:nvSpPr>
        <p:spPr>
          <a:xfrm>
            <a:off x="6724650" y="2826543"/>
            <a:ext cx="431482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A partir de estas premisas, se debe demostrar la siguiente conclusión:</a:t>
            </a:r>
            <a:endParaRPr/>
          </a:p>
        </p:txBody>
      </p:sp>
      <p:sp>
        <p:nvSpPr>
          <p:cNvPr id="301" name="Google Shape;301;p23"/>
          <p:cNvSpPr txBox="1"/>
          <p:nvPr/>
        </p:nvSpPr>
        <p:spPr>
          <a:xfrm>
            <a:off x="6867525" y="4020740"/>
            <a:ext cx="4029075" cy="85338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1" i="1" u="none" strike="noStrike" cap="none">
                <a:solidFill>
                  <a:srgbClr val="15803D"/>
                </a:solidFill>
                <a:latin typeface="Lato"/>
                <a:ea typeface="Lato"/>
                <a:cs typeface="Lato"/>
                <a:sym typeface="Lato"/>
              </a:rPr>
              <a:t>"Estaremos en casa para la puesta de sol."</a:t>
            </a:r>
            <a:endParaRPr/>
          </a:p>
        </p:txBody>
      </p:sp>
      <p:sp>
        <p:nvSpPr>
          <p:cNvPr id="302" name="Google Shape;302;p23"/>
          <p:cNvSpPr txBox="1"/>
          <p:nvPr/>
        </p:nvSpPr>
        <p:spPr>
          <a:xfrm>
            <a:off x="1343025" y="3114079"/>
            <a:ext cx="412432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1. "Esta tarde no hace sol y hace más frío que ayer."</a:t>
            </a:r>
            <a:endParaRPr/>
          </a:p>
        </p:txBody>
      </p:sp>
      <p:sp>
        <p:nvSpPr>
          <p:cNvPr id="303" name="Google Shape;303;p23"/>
          <p:cNvSpPr txBox="1"/>
          <p:nvPr/>
        </p:nvSpPr>
        <p:spPr>
          <a:xfrm>
            <a:off x="1343025" y="3927276"/>
            <a:ext cx="4124325" cy="335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2. "Iremos a nadar solo si hace sol."</a:t>
            </a:r>
            <a:endParaRPr/>
          </a:p>
        </p:txBody>
      </p:sp>
      <p:sp>
        <p:nvSpPr>
          <p:cNvPr id="304" name="Google Shape;304;p23"/>
          <p:cNvSpPr txBox="1"/>
          <p:nvPr/>
        </p:nvSpPr>
        <p:spPr>
          <a:xfrm>
            <a:off x="1343025" y="4405312"/>
            <a:ext cx="412432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3. "Si no vamos a nadar, daremos un paseo en canoa."</a:t>
            </a:r>
            <a:endParaRPr/>
          </a:p>
        </p:txBody>
      </p:sp>
      <p:sp>
        <p:nvSpPr>
          <p:cNvPr id="305" name="Google Shape;305;p23"/>
          <p:cNvSpPr txBox="1"/>
          <p:nvPr/>
        </p:nvSpPr>
        <p:spPr>
          <a:xfrm>
            <a:off x="1343025" y="5218509"/>
            <a:ext cx="412432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334155"/>
                </a:solidFill>
                <a:latin typeface="Lato"/>
                <a:ea typeface="Lato"/>
                <a:cs typeface="Lato"/>
                <a:sym typeface="Lato"/>
              </a:rPr>
              <a:t>4. "Si damos un paseo en canoa, estaremos en casa para la puesta de sol."</a:t>
            </a:r>
            <a:endParaRPr/>
          </a:p>
        </p:txBody>
      </p:sp>
      <p:sp>
        <p:nvSpPr>
          <p:cNvPr id="310" name="Google Shape;310;p23"/>
          <p:cNvSpPr txBox="1"/>
          <p:nvPr/>
        </p:nvSpPr>
        <p:spPr>
          <a:xfrm>
            <a:off x="1423987" y="686530"/>
            <a:ext cx="11201400" cy="48474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150" b="0" i="0" u="none" strike="noStrike" cap="none" dirty="0" err="1">
                <a:solidFill>
                  <a:srgbClr val="1E293B"/>
                </a:solidFill>
                <a:latin typeface="Poppins SemiBold"/>
                <a:ea typeface="Poppins SemiBold"/>
                <a:cs typeface="Poppins SemiBold"/>
                <a:sym typeface="Poppins SemiBold"/>
              </a:rPr>
              <a:t>Ejercicio</a:t>
            </a:r>
            <a:r>
              <a:rPr lang="en-US" sz="3150" b="0" i="0" u="none" strike="noStrike" cap="none" dirty="0">
                <a:solidFill>
                  <a:srgbClr val="1E293B"/>
                </a:solidFill>
                <a:latin typeface="Poppins SemiBold"/>
                <a:ea typeface="Poppins SemiBold"/>
                <a:cs typeface="Poppins SemiBold"/>
                <a:sym typeface="Poppins SemiBold"/>
              </a:rPr>
              <a:t> 2: </a:t>
            </a:r>
            <a:r>
              <a:rPr lang="en-US" sz="3150" b="0" i="0" u="none" strike="noStrike" cap="none" dirty="0" err="1">
                <a:solidFill>
                  <a:srgbClr val="1E293B"/>
                </a:solidFill>
                <a:latin typeface="Poppins SemiBold"/>
                <a:ea typeface="Poppins SemiBold"/>
                <a:cs typeface="Poppins SemiBold"/>
                <a:sym typeface="Poppins SemiBold"/>
              </a:rPr>
              <a:t>Demostración</a:t>
            </a:r>
            <a:r>
              <a:rPr lang="en-US" sz="3150" b="0" i="0" u="none" strike="noStrike" cap="none" dirty="0">
                <a:solidFill>
                  <a:srgbClr val="1E293B"/>
                </a:solidFill>
                <a:latin typeface="Poppins SemiBold"/>
                <a:ea typeface="Poppins SemiBold"/>
                <a:cs typeface="Poppins SemiBold"/>
                <a:sym typeface="Poppins SemiBold"/>
              </a:rPr>
              <a:t> </a:t>
            </a:r>
            <a:r>
              <a:rPr lang="en-US" sz="3150" b="0" i="0" u="none" strike="noStrike" cap="none" dirty="0" err="1">
                <a:solidFill>
                  <a:srgbClr val="1E293B"/>
                </a:solidFill>
                <a:latin typeface="Poppins SemiBold"/>
                <a:ea typeface="Poppins SemiBold"/>
                <a:cs typeface="Poppins SemiBold"/>
                <a:sym typeface="Poppins SemiBold"/>
              </a:rPr>
              <a:t>Lógica</a:t>
            </a:r>
            <a:endParaRPr dirty="0"/>
          </a:p>
        </p:txBody>
      </p:sp>
      <p:sp>
        <p:nvSpPr>
          <p:cNvPr id="311" name="Google Shape;311;p23"/>
          <p:cNvSpPr/>
          <p:nvPr/>
        </p:nvSpPr>
        <p:spPr>
          <a:xfrm>
            <a:off x="762000" y="1254918"/>
            <a:ext cx="10668000" cy="190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pic>
        <p:nvPicPr>
          <p:cNvPr id="115" name="Google Shape;115;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6" name="Google Shape;116;p15" descr="image.png"/>
          <p:cNvPicPr preferRelativeResize="0"/>
          <p:nvPr/>
        </p:nvPicPr>
        <p:blipFill rotWithShape="1">
          <a:blip r:embed="rId4">
            <a:alphaModFix/>
          </a:blip>
          <a:srcRect/>
          <a:stretch/>
        </p:blipFill>
        <p:spPr>
          <a:xfrm>
            <a:off x="571500" y="1675291"/>
            <a:ext cx="5286375" cy="4942879"/>
          </a:xfrm>
          <a:prstGeom prst="rect">
            <a:avLst/>
          </a:prstGeom>
          <a:noFill/>
          <a:ln>
            <a:noFill/>
          </a:ln>
        </p:spPr>
      </p:pic>
      <p:pic>
        <p:nvPicPr>
          <p:cNvPr id="117" name="Google Shape;117;p15" descr="image.png"/>
          <p:cNvPicPr preferRelativeResize="0"/>
          <p:nvPr/>
        </p:nvPicPr>
        <p:blipFill rotWithShape="1">
          <a:blip r:embed="rId5">
            <a:alphaModFix/>
          </a:blip>
          <a:srcRect/>
          <a:stretch/>
        </p:blipFill>
        <p:spPr>
          <a:xfrm>
            <a:off x="6334125" y="1675291"/>
            <a:ext cx="5286375" cy="4942879"/>
          </a:xfrm>
          <a:prstGeom prst="rect">
            <a:avLst/>
          </a:prstGeom>
          <a:noFill/>
          <a:ln>
            <a:noFill/>
          </a:ln>
        </p:spPr>
      </p:pic>
      <p:pic>
        <p:nvPicPr>
          <p:cNvPr id="118" name="Google Shape;118;p15" descr="image.png"/>
          <p:cNvPicPr preferRelativeResize="0"/>
          <p:nvPr/>
        </p:nvPicPr>
        <p:blipFill rotWithShape="1">
          <a:blip r:embed="rId6">
            <a:alphaModFix/>
          </a:blip>
          <a:srcRect/>
          <a:stretch/>
        </p:blipFill>
        <p:spPr>
          <a:xfrm>
            <a:off x="962025" y="3888662"/>
            <a:ext cx="4505325" cy="2338982"/>
          </a:xfrm>
          <a:prstGeom prst="rect">
            <a:avLst/>
          </a:prstGeom>
          <a:noFill/>
          <a:ln>
            <a:noFill/>
          </a:ln>
        </p:spPr>
      </p:pic>
      <p:pic>
        <p:nvPicPr>
          <p:cNvPr id="119" name="Google Shape;119;p15" descr="image.png"/>
          <p:cNvPicPr preferRelativeResize="0"/>
          <p:nvPr/>
        </p:nvPicPr>
        <p:blipFill rotWithShape="1">
          <a:blip r:embed="rId7">
            <a:alphaModFix/>
          </a:blip>
          <a:srcRect/>
          <a:stretch/>
        </p:blipFill>
        <p:spPr>
          <a:xfrm>
            <a:off x="6724650" y="3660062"/>
            <a:ext cx="4505325" cy="2567582"/>
          </a:xfrm>
          <a:prstGeom prst="rect">
            <a:avLst/>
          </a:prstGeom>
          <a:noFill/>
          <a:ln>
            <a:noFill/>
          </a:ln>
        </p:spPr>
      </p:pic>
      <p:sp>
        <p:nvSpPr>
          <p:cNvPr id="120" name="Google Shape;120;p15"/>
          <p:cNvSpPr txBox="1"/>
          <p:nvPr/>
        </p:nvSpPr>
        <p:spPr>
          <a:xfrm>
            <a:off x="571500" y="1027591"/>
            <a:ext cx="11049000"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1" i="0" u="none" strike="noStrike" cap="none">
                <a:solidFill>
                  <a:srgbClr val="475569"/>
                </a:solidFill>
                <a:latin typeface="Lato"/>
                <a:ea typeface="Lato"/>
                <a:cs typeface="Lato"/>
                <a:sym typeface="Lato"/>
              </a:rPr>
              <a:t>Las Falacias Lógicas son errores en el razonamiento que parecen válidos pero en realidad no lo son.</a:t>
            </a:r>
            <a:endParaRPr/>
          </a:p>
        </p:txBody>
      </p:sp>
      <p:sp>
        <p:nvSpPr>
          <p:cNvPr id="121" name="Google Shape;121;p15"/>
          <p:cNvSpPr txBox="1"/>
          <p:nvPr/>
        </p:nvSpPr>
        <p:spPr>
          <a:xfrm>
            <a:off x="962025" y="2113441"/>
            <a:ext cx="4730591" cy="742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DC2626"/>
                </a:solidFill>
                <a:latin typeface="Poppins"/>
                <a:ea typeface="Poppins"/>
                <a:cs typeface="Poppins"/>
                <a:sym typeface="Poppins"/>
              </a:rPr>
              <a:t>Falacia de la Afirmación del Consecuente</a:t>
            </a:r>
            <a:endParaRPr/>
          </a:p>
        </p:txBody>
      </p:sp>
      <p:sp>
        <p:nvSpPr>
          <p:cNvPr id="122" name="Google Shape;122;p15"/>
          <p:cNvSpPr txBox="1"/>
          <p:nvPr/>
        </p:nvSpPr>
        <p:spPr>
          <a:xfrm>
            <a:off x="962025" y="2951641"/>
            <a:ext cx="4505325" cy="517921"/>
          </a:xfrm>
          <a:prstGeom prst="rect">
            <a:avLst/>
          </a:prstGeom>
          <a:noFill/>
          <a:ln>
            <a:noFill/>
          </a:ln>
        </p:spPr>
        <p:txBody>
          <a:bodyPr spcFirstLastPara="1" wrap="square" lIns="0" tIns="0" rIns="0" bIns="0" anchor="t" anchorCtr="0">
            <a:spAutoFit/>
          </a:bodyPr>
          <a:lstStyle/>
          <a:p>
            <a:pPr marL="0" marR="0" lvl="0" indent="0" algn="l" rtl="0">
              <a:lnSpc>
                <a:spcPct val="159921"/>
              </a:lnSpc>
              <a:spcBef>
                <a:spcPts val="0"/>
              </a:spcBef>
              <a:spcAft>
                <a:spcPts val="0"/>
              </a:spcAft>
              <a:buNone/>
            </a:pPr>
            <a:r>
              <a:rPr lang="en-US" sz="1275" b="0" i="0" u="none" strike="noStrike" cap="none">
                <a:solidFill>
                  <a:srgbClr val="334155"/>
                </a:solidFill>
                <a:latin typeface="Lato"/>
                <a:ea typeface="Lato"/>
                <a:cs typeface="Lato"/>
                <a:sym typeface="Lato"/>
              </a:rPr>
              <a:t>Asumir que si la implicación es verdadera y el </a:t>
            </a:r>
            <a:r>
              <a:rPr lang="en-US" sz="1275" b="1" i="0" u="none" strike="noStrike" cap="none">
                <a:solidFill>
                  <a:srgbClr val="334155"/>
                </a:solidFill>
                <a:latin typeface="Lato"/>
                <a:ea typeface="Lato"/>
                <a:cs typeface="Lato"/>
                <a:sym typeface="Lato"/>
              </a:rPr>
              <a:t>consecuente</a:t>
            </a:r>
            <a:r>
              <a:rPr lang="en-US" sz="1275" b="0" i="0" u="none" strike="noStrike" cap="none">
                <a:solidFill>
                  <a:srgbClr val="334155"/>
                </a:solidFill>
                <a:latin typeface="Lato"/>
                <a:ea typeface="Lato"/>
                <a:cs typeface="Lato"/>
                <a:sym typeface="Lato"/>
              </a:rPr>
              <a:t> es verdadero, entonces el antecedente también debe serlo.</a:t>
            </a:r>
            <a:endParaRPr/>
          </a:p>
        </p:txBody>
      </p:sp>
      <p:sp>
        <p:nvSpPr>
          <p:cNvPr id="123" name="Google Shape;123;p15"/>
          <p:cNvSpPr txBox="1"/>
          <p:nvPr/>
        </p:nvSpPr>
        <p:spPr>
          <a:xfrm>
            <a:off x="6724650" y="2113441"/>
            <a:ext cx="4730591" cy="742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DC2626"/>
                </a:solidFill>
                <a:latin typeface="Poppins"/>
                <a:ea typeface="Poppins"/>
                <a:cs typeface="Poppins"/>
                <a:sym typeface="Poppins"/>
              </a:rPr>
              <a:t>Falacia de la Negación del Antecedente</a:t>
            </a:r>
            <a:endParaRPr/>
          </a:p>
        </p:txBody>
      </p:sp>
      <p:sp>
        <p:nvSpPr>
          <p:cNvPr id="124" name="Google Shape;124;p15"/>
          <p:cNvSpPr txBox="1"/>
          <p:nvPr/>
        </p:nvSpPr>
        <p:spPr>
          <a:xfrm>
            <a:off x="6724650" y="2951641"/>
            <a:ext cx="4505325" cy="517921"/>
          </a:xfrm>
          <a:prstGeom prst="rect">
            <a:avLst/>
          </a:prstGeom>
          <a:noFill/>
          <a:ln>
            <a:noFill/>
          </a:ln>
        </p:spPr>
        <p:txBody>
          <a:bodyPr spcFirstLastPara="1" wrap="square" lIns="0" tIns="0" rIns="0" bIns="0" anchor="t" anchorCtr="0">
            <a:spAutoFit/>
          </a:bodyPr>
          <a:lstStyle/>
          <a:p>
            <a:pPr marL="0" marR="0" lvl="0" indent="0" algn="l" rtl="0">
              <a:lnSpc>
                <a:spcPct val="159921"/>
              </a:lnSpc>
              <a:spcBef>
                <a:spcPts val="0"/>
              </a:spcBef>
              <a:spcAft>
                <a:spcPts val="0"/>
              </a:spcAft>
              <a:buNone/>
            </a:pPr>
            <a:r>
              <a:rPr lang="en-US" sz="1275" b="0" i="0" u="none" strike="noStrike" cap="none">
                <a:solidFill>
                  <a:srgbClr val="334155"/>
                </a:solidFill>
                <a:latin typeface="Lato"/>
                <a:ea typeface="Lato"/>
                <a:cs typeface="Lato"/>
                <a:sym typeface="Lato"/>
              </a:rPr>
              <a:t>Asumir que si la implicación es verdadera y el </a:t>
            </a:r>
            <a:r>
              <a:rPr lang="en-US" sz="1275" b="1" i="0" u="none" strike="noStrike" cap="none">
                <a:solidFill>
                  <a:srgbClr val="334155"/>
                </a:solidFill>
                <a:latin typeface="Lato"/>
                <a:ea typeface="Lato"/>
                <a:cs typeface="Lato"/>
                <a:sym typeface="Lato"/>
              </a:rPr>
              <a:t>antecedente</a:t>
            </a:r>
            <a:r>
              <a:rPr lang="en-US" sz="1275" b="0" i="0" u="none" strike="noStrike" cap="none">
                <a:solidFill>
                  <a:srgbClr val="334155"/>
                </a:solidFill>
                <a:latin typeface="Lato"/>
                <a:ea typeface="Lato"/>
                <a:cs typeface="Lato"/>
                <a:sym typeface="Lato"/>
              </a:rPr>
              <a:t> es falso, entonces el consecuente también debe ser falso.</a:t>
            </a:r>
            <a:endParaRPr/>
          </a:p>
        </p:txBody>
      </p:sp>
      <p:sp>
        <p:nvSpPr>
          <p:cNvPr id="125" name="Google Shape;125;p15"/>
          <p:cNvSpPr txBox="1"/>
          <p:nvPr/>
        </p:nvSpPr>
        <p:spPr>
          <a:xfrm>
            <a:off x="1190625" y="4079162"/>
            <a:ext cx="40862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991B1B"/>
                </a:solidFill>
                <a:latin typeface="Lato"/>
                <a:ea typeface="Lato"/>
                <a:cs typeface="Lato"/>
                <a:sym typeface="Lato"/>
              </a:rPr>
              <a:t>Ejemplo Falso:</a:t>
            </a:r>
            <a:endParaRPr/>
          </a:p>
        </p:txBody>
      </p:sp>
      <p:sp>
        <p:nvSpPr>
          <p:cNvPr id="126" name="Google Shape;126;p15"/>
          <p:cNvSpPr txBox="1"/>
          <p:nvPr/>
        </p:nvSpPr>
        <p:spPr>
          <a:xfrm>
            <a:off x="1190625" y="5328574"/>
            <a:ext cx="40862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B91C1C"/>
                </a:solidFill>
                <a:latin typeface="Lato"/>
                <a:ea typeface="Lato"/>
                <a:cs typeface="Lato"/>
                <a:sym typeface="Lato"/>
              </a:rPr>
              <a:t>Conclusión incorrecta: Entonces, llovió. ❌</a:t>
            </a:r>
            <a:endParaRPr/>
          </a:p>
        </p:txBody>
      </p:sp>
      <p:sp>
        <p:nvSpPr>
          <p:cNvPr id="127" name="Google Shape;127;p15"/>
          <p:cNvSpPr txBox="1"/>
          <p:nvPr/>
        </p:nvSpPr>
        <p:spPr>
          <a:xfrm>
            <a:off x="1190625" y="5665670"/>
            <a:ext cx="4086225"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1" u="none" strike="noStrike" cap="none">
                <a:solidFill>
                  <a:srgbClr val="7F1D1D"/>
                </a:solidFill>
                <a:latin typeface="Lato"/>
                <a:ea typeface="Lato"/>
                <a:cs typeface="Lato"/>
                <a:sym typeface="Lato"/>
              </a:rPr>
              <a:t>(El suelo pudo mojarse por otra razón, como una tubería rota).</a:t>
            </a:r>
            <a:endParaRPr/>
          </a:p>
        </p:txBody>
      </p:sp>
      <p:sp>
        <p:nvSpPr>
          <p:cNvPr id="128" name="Google Shape;128;p15"/>
          <p:cNvSpPr txBox="1"/>
          <p:nvPr/>
        </p:nvSpPr>
        <p:spPr>
          <a:xfrm>
            <a:off x="6953250" y="3850562"/>
            <a:ext cx="40862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991B1B"/>
                </a:solidFill>
                <a:latin typeface="Lato"/>
                <a:ea typeface="Lato"/>
                <a:cs typeface="Lato"/>
                <a:sym typeface="Lato"/>
              </a:rPr>
              <a:t>Ejemplo Falso:</a:t>
            </a:r>
            <a:endParaRPr/>
          </a:p>
        </p:txBody>
      </p:sp>
      <p:sp>
        <p:nvSpPr>
          <p:cNvPr id="129" name="Google Shape;129;p15"/>
          <p:cNvSpPr txBox="1"/>
          <p:nvPr/>
        </p:nvSpPr>
        <p:spPr>
          <a:xfrm>
            <a:off x="6953250" y="5099974"/>
            <a:ext cx="40862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B91C1C"/>
                </a:solidFill>
                <a:latin typeface="Lato"/>
                <a:ea typeface="Lato"/>
                <a:cs typeface="Lato"/>
                <a:sym typeface="Lato"/>
              </a:rPr>
              <a:t>Conclusión incorrecta: No aprobé. ❌</a:t>
            </a:r>
            <a:endParaRPr/>
          </a:p>
        </p:txBody>
      </p:sp>
      <p:sp>
        <p:nvSpPr>
          <p:cNvPr id="130" name="Google Shape;130;p15"/>
          <p:cNvSpPr txBox="1"/>
          <p:nvPr/>
        </p:nvSpPr>
        <p:spPr>
          <a:xfrm>
            <a:off x="6953250" y="5437070"/>
            <a:ext cx="4086225"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1" u="none" strike="noStrike" cap="none">
                <a:solidFill>
                  <a:srgbClr val="7F1D1D"/>
                </a:solidFill>
                <a:latin typeface="Lato"/>
                <a:ea typeface="Lato"/>
                <a:cs typeface="Lato"/>
                <a:sym typeface="Lato"/>
              </a:rPr>
              <a:t>(Aún sin estudiar, podría haber aprobado por conocimientos previos).</a:t>
            </a:r>
            <a:endParaRPr/>
          </a:p>
        </p:txBody>
      </p:sp>
      <p:sp>
        <p:nvSpPr>
          <p:cNvPr id="131" name="Google Shape;131;p15"/>
          <p:cNvSpPr txBox="1"/>
          <p:nvPr/>
        </p:nvSpPr>
        <p:spPr>
          <a:xfrm>
            <a:off x="1276350" y="4465788"/>
            <a:ext cx="104775"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334155"/>
                </a:solidFill>
                <a:latin typeface="Lato"/>
                <a:ea typeface="Lato"/>
                <a:cs typeface="Lato"/>
                <a:sym typeface="Lato"/>
              </a:rPr>
              <a:t>•</a:t>
            </a:r>
            <a:endParaRPr/>
          </a:p>
        </p:txBody>
      </p:sp>
      <p:sp>
        <p:nvSpPr>
          <p:cNvPr id="132" name="Google Shape;132;p15"/>
          <p:cNvSpPr txBox="1"/>
          <p:nvPr/>
        </p:nvSpPr>
        <p:spPr>
          <a:xfrm>
            <a:off x="1381125" y="4463883"/>
            <a:ext cx="3895725" cy="289470"/>
          </a:xfrm>
          <a:prstGeom prst="rect">
            <a:avLst/>
          </a:prstGeom>
          <a:noFill/>
          <a:ln>
            <a:noFill/>
          </a:ln>
        </p:spPr>
        <p:txBody>
          <a:bodyPr spcFirstLastPara="1" wrap="square" lIns="104775"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Lato"/>
                <a:ea typeface="Lato"/>
                <a:cs typeface="Lato"/>
                <a:sym typeface="Lato"/>
              </a:rPr>
              <a:t>Si llueve, el suelo está mojado.</a:t>
            </a:r>
            <a:endParaRPr/>
          </a:p>
        </p:txBody>
      </p:sp>
      <p:sp>
        <p:nvSpPr>
          <p:cNvPr id="133" name="Google Shape;133;p15"/>
          <p:cNvSpPr txBox="1"/>
          <p:nvPr/>
        </p:nvSpPr>
        <p:spPr>
          <a:xfrm>
            <a:off x="1276350" y="4898134"/>
            <a:ext cx="104775"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334155"/>
                </a:solidFill>
                <a:latin typeface="Lato"/>
                <a:ea typeface="Lato"/>
                <a:cs typeface="Lato"/>
                <a:sym typeface="Lato"/>
              </a:rPr>
              <a:t>•</a:t>
            </a:r>
            <a:endParaRPr/>
          </a:p>
        </p:txBody>
      </p:sp>
      <p:sp>
        <p:nvSpPr>
          <p:cNvPr id="134" name="Google Shape;134;p15"/>
          <p:cNvSpPr txBox="1"/>
          <p:nvPr/>
        </p:nvSpPr>
        <p:spPr>
          <a:xfrm>
            <a:off x="1381125" y="4896229"/>
            <a:ext cx="3895725" cy="289470"/>
          </a:xfrm>
          <a:prstGeom prst="rect">
            <a:avLst/>
          </a:prstGeom>
          <a:noFill/>
          <a:ln>
            <a:noFill/>
          </a:ln>
        </p:spPr>
        <p:txBody>
          <a:bodyPr spcFirstLastPara="1" wrap="square" lIns="104775"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Lato"/>
                <a:ea typeface="Lato"/>
                <a:cs typeface="Lato"/>
                <a:sym typeface="Lato"/>
              </a:rPr>
              <a:t>El suelo está mojado.</a:t>
            </a:r>
            <a:endParaRPr/>
          </a:p>
        </p:txBody>
      </p:sp>
      <p:sp>
        <p:nvSpPr>
          <p:cNvPr id="135" name="Google Shape;135;p15"/>
          <p:cNvSpPr txBox="1"/>
          <p:nvPr/>
        </p:nvSpPr>
        <p:spPr>
          <a:xfrm>
            <a:off x="7038975" y="4237188"/>
            <a:ext cx="104775"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334155"/>
                </a:solidFill>
                <a:latin typeface="Lato"/>
                <a:ea typeface="Lato"/>
                <a:cs typeface="Lato"/>
                <a:sym typeface="Lato"/>
              </a:rPr>
              <a:t>•</a:t>
            </a:r>
            <a:endParaRPr/>
          </a:p>
        </p:txBody>
      </p:sp>
      <p:sp>
        <p:nvSpPr>
          <p:cNvPr id="136" name="Google Shape;136;p15"/>
          <p:cNvSpPr txBox="1"/>
          <p:nvPr/>
        </p:nvSpPr>
        <p:spPr>
          <a:xfrm>
            <a:off x="7143750" y="4235283"/>
            <a:ext cx="3895725" cy="289470"/>
          </a:xfrm>
          <a:prstGeom prst="rect">
            <a:avLst/>
          </a:prstGeom>
          <a:noFill/>
          <a:ln>
            <a:noFill/>
          </a:ln>
        </p:spPr>
        <p:txBody>
          <a:bodyPr spcFirstLastPara="1" wrap="square" lIns="104775"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Lato"/>
                <a:ea typeface="Lato"/>
                <a:cs typeface="Lato"/>
                <a:sym typeface="Lato"/>
              </a:rPr>
              <a:t>Si estudio, apruebo.</a:t>
            </a:r>
            <a:endParaRPr/>
          </a:p>
        </p:txBody>
      </p:sp>
      <p:sp>
        <p:nvSpPr>
          <p:cNvPr id="137" name="Google Shape;137;p15"/>
          <p:cNvSpPr txBox="1"/>
          <p:nvPr/>
        </p:nvSpPr>
        <p:spPr>
          <a:xfrm>
            <a:off x="7038975" y="4669534"/>
            <a:ext cx="104775"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334155"/>
                </a:solidFill>
                <a:latin typeface="Lato"/>
                <a:ea typeface="Lato"/>
                <a:cs typeface="Lato"/>
                <a:sym typeface="Lato"/>
              </a:rPr>
              <a:t>•</a:t>
            </a:r>
            <a:endParaRPr/>
          </a:p>
        </p:txBody>
      </p:sp>
      <p:sp>
        <p:nvSpPr>
          <p:cNvPr id="138" name="Google Shape;138;p15"/>
          <p:cNvSpPr txBox="1"/>
          <p:nvPr/>
        </p:nvSpPr>
        <p:spPr>
          <a:xfrm>
            <a:off x="7143750" y="4667629"/>
            <a:ext cx="3895725" cy="289470"/>
          </a:xfrm>
          <a:prstGeom prst="rect">
            <a:avLst/>
          </a:prstGeom>
          <a:noFill/>
          <a:ln>
            <a:noFill/>
          </a:ln>
        </p:spPr>
        <p:txBody>
          <a:bodyPr spcFirstLastPara="1" wrap="square" lIns="104775"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Lato"/>
                <a:ea typeface="Lato"/>
                <a:cs typeface="Lato"/>
                <a:sym typeface="Lato"/>
              </a:rPr>
              <a:t>No estudié.</a:t>
            </a:r>
            <a:endParaRPr/>
          </a:p>
        </p:txBody>
      </p:sp>
      <p:sp>
        <p:nvSpPr>
          <p:cNvPr id="139" name="Google Shape;139;p15"/>
          <p:cNvSpPr txBox="1"/>
          <p:nvPr/>
        </p:nvSpPr>
        <p:spPr>
          <a:xfrm>
            <a:off x="571500" y="239830"/>
            <a:ext cx="1160145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DC2626"/>
                </a:solidFill>
                <a:latin typeface="Poppins"/>
                <a:ea typeface="Poppins"/>
                <a:cs typeface="Poppins"/>
                <a:sym typeface="Poppins"/>
              </a:rPr>
              <a:t> Antes de </a:t>
            </a:r>
            <a:r>
              <a:rPr lang="en-US" sz="3150" b="1" i="0" u="none" strike="noStrike" cap="none" dirty="0" err="1">
                <a:solidFill>
                  <a:srgbClr val="DC2626"/>
                </a:solidFill>
                <a:latin typeface="Poppins"/>
                <a:ea typeface="Poppins"/>
                <a:cs typeface="Poppins"/>
                <a:sym typeface="Poppins"/>
              </a:rPr>
              <a:t>practicar</a:t>
            </a:r>
            <a:r>
              <a:rPr lang="en-US" sz="3150" b="1" i="0" u="none" strike="noStrike" cap="none" dirty="0">
                <a:solidFill>
                  <a:srgbClr val="DC2626"/>
                </a:solidFill>
                <a:latin typeface="Poppins"/>
                <a:ea typeface="Poppins"/>
                <a:cs typeface="Poppins"/>
                <a:sym typeface="Poppins"/>
              </a:rPr>
              <a:t>: Cuidado con las Trampas</a:t>
            </a:r>
            <a:endParaRPr dirty="0"/>
          </a:p>
        </p:txBody>
      </p:sp>
      <p:sp>
        <p:nvSpPr>
          <p:cNvPr id="140" name="Google Shape;140;p15"/>
          <p:cNvSpPr/>
          <p:nvPr/>
        </p:nvSpPr>
        <p:spPr>
          <a:xfrm>
            <a:off x="571500" y="791252"/>
            <a:ext cx="11049000" cy="28575"/>
          </a:xfrm>
          <a:prstGeom prst="rect">
            <a:avLst/>
          </a:prstGeom>
          <a:solidFill>
            <a:srgbClr val="FC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pic>
        <p:nvPicPr>
          <p:cNvPr id="145" name="Google Shape;145;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6" name="Google Shape;146;p16" descr="image.png"/>
          <p:cNvPicPr preferRelativeResize="0"/>
          <p:nvPr/>
        </p:nvPicPr>
        <p:blipFill rotWithShape="1">
          <a:blip r:embed="rId4">
            <a:alphaModFix/>
          </a:blip>
          <a:srcRect/>
          <a:stretch/>
        </p:blipFill>
        <p:spPr>
          <a:xfrm>
            <a:off x="571500" y="2247900"/>
            <a:ext cx="11049000" cy="1533376"/>
          </a:xfrm>
          <a:prstGeom prst="rect">
            <a:avLst/>
          </a:prstGeom>
          <a:noFill/>
          <a:ln>
            <a:noFill/>
          </a:ln>
        </p:spPr>
      </p:pic>
      <p:pic>
        <p:nvPicPr>
          <p:cNvPr id="147" name="Google Shape;147;p16" descr="image.png"/>
          <p:cNvPicPr preferRelativeResize="0"/>
          <p:nvPr/>
        </p:nvPicPr>
        <p:blipFill rotWithShape="1">
          <a:blip r:embed="rId5">
            <a:alphaModFix/>
          </a:blip>
          <a:srcRect/>
          <a:stretch/>
        </p:blipFill>
        <p:spPr>
          <a:xfrm>
            <a:off x="571500" y="3971776"/>
            <a:ext cx="11049000" cy="1533376"/>
          </a:xfrm>
          <a:prstGeom prst="rect">
            <a:avLst/>
          </a:prstGeom>
          <a:noFill/>
          <a:ln>
            <a:noFill/>
          </a:ln>
        </p:spPr>
      </p:pic>
      <p:sp>
        <p:nvSpPr>
          <p:cNvPr id="148" name="Google Shape;148;p16"/>
          <p:cNvSpPr txBox="1"/>
          <p:nvPr/>
        </p:nvSpPr>
        <p:spPr>
          <a:xfrm>
            <a:off x="571500" y="1600200"/>
            <a:ext cx="11049000"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475569"/>
                </a:solidFill>
                <a:latin typeface="Lato"/>
                <a:ea typeface="Lato"/>
                <a:cs typeface="Lato"/>
                <a:sym typeface="Lato"/>
              </a:rPr>
              <a:t>Identifica la conclusión lógica y la regla de inferencia que has utilizado (o si es una falacia).</a:t>
            </a:r>
            <a:endParaRPr/>
          </a:p>
        </p:txBody>
      </p:sp>
      <p:sp>
        <p:nvSpPr>
          <p:cNvPr id="149" name="Google Shape;149;p16"/>
          <p:cNvSpPr txBox="1"/>
          <p:nvPr/>
        </p:nvSpPr>
        <p:spPr>
          <a:xfrm>
            <a:off x="914400" y="2486025"/>
            <a:ext cx="10420350" cy="6399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75" b="1" i="1" u="none" strike="noStrike" cap="none">
                <a:solidFill>
                  <a:srgbClr val="1E293B"/>
                </a:solidFill>
                <a:latin typeface="Lato"/>
                <a:ea typeface="Lato"/>
                <a:cs typeface="Lato"/>
                <a:sym typeface="Lato"/>
              </a:rPr>
              <a:t>"Si el reactor de la nave alcanza los 1000 grados Celsius, entonces los escudos térmicos se desactivarán automáticamente por seguridad. Los sensores indican que el reactor ha alcanzado los 1000 grados."</a:t>
            </a:r>
            <a:endParaRPr/>
          </a:p>
        </p:txBody>
      </p:sp>
      <p:sp>
        <p:nvSpPr>
          <p:cNvPr id="150" name="Google Shape;150;p16"/>
          <p:cNvSpPr txBox="1"/>
          <p:nvPr/>
        </p:nvSpPr>
        <p:spPr>
          <a:xfrm>
            <a:off x="914400" y="3205088"/>
            <a:ext cx="10420350" cy="274290"/>
          </a:xfrm>
          <a:prstGeom prst="rect">
            <a:avLst/>
          </a:prstGeom>
          <a:noFill/>
          <a:ln>
            <a:noFill/>
          </a:ln>
        </p:spPr>
        <p:txBody>
          <a:bodyPr spcFirstLastPara="1" wrap="square" lIns="26670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475569"/>
                </a:solidFill>
                <a:latin typeface="Lato"/>
                <a:ea typeface="Lato"/>
                <a:cs typeface="Lato"/>
                <a:sym typeface="Lato"/>
              </a:rPr>
              <a:t>¿</a:t>
            </a:r>
            <a:r>
              <a:rPr lang="en-US" sz="1350" b="1" i="0" u="none" strike="noStrike" cap="none" dirty="0" err="1">
                <a:solidFill>
                  <a:srgbClr val="475569"/>
                </a:solidFill>
                <a:latin typeface="Lato"/>
                <a:ea typeface="Lato"/>
                <a:cs typeface="Lato"/>
                <a:sym typeface="Lato"/>
              </a:rPr>
              <a:t>Qué</a:t>
            </a:r>
            <a:r>
              <a:rPr lang="en-US" sz="1350" b="1" i="0" u="none" strike="noStrike" cap="none" dirty="0">
                <a:solidFill>
                  <a:srgbClr val="475569"/>
                </a:solidFill>
                <a:latin typeface="Lato"/>
                <a:ea typeface="Lato"/>
                <a:cs typeface="Lato"/>
                <a:sym typeface="Lato"/>
              </a:rPr>
              <a:t> </a:t>
            </a:r>
            <a:r>
              <a:rPr lang="en-US" sz="1350" b="1" i="0" u="none" strike="noStrike" cap="none" dirty="0" err="1">
                <a:solidFill>
                  <a:srgbClr val="475569"/>
                </a:solidFill>
                <a:latin typeface="Lato"/>
                <a:ea typeface="Lato"/>
                <a:cs typeface="Lato"/>
                <a:sym typeface="Lato"/>
              </a:rPr>
              <a:t>ocurre</a:t>
            </a:r>
            <a:r>
              <a:rPr lang="en-US" sz="1350" b="1" i="0" u="none" strike="noStrike" cap="none" dirty="0">
                <a:solidFill>
                  <a:srgbClr val="475569"/>
                </a:solidFill>
                <a:latin typeface="Lato"/>
                <a:ea typeface="Lato"/>
                <a:cs typeface="Lato"/>
                <a:sym typeface="Lato"/>
              </a:rPr>
              <a:t> con la nave? ¿</a:t>
            </a:r>
            <a:r>
              <a:rPr lang="en-US" sz="1350" b="1" i="0" u="none" strike="noStrike" cap="none" dirty="0" err="1">
                <a:solidFill>
                  <a:srgbClr val="475569"/>
                </a:solidFill>
                <a:latin typeface="Lato"/>
                <a:ea typeface="Lato"/>
                <a:cs typeface="Lato"/>
                <a:sym typeface="Lato"/>
              </a:rPr>
              <a:t>Qué</a:t>
            </a:r>
            <a:r>
              <a:rPr lang="en-US" sz="1350" b="1" i="0" u="none" strike="noStrike" cap="none" dirty="0">
                <a:solidFill>
                  <a:srgbClr val="475569"/>
                </a:solidFill>
                <a:latin typeface="Lato"/>
                <a:ea typeface="Lato"/>
                <a:cs typeface="Lato"/>
                <a:sym typeface="Lato"/>
              </a:rPr>
              <a:t> </a:t>
            </a:r>
            <a:r>
              <a:rPr lang="en-US" sz="1350" b="1" i="0" u="none" strike="noStrike" cap="none" dirty="0" err="1">
                <a:solidFill>
                  <a:srgbClr val="475569"/>
                </a:solidFill>
                <a:latin typeface="Lato"/>
                <a:ea typeface="Lato"/>
                <a:cs typeface="Lato"/>
                <a:sym typeface="Lato"/>
              </a:rPr>
              <a:t>regla</a:t>
            </a:r>
            <a:r>
              <a:rPr lang="en-US" sz="1350" b="1" i="0" u="none" strike="noStrike" cap="none" dirty="0">
                <a:solidFill>
                  <a:srgbClr val="475569"/>
                </a:solidFill>
                <a:latin typeface="Lato"/>
                <a:ea typeface="Lato"/>
                <a:cs typeface="Lato"/>
                <a:sym typeface="Lato"/>
              </a:rPr>
              <a:t> </a:t>
            </a:r>
            <a:r>
              <a:rPr lang="en-US" sz="1350" b="1" i="0" u="none" strike="noStrike" cap="none" dirty="0" err="1">
                <a:solidFill>
                  <a:srgbClr val="475569"/>
                </a:solidFill>
                <a:latin typeface="Lato"/>
                <a:ea typeface="Lato"/>
                <a:cs typeface="Lato"/>
                <a:sym typeface="Lato"/>
              </a:rPr>
              <a:t>usaste</a:t>
            </a:r>
            <a:r>
              <a:rPr lang="en-US" sz="1350" b="1" i="0" u="none" strike="noStrike" cap="none" dirty="0">
                <a:solidFill>
                  <a:srgbClr val="475569"/>
                </a:solidFill>
                <a:latin typeface="Lato"/>
                <a:ea typeface="Lato"/>
                <a:cs typeface="Lato"/>
                <a:sym typeface="Lato"/>
              </a:rPr>
              <a:t>?</a:t>
            </a:r>
            <a:endParaRPr dirty="0"/>
          </a:p>
        </p:txBody>
      </p:sp>
      <p:sp>
        <p:nvSpPr>
          <p:cNvPr id="151" name="Google Shape;151;p16"/>
          <p:cNvSpPr txBox="1"/>
          <p:nvPr/>
        </p:nvSpPr>
        <p:spPr>
          <a:xfrm>
            <a:off x="914400" y="4209901"/>
            <a:ext cx="10420350" cy="6399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75" b="1" i="1" u="none" strike="noStrike" cap="none">
                <a:solidFill>
                  <a:srgbClr val="1E293B"/>
                </a:solidFill>
                <a:latin typeface="Lato"/>
                <a:ea typeface="Lato"/>
                <a:cs typeface="Lato"/>
                <a:sym typeface="Lato"/>
              </a:rPr>
              <a:t>"Si el sospechoso hubiera estado en la escena del crimen, entonces sus huellas digitales estarían en el arma incautada. El análisis del laboratorio forense confirma que las huellas del sospechoso NO están en el arma."</a:t>
            </a:r>
            <a:endParaRPr/>
          </a:p>
        </p:txBody>
      </p:sp>
      <p:sp>
        <p:nvSpPr>
          <p:cNvPr id="152" name="Google Shape;152;p16"/>
          <p:cNvSpPr txBox="1"/>
          <p:nvPr/>
        </p:nvSpPr>
        <p:spPr>
          <a:xfrm>
            <a:off x="885825" y="4912742"/>
            <a:ext cx="10420350" cy="274290"/>
          </a:xfrm>
          <a:prstGeom prst="rect">
            <a:avLst/>
          </a:prstGeom>
          <a:noFill/>
          <a:ln>
            <a:noFill/>
          </a:ln>
        </p:spPr>
        <p:txBody>
          <a:bodyPr spcFirstLastPara="1" wrap="square" lIns="26670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475569"/>
                </a:solidFill>
                <a:latin typeface="Lato"/>
                <a:ea typeface="Lato"/>
                <a:cs typeface="Lato"/>
                <a:sym typeface="Lato"/>
              </a:rPr>
              <a:t>¿</a:t>
            </a:r>
            <a:r>
              <a:rPr lang="en-US" sz="1350" b="1" i="0" u="none" strike="noStrike" cap="none" dirty="0" err="1">
                <a:solidFill>
                  <a:srgbClr val="475569"/>
                </a:solidFill>
                <a:latin typeface="Lato"/>
                <a:ea typeface="Lato"/>
                <a:cs typeface="Lato"/>
                <a:sym typeface="Lato"/>
              </a:rPr>
              <a:t>Qué</a:t>
            </a:r>
            <a:r>
              <a:rPr lang="en-US" sz="1350" b="1" i="0" u="none" strike="noStrike" cap="none" dirty="0">
                <a:solidFill>
                  <a:srgbClr val="475569"/>
                </a:solidFill>
                <a:latin typeface="Lato"/>
                <a:ea typeface="Lato"/>
                <a:cs typeface="Lato"/>
                <a:sym typeface="Lato"/>
              </a:rPr>
              <a:t> </a:t>
            </a:r>
            <a:r>
              <a:rPr lang="en-US" sz="1350" b="1" i="0" u="none" strike="noStrike" cap="none" dirty="0" err="1">
                <a:solidFill>
                  <a:srgbClr val="475569"/>
                </a:solidFill>
                <a:latin typeface="Lato"/>
                <a:ea typeface="Lato"/>
                <a:cs typeface="Lato"/>
                <a:sym typeface="Lato"/>
              </a:rPr>
              <a:t>concluimos</a:t>
            </a:r>
            <a:r>
              <a:rPr lang="en-US" sz="1350" b="1" i="0" u="none" strike="noStrike" cap="none" dirty="0">
                <a:solidFill>
                  <a:srgbClr val="475569"/>
                </a:solidFill>
                <a:latin typeface="Lato"/>
                <a:ea typeface="Lato"/>
                <a:cs typeface="Lato"/>
                <a:sym typeface="Lato"/>
              </a:rPr>
              <a:t> </a:t>
            </a:r>
            <a:r>
              <a:rPr lang="en-US" sz="1350" b="1" i="0" u="none" strike="noStrike" cap="none" dirty="0" err="1">
                <a:solidFill>
                  <a:srgbClr val="475569"/>
                </a:solidFill>
                <a:latin typeface="Lato"/>
                <a:ea typeface="Lato"/>
                <a:cs typeface="Lato"/>
                <a:sym typeface="Lato"/>
              </a:rPr>
              <a:t>sobre</a:t>
            </a:r>
            <a:r>
              <a:rPr lang="en-US" sz="1350" b="1" i="0" u="none" strike="noStrike" cap="none" dirty="0">
                <a:solidFill>
                  <a:srgbClr val="475569"/>
                </a:solidFill>
                <a:latin typeface="Lato"/>
                <a:ea typeface="Lato"/>
                <a:cs typeface="Lato"/>
                <a:sym typeface="Lato"/>
              </a:rPr>
              <a:t> </a:t>
            </a:r>
            <a:r>
              <a:rPr lang="en-US" sz="1350" b="1" i="0" u="none" strike="noStrike" cap="none" dirty="0" err="1">
                <a:solidFill>
                  <a:srgbClr val="475569"/>
                </a:solidFill>
                <a:latin typeface="Lato"/>
                <a:ea typeface="Lato"/>
                <a:cs typeface="Lato"/>
                <a:sym typeface="Lato"/>
              </a:rPr>
              <a:t>el</a:t>
            </a:r>
            <a:r>
              <a:rPr lang="en-US" sz="1350" b="1" i="0" u="none" strike="noStrike" cap="none" dirty="0">
                <a:solidFill>
                  <a:srgbClr val="475569"/>
                </a:solidFill>
                <a:latin typeface="Lato"/>
                <a:ea typeface="Lato"/>
                <a:cs typeface="Lato"/>
                <a:sym typeface="Lato"/>
              </a:rPr>
              <a:t> </a:t>
            </a:r>
            <a:r>
              <a:rPr lang="en-US" sz="1350" b="1" i="0" u="none" strike="noStrike" cap="none" dirty="0" err="1">
                <a:solidFill>
                  <a:srgbClr val="475569"/>
                </a:solidFill>
                <a:latin typeface="Lato"/>
                <a:ea typeface="Lato"/>
                <a:cs typeface="Lato"/>
                <a:sym typeface="Lato"/>
              </a:rPr>
              <a:t>sospechoso</a:t>
            </a:r>
            <a:r>
              <a:rPr lang="en-US" sz="1350" b="1" i="0" u="none" strike="noStrike" cap="none" dirty="0">
                <a:solidFill>
                  <a:srgbClr val="475569"/>
                </a:solidFill>
                <a:latin typeface="Lato"/>
                <a:ea typeface="Lato"/>
                <a:cs typeface="Lato"/>
                <a:sym typeface="Lato"/>
              </a:rPr>
              <a:t>? ¿</a:t>
            </a:r>
            <a:r>
              <a:rPr lang="en-US" sz="1350" b="1" i="0" u="none" strike="noStrike" cap="none" dirty="0" err="1">
                <a:solidFill>
                  <a:srgbClr val="475569"/>
                </a:solidFill>
                <a:latin typeface="Lato"/>
                <a:ea typeface="Lato"/>
                <a:cs typeface="Lato"/>
                <a:sym typeface="Lato"/>
              </a:rPr>
              <a:t>Qué</a:t>
            </a:r>
            <a:r>
              <a:rPr lang="en-US" sz="1350" b="1" i="0" u="none" strike="noStrike" cap="none" dirty="0">
                <a:solidFill>
                  <a:srgbClr val="475569"/>
                </a:solidFill>
                <a:latin typeface="Lato"/>
                <a:ea typeface="Lato"/>
                <a:cs typeface="Lato"/>
                <a:sym typeface="Lato"/>
              </a:rPr>
              <a:t> </a:t>
            </a:r>
            <a:r>
              <a:rPr lang="en-US" sz="1350" b="1" i="0" u="none" strike="noStrike" cap="none" dirty="0" err="1">
                <a:solidFill>
                  <a:srgbClr val="475569"/>
                </a:solidFill>
                <a:latin typeface="Lato"/>
                <a:ea typeface="Lato"/>
                <a:cs typeface="Lato"/>
                <a:sym typeface="Lato"/>
              </a:rPr>
              <a:t>regla</a:t>
            </a:r>
            <a:r>
              <a:rPr lang="en-US" sz="1350" b="1" i="0" u="none" strike="noStrike" cap="none" dirty="0">
                <a:solidFill>
                  <a:srgbClr val="475569"/>
                </a:solidFill>
                <a:latin typeface="Lato"/>
                <a:ea typeface="Lato"/>
                <a:cs typeface="Lato"/>
                <a:sym typeface="Lato"/>
              </a:rPr>
              <a:t> </a:t>
            </a:r>
            <a:r>
              <a:rPr lang="en-US" sz="1350" b="1" i="0" u="none" strike="noStrike" cap="none" dirty="0" err="1">
                <a:solidFill>
                  <a:srgbClr val="475569"/>
                </a:solidFill>
                <a:latin typeface="Lato"/>
                <a:ea typeface="Lato"/>
                <a:cs typeface="Lato"/>
                <a:sym typeface="Lato"/>
              </a:rPr>
              <a:t>usaste</a:t>
            </a:r>
            <a:r>
              <a:rPr lang="en-US" sz="1350" b="1" i="0" u="none" strike="noStrike" cap="none" dirty="0">
                <a:solidFill>
                  <a:srgbClr val="475569"/>
                </a:solidFill>
                <a:latin typeface="Lato"/>
                <a:ea typeface="Lato"/>
                <a:cs typeface="Lato"/>
                <a:sym typeface="Lato"/>
              </a:rPr>
              <a:t>?</a:t>
            </a:r>
            <a:endParaRPr dirty="0"/>
          </a:p>
        </p:txBody>
      </p:sp>
      <p:pic>
        <p:nvPicPr>
          <p:cNvPr id="153" name="Google Shape;153;p16" descr="image.png"/>
          <p:cNvPicPr preferRelativeResize="0"/>
          <p:nvPr/>
        </p:nvPicPr>
        <p:blipFill rotWithShape="1">
          <a:blip r:embed="rId6">
            <a:alphaModFix/>
          </a:blip>
          <a:srcRect/>
          <a:stretch/>
        </p:blipFill>
        <p:spPr>
          <a:xfrm>
            <a:off x="914400" y="3326010"/>
            <a:ext cx="171450" cy="171450"/>
          </a:xfrm>
          <a:prstGeom prst="rect">
            <a:avLst/>
          </a:prstGeom>
          <a:noFill/>
          <a:ln>
            <a:noFill/>
          </a:ln>
        </p:spPr>
      </p:pic>
      <p:pic>
        <p:nvPicPr>
          <p:cNvPr id="154" name="Google Shape;154;p16" descr="image.png"/>
          <p:cNvPicPr preferRelativeResize="0"/>
          <p:nvPr/>
        </p:nvPicPr>
        <p:blipFill rotWithShape="1">
          <a:blip r:embed="rId6">
            <a:alphaModFix/>
          </a:blip>
          <a:srcRect/>
          <a:stretch/>
        </p:blipFill>
        <p:spPr>
          <a:xfrm>
            <a:off x="914400" y="5049887"/>
            <a:ext cx="171450" cy="171450"/>
          </a:xfrm>
          <a:prstGeom prst="rect">
            <a:avLst/>
          </a:prstGeom>
          <a:noFill/>
          <a:ln>
            <a:noFill/>
          </a:ln>
        </p:spPr>
      </p:pic>
      <p:sp>
        <p:nvSpPr>
          <p:cNvPr id="155" name="Google Shape;155;p16"/>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2563EB"/>
                </a:solidFill>
                <a:latin typeface="Poppins"/>
                <a:ea typeface="Poppins"/>
                <a:cs typeface="Poppins"/>
                <a:sym typeface="Poppins"/>
              </a:rPr>
              <a:t>3. Retos de Inferencia: Nivel 1</a:t>
            </a:r>
            <a:endParaRPr/>
          </a:p>
        </p:txBody>
      </p:sp>
      <p:sp>
        <p:nvSpPr>
          <p:cNvPr id="156" name="Google Shape;156;p16"/>
          <p:cNvSpPr/>
          <p:nvPr/>
        </p:nvSpPr>
        <p:spPr>
          <a:xfrm>
            <a:off x="571500" y="1285875"/>
            <a:ext cx="11049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2" name="Google Shape;162;p17" descr="image.png"/>
          <p:cNvPicPr preferRelativeResize="0"/>
          <p:nvPr/>
        </p:nvPicPr>
        <p:blipFill rotWithShape="1">
          <a:blip r:embed="rId4">
            <a:alphaModFix/>
          </a:blip>
          <a:srcRect/>
          <a:stretch/>
        </p:blipFill>
        <p:spPr>
          <a:xfrm>
            <a:off x="571500" y="1600200"/>
            <a:ext cx="11049000" cy="1438126"/>
          </a:xfrm>
          <a:prstGeom prst="rect">
            <a:avLst/>
          </a:prstGeom>
          <a:noFill/>
          <a:ln>
            <a:noFill/>
          </a:ln>
        </p:spPr>
      </p:pic>
      <p:pic>
        <p:nvPicPr>
          <p:cNvPr id="163" name="Google Shape;163;p17" descr="image.png"/>
          <p:cNvPicPr preferRelativeResize="0"/>
          <p:nvPr/>
        </p:nvPicPr>
        <p:blipFill rotWithShape="1">
          <a:blip r:embed="rId5">
            <a:alphaModFix/>
          </a:blip>
          <a:srcRect/>
          <a:stretch/>
        </p:blipFill>
        <p:spPr>
          <a:xfrm>
            <a:off x="571500" y="3228826"/>
            <a:ext cx="11049000" cy="1438126"/>
          </a:xfrm>
          <a:prstGeom prst="rect">
            <a:avLst/>
          </a:prstGeom>
          <a:noFill/>
          <a:ln>
            <a:noFill/>
          </a:ln>
        </p:spPr>
      </p:pic>
      <p:pic>
        <p:nvPicPr>
          <p:cNvPr id="164" name="Google Shape;164;p17" descr="image.png"/>
          <p:cNvPicPr preferRelativeResize="0"/>
          <p:nvPr/>
        </p:nvPicPr>
        <p:blipFill rotWithShape="1">
          <a:blip r:embed="rId6">
            <a:alphaModFix/>
          </a:blip>
          <a:srcRect/>
          <a:stretch/>
        </p:blipFill>
        <p:spPr>
          <a:xfrm>
            <a:off x="571500" y="4857452"/>
            <a:ext cx="11049000" cy="1438126"/>
          </a:xfrm>
          <a:prstGeom prst="rect">
            <a:avLst/>
          </a:prstGeom>
          <a:noFill/>
          <a:ln>
            <a:noFill/>
          </a:ln>
        </p:spPr>
      </p:pic>
      <p:sp>
        <p:nvSpPr>
          <p:cNvPr id="165" name="Google Shape;165;p17"/>
          <p:cNvSpPr txBox="1"/>
          <p:nvPr/>
        </p:nvSpPr>
        <p:spPr>
          <a:xfrm>
            <a:off x="914400" y="1790700"/>
            <a:ext cx="10420350" cy="6399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75" b="1" i="1" u="none" strike="noStrike" cap="none">
                <a:solidFill>
                  <a:srgbClr val="1E293B"/>
                </a:solidFill>
                <a:latin typeface="Lato"/>
                <a:ea typeface="Lato"/>
                <a:cs typeface="Lato"/>
                <a:sym typeface="Lato"/>
              </a:rPr>
              <a:t>"Si la temperatura global promedio aumenta 2 grados, los glaciares polares se derretirán significativamente. Si los glaciares polares se derriten, el nivel del mar inundará las zonas costeras bajas."</a:t>
            </a:r>
            <a:endParaRPr/>
          </a:p>
        </p:txBody>
      </p:sp>
      <p:sp>
        <p:nvSpPr>
          <p:cNvPr id="166" name="Google Shape;166;p17"/>
          <p:cNvSpPr txBox="1"/>
          <p:nvPr/>
        </p:nvSpPr>
        <p:spPr>
          <a:xfrm>
            <a:off x="914400" y="2573535"/>
            <a:ext cx="10420350" cy="274290"/>
          </a:xfrm>
          <a:prstGeom prst="rect">
            <a:avLst/>
          </a:prstGeom>
          <a:noFill/>
          <a:ln>
            <a:noFill/>
          </a:ln>
        </p:spPr>
        <p:txBody>
          <a:bodyPr spcFirstLastPara="1" wrap="square" lIns="26670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75569"/>
                </a:solidFill>
                <a:latin typeface="Lato"/>
                <a:ea typeface="Lato"/>
                <a:cs typeface="Lato"/>
                <a:sym typeface="Lato"/>
              </a:rPr>
              <a:t>¿Qué inferencia directa podemos hacer sobre el aumento de temperatura?</a:t>
            </a:r>
            <a:endParaRPr/>
          </a:p>
        </p:txBody>
      </p:sp>
      <p:sp>
        <p:nvSpPr>
          <p:cNvPr id="167" name="Google Shape;167;p17"/>
          <p:cNvSpPr txBox="1"/>
          <p:nvPr/>
        </p:nvSpPr>
        <p:spPr>
          <a:xfrm>
            <a:off x="914400" y="3419326"/>
            <a:ext cx="10420350" cy="6399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75" b="0" i="1" u="none" strike="noStrike" cap="none">
                <a:solidFill>
                  <a:srgbClr val="1E293B"/>
                </a:solidFill>
                <a:latin typeface="Lato"/>
                <a:ea typeface="Lato"/>
                <a:cs typeface="Lato"/>
                <a:sym typeface="Lato"/>
              </a:rPr>
              <a:t>"O el gato se robó el pescado de la mesa, o fue el perro. Revisando las cámaras, vimos que el gato estuvo encerrado en la habitación toda la tarde (es decir, no fue el gato)."</a:t>
            </a:r>
            <a:endParaRPr/>
          </a:p>
        </p:txBody>
      </p:sp>
      <p:sp>
        <p:nvSpPr>
          <p:cNvPr id="168" name="Google Shape;168;p17"/>
          <p:cNvSpPr txBox="1"/>
          <p:nvPr/>
        </p:nvSpPr>
        <p:spPr>
          <a:xfrm>
            <a:off x="914400" y="4202162"/>
            <a:ext cx="10420350" cy="332399"/>
          </a:xfrm>
          <a:prstGeom prst="rect">
            <a:avLst/>
          </a:prstGeom>
          <a:noFill/>
          <a:ln>
            <a:noFill/>
          </a:ln>
        </p:spPr>
        <p:txBody>
          <a:bodyPr spcFirstLastPara="1" wrap="square" lIns="266700"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475569"/>
                </a:solidFill>
                <a:latin typeface="Lato"/>
                <a:ea typeface="Lato"/>
                <a:cs typeface="Lato"/>
                <a:sym typeface="Lato"/>
              </a:rPr>
              <a:t>¿</a:t>
            </a:r>
            <a:r>
              <a:rPr lang="en-US" sz="1350" b="1" i="0" u="none" strike="noStrike" cap="none" dirty="0" err="1">
                <a:solidFill>
                  <a:srgbClr val="475569"/>
                </a:solidFill>
                <a:latin typeface="Lato"/>
                <a:ea typeface="Lato"/>
                <a:cs typeface="Lato"/>
                <a:sym typeface="Lato"/>
              </a:rPr>
              <a:t>Quién</a:t>
            </a:r>
            <a:r>
              <a:rPr lang="en-US" sz="1350" b="1" i="0" u="none" strike="noStrike" cap="none" dirty="0">
                <a:solidFill>
                  <a:srgbClr val="475569"/>
                </a:solidFill>
                <a:latin typeface="Lato"/>
                <a:ea typeface="Lato"/>
                <a:cs typeface="Lato"/>
                <a:sym typeface="Lato"/>
              </a:rPr>
              <a:t> es </a:t>
            </a:r>
            <a:r>
              <a:rPr lang="en-US" sz="1350" b="1" i="0" u="none" strike="noStrike" cap="none" dirty="0" err="1">
                <a:solidFill>
                  <a:srgbClr val="475569"/>
                </a:solidFill>
                <a:latin typeface="Lato"/>
                <a:ea typeface="Lato"/>
                <a:cs typeface="Lato"/>
                <a:sym typeface="Lato"/>
              </a:rPr>
              <a:t>el</a:t>
            </a:r>
            <a:r>
              <a:rPr lang="en-US" sz="1350" b="1" i="0" u="none" strike="noStrike" cap="none" dirty="0">
                <a:solidFill>
                  <a:srgbClr val="475569"/>
                </a:solidFill>
                <a:latin typeface="Lato"/>
                <a:ea typeface="Lato"/>
                <a:cs typeface="Lato"/>
                <a:sym typeface="Lato"/>
              </a:rPr>
              <a:t> culpable? </a:t>
            </a:r>
            <a:endParaRPr dirty="0"/>
          </a:p>
        </p:txBody>
      </p:sp>
      <p:sp>
        <p:nvSpPr>
          <p:cNvPr id="169" name="Google Shape;169;p17"/>
          <p:cNvSpPr txBox="1"/>
          <p:nvPr/>
        </p:nvSpPr>
        <p:spPr>
          <a:xfrm>
            <a:off x="914400" y="5047952"/>
            <a:ext cx="10420350" cy="6399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75" b="1" i="1" u="none" strike="noStrike" cap="none">
                <a:solidFill>
                  <a:srgbClr val="1E293B"/>
                </a:solidFill>
                <a:latin typeface="Lato"/>
                <a:ea typeface="Lato"/>
                <a:cs typeface="Lato"/>
                <a:sym typeface="Lato"/>
              </a:rPr>
              <a:t>"Si el sistema informático del banco es completamente impenetrable, entonces no hay brechas en el cortafuegos. El equipo de ciberseguridad acaba de detectar una brecha activa en el cortafuegos."</a:t>
            </a:r>
            <a:endParaRPr/>
          </a:p>
        </p:txBody>
      </p:sp>
      <p:sp>
        <p:nvSpPr>
          <p:cNvPr id="170" name="Google Shape;170;p17"/>
          <p:cNvSpPr txBox="1"/>
          <p:nvPr/>
        </p:nvSpPr>
        <p:spPr>
          <a:xfrm>
            <a:off x="914400" y="5830788"/>
            <a:ext cx="10420350" cy="274290"/>
          </a:xfrm>
          <a:prstGeom prst="rect">
            <a:avLst/>
          </a:prstGeom>
          <a:noFill/>
          <a:ln>
            <a:noFill/>
          </a:ln>
        </p:spPr>
        <p:txBody>
          <a:bodyPr spcFirstLastPara="1" wrap="square" lIns="26670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75569"/>
                </a:solidFill>
                <a:latin typeface="Lato"/>
                <a:ea typeface="Lato"/>
                <a:cs typeface="Lato"/>
                <a:sym typeface="Lato"/>
              </a:rPr>
              <a:t>¿Qué podemos concluir sobre el sistema del banco?</a:t>
            </a:r>
            <a:endParaRPr/>
          </a:p>
        </p:txBody>
      </p:sp>
      <p:pic>
        <p:nvPicPr>
          <p:cNvPr id="171" name="Google Shape;171;p17" descr="image.png"/>
          <p:cNvPicPr preferRelativeResize="0"/>
          <p:nvPr/>
        </p:nvPicPr>
        <p:blipFill rotWithShape="1">
          <a:blip r:embed="rId7">
            <a:alphaModFix/>
          </a:blip>
          <a:srcRect/>
          <a:stretch/>
        </p:blipFill>
        <p:spPr>
          <a:xfrm>
            <a:off x="914400" y="2630685"/>
            <a:ext cx="171450" cy="171450"/>
          </a:xfrm>
          <a:prstGeom prst="rect">
            <a:avLst/>
          </a:prstGeom>
          <a:noFill/>
          <a:ln>
            <a:noFill/>
          </a:ln>
        </p:spPr>
      </p:pic>
      <p:pic>
        <p:nvPicPr>
          <p:cNvPr id="172" name="Google Shape;172;p17" descr="image.png"/>
          <p:cNvPicPr preferRelativeResize="0"/>
          <p:nvPr/>
        </p:nvPicPr>
        <p:blipFill rotWithShape="1">
          <a:blip r:embed="rId7">
            <a:alphaModFix/>
          </a:blip>
          <a:srcRect/>
          <a:stretch/>
        </p:blipFill>
        <p:spPr>
          <a:xfrm>
            <a:off x="914400" y="4259312"/>
            <a:ext cx="171450" cy="171450"/>
          </a:xfrm>
          <a:prstGeom prst="rect">
            <a:avLst/>
          </a:prstGeom>
          <a:noFill/>
          <a:ln>
            <a:noFill/>
          </a:ln>
        </p:spPr>
      </p:pic>
      <p:pic>
        <p:nvPicPr>
          <p:cNvPr id="173" name="Google Shape;173;p17" descr="image.png"/>
          <p:cNvPicPr preferRelativeResize="0"/>
          <p:nvPr/>
        </p:nvPicPr>
        <p:blipFill rotWithShape="1">
          <a:blip r:embed="rId7">
            <a:alphaModFix/>
          </a:blip>
          <a:srcRect/>
          <a:stretch/>
        </p:blipFill>
        <p:spPr>
          <a:xfrm>
            <a:off x="914400" y="5887938"/>
            <a:ext cx="171450" cy="171450"/>
          </a:xfrm>
          <a:prstGeom prst="rect">
            <a:avLst/>
          </a:prstGeom>
          <a:noFill/>
          <a:ln>
            <a:noFill/>
          </a:ln>
        </p:spPr>
      </p:pic>
      <p:sp>
        <p:nvSpPr>
          <p:cNvPr id="174" name="Google Shape;174;p17"/>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2563EB"/>
                </a:solidFill>
                <a:latin typeface="Poppins"/>
                <a:ea typeface="Poppins"/>
                <a:cs typeface="Poppins"/>
                <a:sym typeface="Poppins"/>
              </a:rPr>
              <a:t>4. Retos de Inferencia: Nivel 2</a:t>
            </a:r>
            <a:endParaRPr/>
          </a:p>
        </p:txBody>
      </p:sp>
      <p:sp>
        <p:nvSpPr>
          <p:cNvPr id="175" name="Google Shape;175;p17"/>
          <p:cNvSpPr/>
          <p:nvPr/>
        </p:nvSpPr>
        <p:spPr>
          <a:xfrm>
            <a:off x="571500" y="1285875"/>
            <a:ext cx="11049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pic>
        <p:nvPicPr>
          <p:cNvPr id="180" name="Google Shape;180;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1" name="Google Shape;181;p18" descr="image.png"/>
          <p:cNvPicPr preferRelativeResize="0"/>
          <p:nvPr/>
        </p:nvPicPr>
        <p:blipFill rotWithShape="1">
          <a:blip r:embed="rId4">
            <a:alphaModFix/>
          </a:blip>
          <a:srcRect/>
          <a:stretch/>
        </p:blipFill>
        <p:spPr>
          <a:xfrm>
            <a:off x="1676400" y="1885950"/>
            <a:ext cx="8839200" cy="2796182"/>
          </a:xfrm>
          <a:prstGeom prst="rect">
            <a:avLst/>
          </a:prstGeom>
          <a:noFill/>
          <a:ln>
            <a:noFill/>
          </a:ln>
        </p:spPr>
      </p:pic>
      <p:sp>
        <p:nvSpPr>
          <p:cNvPr id="182" name="Google Shape;182;p18"/>
          <p:cNvSpPr txBox="1"/>
          <p:nvPr/>
        </p:nvSpPr>
        <p:spPr>
          <a:xfrm>
            <a:off x="2066925" y="2276475"/>
            <a:ext cx="8058150"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1" i="0" u="none" strike="noStrike" cap="none">
                <a:solidFill>
                  <a:srgbClr val="0F172A"/>
                </a:solidFill>
                <a:latin typeface="Lato"/>
                <a:ea typeface="Lato"/>
                <a:cs typeface="Lato"/>
                <a:sym typeface="Lato"/>
              </a:rPr>
              <a:t>Identifica la regla de inferencia utilizada en el siguiente argumento:</a:t>
            </a:r>
            <a:endParaRPr/>
          </a:p>
        </p:txBody>
      </p:sp>
      <p:sp>
        <p:nvSpPr>
          <p:cNvPr id="183" name="Google Shape;183;p18"/>
          <p:cNvSpPr txBox="1"/>
          <p:nvPr/>
        </p:nvSpPr>
        <p:spPr>
          <a:xfrm>
            <a:off x="2066925" y="2828925"/>
            <a:ext cx="8058150" cy="1462682"/>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1" u="none" strike="noStrike" cap="none">
                <a:solidFill>
                  <a:srgbClr val="1E3A8A"/>
                </a:solidFill>
                <a:latin typeface="Lato"/>
                <a:ea typeface="Lato"/>
                <a:cs typeface="Lato"/>
                <a:sym typeface="Lato"/>
              </a:rPr>
              <a:t>"Si estudio para el examen, entonces obtendré una buena calificación. </a:t>
            </a:r>
            <a:br>
              <a:rPr lang="en-US" sz="1800" b="0" i="0" u="none" strike="noStrike" cap="none">
                <a:solidFill>
                  <a:schemeClr val="dk1"/>
                </a:solidFill>
                <a:latin typeface="Calibri"/>
                <a:ea typeface="Calibri"/>
                <a:cs typeface="Calibri"/>
                <a:sym typeface="Calibri"/>
              </a:rPr>
            </a:br>
            <a:r>
              <a:rPr lang="en-US" sz="1800" b="0" i="1" u="none" strike="noStrike" cap="none">
                <a:solidFill>
                  <a:srgbClr val="1E3A8A"/>
                </a:solidFill>
                <a:latin typeface="Lato"/>
                <a:ea typeface="Lato"/>
                <a:cs typeface="Lato"/>
                <a:sym typeface="Lato"/>
              </a:rPr>
              <a:t> Si obtengo una buena calificación, podré ingresar a la universidad. </a:t>
            </a:r>
            <a:br>
              <a:rPr lang="en-US" sz="1800" b="0" i="0" u="none" strike="noStrike" cap="none">
                <a:solidFill>
                  <a:schemeClr val="dk1"/>
                </a:solidFill>
                <a:latin typeface="Calibri"/>
                <a:ea typeface="Calibri"/>
                <a:cs typeface="Calibri"/>
                <a:sym typeface="Calibri"/>
              </a:rPr>
            </a:br>
            <a:br>
              <a:rPr lang="en-US" sz="1800" b="0" i="0" u="none" strike="noStrike" cap="none">
                <a:solidFill>
                  <a:schemeClr val="dk1"/>
                </a:solidFill>
                <a:latin typeface="Calibri"/>
                <a:ea typeface="Calibri"/>
                <a:cs typeface="Calibri"/>
                <a:sym typeface="Calibri"/>
              </a:rPr>
            </a:br>
            <a:r>
              <a:rPr lang="en-US" sz="1800" b="0" i="1" u="none" strike="noStrike" cap="none">
                <a:solidFill>
                  <a:srgbClr val="1E3A8A"/>
                </a:solidFill>
                <a:latin typeface="Lato"/>
                <a:ea typeface="Lato"/>
                <a:cs typeface="Lato"/>
                <a:sym typeface="Lato"/>
              </a:rPr>
              <a:t> Por lo tanto, si estudio para el examen, podré ingresar a la universidad."</a:t>
            </a:r>
            <a:endParaRPr/>
          </a:p>
        </p:txBody>
      </p:sp>
      <p:sp>
        <p:nvSpPr>
          <p:cNvPr id="184" name="Google Shape;184;p18"/>
          <p:cNvSpPr txBox="1"/>
          <p:nvPr/>
        </p:nvSpPr>
        <p:spPr>
          <a:xfrm>
            <a:off x="2057400" y="4967882"/>
            <a:ext cx="845820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334155"/>
                </a:solidFill>
                <a:latin typeface="Lato"/>
                <a:ea typeface="Lato"/>
                <a:cs typeface="Lato"/>
                <a:sym typeface="Lato"/>
              </a:rPr>
              <a:t>Paso 1:</a:t>
            </a:r>
            <a:r>
              <a:rPr lang="en-US" sz="1425" b="0" i="0" u="none" strike="noStrike" cap="none">
                <a:solidFill>
                  <a:srgbClr val="334155"/>
                </a:solidFill>
                <a:latin typeface="Lato"/>
                <a:ea typeface="Lato"/>
                <a:cs typeface="Lato"/>
                <a:sym typeface="Lato"/>
              </a:rPr>
              <a:t> Definir las proposiciones involucradas (p, q, r).</a:t>
            </a:r>
            <a:endParaRPr/>
          </a:p>
        </p:txBody>
      </p:sp>
      <p:sp>
        <p:nvSpPr>
          <p:cNvPr id="185" name="Google Shape;185;p18"/>
          <p:cNvSpPr txBox="1"/>
          <p:nvPr/>
        </p:nvSpPr>
        <p:spPr>
          <a:xfrm>
            <a:off x="2057400" y="5447853"/>
            <a:ext cx="845820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334155"/>
                </a:solidFill>
                <a:latin typeface="Lato"/>
                <a:ea typeface="Lato"/>
                <a:cs typeface="Lato"/>
                <a:sym typeface="Lato"/>
              </a:rPr>
              <a:t>Paso 2:</a:t>
            </a:r>
            <a:r>
              <a:rPr lang="en-US" sz="1425" b="0" i="0" u="none" strike="noStrike" cap="none">
                <a:solidFill>
                  <a:srgbClr val="334155"/>
                </a:solidFill>
                <a:latin typeface="Lato"/>
                <a:ea typeface="Lato"/>
                <a:cs typeface="Lato"/>
                <a:sym typeface="Lato"/>
              </a:rPr>
              <a:t> Expresar el argumento en forma lógica formal.</a:t>
            </a:r>
            <a:endParaRPr/>
          </a:p>
        </p:txBody>
      </p:sp>
      <p:sp>
        <p:nvSpPr>
          <p:cNvPr id="186" name="Google Shape;186;p18"/>
          <p:cNvSpPr txBox="1"/>
          <p:nvPr/>
        </p:nvSpPr>
        <p:spPr>
          <a:xfrm>
            <a:off x="2057400" y="5927824"/>
            <a:ext cx="845820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334155"/>
                </a:solidFill>
                <a:latin typeface="Lato"/>
                <a:ea typeface="Lato"/>
                <a:cs typeface="Lato"/>
                <a:sym typeface="Lato"/>
              </a:rPr>
              <a:t>Paso 3:</a:t>
            </a:r>
            <a:r>
              <a:rPr lang="en-US" sz="1425" b="0" i="0" u="none" strike="noStrike" cap="none">
                <a:solidFill>
                  <a:srgbClr val="334155"/>
                </a:solidFill>
                <a:latin typeface="Lato"/>
                <a:ea typeface="Lato"/>
                <a:cs typeface="Lato"/>
                <a:sym typeface="Lato"/>
              </a:rPr>
              <a:t> Nombrar la regla de inferencia utilizada.</a:t>
            </a:r>
            <a:endParaRPr/>
          </a:p>
        </p:txBody>
      </p:sp>
      <p:pic>
        <p:nvPicPr>
          <p:cNvPr id="187" name="Google Shape;187;p18" descr="image.png"/>
          <p:cNvPicPr preferRelativeResize="0"/>
          <p:nvPr/>
        </p:nvPicPr>
        <p:blipFill rotWithShape="1">
          <a:blip r:embed="rId5">
            <a:alphaModFix/>
          </a:blip>
          <a:srcRect/>
          <a:stretch/>
        </p:blipFill>
        <p:spPr>
          <a:xfrm>
            <a:off x="1676400" y="5010745"/>
            <a:ext cx="171450" cy="200025"/>
          </a:xfrm>
          <a:prstGeom prst="rect">
            <a:avLst/>
          </a:prstGeom>
          <a:noFill/>
          <a:ln>
            <a:noFill/>
          </a:ln>
        </p:spPr>
      </p:pic>
      <p:pic>
        <p:nvPicPr>
          <p:cNvPr id="188" name="Google Shape;188;p18" descr="image.png"/>
          <p:cNvPicPr preferRelativeResize="0"/>
          <p:nvPr/>
        </p:nvPicPr>
        <p:blipFill rotWithShape="1">
          <a:blip r:embed="rId5">
            <a:alphaModFix/>
          </a:blip>
          <a:srcRect/>
          <a:stretch/>
        </p:blipFill>
        <p:spPr>
          <a:xfrm>
            <a:off x="1676400" y="5490716"/>
            <a:ext cx="171450" cy="200025"/>
          </a:xfrm>
          <a:prstGeom prst="rect">
            <a:avLst/>
          </a:prstGeom>
          <a:noFill/>
          <a:ln>
            <a:noFill/>
          </a:ln>
        </p:spPr>
      </p:pic>
      <p:pic>
        <p:nvPicPr>
          <p:cNvPr id="189" name="Google Shape;189;p18" descr="image.png"/>
          <p:cNvPicPr preferRelativeResize="0"/>
          <p:nvPr/>
        </p:nvPicPr>
        <p:blipFill rotWithShape="1">
          <a:blip r:embed="rId5">
            <a:alphaModFix/>
          </a:blip>
          <a:srcRect/>
          <a:stretch/>
        </p:blipFill>
        <p:spPr>
          <a:xfrm>
            <a:off x="1676400" y="5970686"/>
            <a:ext cx="171450" cy="200025"/>
          </a:xfrm>
          <a:prstGeom prst="rect">
            <a:avLst/>
          </a:prstGeom>
          <a:noFill/>
          <a:ln>
            <a:noFill/>
          </a:ln>
        </p:spPr>
      </p:pic>
      <p:sp>
        <p:nvSpPr>
          <p:cNvPr id="190" name="Google Shape;190;p18"/>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2563EB"/>
                </a:solidFill>
                <a:latin typeface="Poppins"/>
                <a:ea typeface="Poppins"/>
                <a:cs typeface="Poppins"/>
                <a:sym typeface="Poppins"/>
              </a:rPr>
              <a:t>5. Análisis Estructural Clásico</a:t>
            </a:r>
            <a:endParaRPr/>
          </a:p>
        </p:txBody>
      </p:sp>
      <p:sp>
        <p:nvSpPr>
          <p:cNvPr id="191" name="Google Shape;191;p18"/>
          <p:cNvSpPr/>
          <p:nvPr/>
        </p:nvSpPr>
        <p:spPr>
          <a:xfrm>
            <a:off x="571500" y="1285875"/>
            <a:ext cx="11049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196" name="Google Shape;196;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7" name="Google Shape;197;p19" descr="image.png"/>
          <p:cNvPicPr preferRelativeResize="0"/>
          <p:nvPr/>
        </p:nvPicPr>
        <p:blipFill rotWithShape="1">
          <a:blip r:embed="rId4">
            <a:alphaModFix/>
          </a:blip>
          <a:srcRect/>
          <a:stretch/>
        </p:blipFill>
        <p:spPr>
          <a:xfrm>
            <a:off x="571500" y="1600200"/>
            <a:ext cx="5286375" cy="4672607"/>
          </a:xfrm>
          <a:prstGeom prst="rect">
            <a:avLst/>
          </a:prstGeom>
          <a:noFill/>
          <a:ln>
            <a:noFill/>
          </a:ln>
        </p:spPr>
      </p:pic>
      <p:pic>
        <p:nvPicPr>
          <p:cNvPr id="198" name="Google Shape;198;p19" descr="image.png"/>
          <p:cNvPicPr preferRelativeResize="0"/>
          <p:nvPr/>
        </p:nvPicPr>
        <p:blipFill rotWithShape="1">
          <a:blip r:embed="rId5">
            <a:alphaModFix/>
          </a:blip>
          <a:srcRect/>
          <a:stretch/>
        </p:blipFill>
        <p:spPr>
          <a:xfrm>
            <a:off x="6334125" y="1600200"/>
            <a:ext cx="5286375" cy="4672607"/>
          </a:xfrm>
          <a:prstGeom prst="rect">
            <a:avLst/>
          </a:prstGeom>
          <a:noFill/>
          <a:ln>
            <a:noFill/>
          </a:ln>
        </p:spPr>
      </p:pic>
      <p:sp>
        <p:nvSpPr>
          <p:cNvPr id="199" name="Google Shape;199;p19"/>
          <p:cNvSpPr txBox="1"/>
          <p:nvPr/>
        </p:nvSpPr>
        <p:spPr>
          <a:xfrm>
            <a:off x="962025" y="1990725"/>
            <a:ext cx="4730591"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2563EB"/>
                </a:solidFill>
                <a:latin typeface="Poppins"/>
                <a:ea typeface="Poppins"/>
                <a:cs typeface="Poppins"/>
                <a:sym typeface="Poppins"/>
              </a:rPr>
              <a:t>1. Argumento Laboral</a:t>
            </a:r>
            <a:endParaRPr/>
          </a:p>
        </p:txBody>
      </p:sp>
      <p:sp>
        <p:nvSpPr>
          <p:cNvPr id="200" name="Google Shape;200;p19"/>
          <p:cNvSpPr txBox="1"/>
          <p:nvPr/>
        </p:nvSpPr>
        <p:spPr>
          <a:xfrm>
            <a:off x="962025" y="2552700"/>
            <a:ext cx="4505325" cy="121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a:solidFill>
                  <a:srgbClr val="334155"/>
                </a:solidFill>
                <a:latin typeface="Lato"/>
                <a:ea typeface="Lato"/>
                <a:cs typeface="Lato"/>
                <a:sym typeface="Lato"/>
              </a:rPr>
              <a:t>"Si me levanto temprano, entonces llegaré puntual al trabajo. Si llego puntual al trabajo, mi jefe estará contento. Por lo tanto, si me levanto temprano, mi jefe estará contento."</a:t>
            </a:r>
            <a:endParaRPr/>
          </a:p>
        </p:txBody>
      </p:sp>
      <p:sp>
        <p:nvSpPr>
          <p:cNvPr id="201" name="Google Shape;201;p19"/>
          <p:cNvSpPr txBox="1"/>
          <p:nvPr/>
        </p:nvSpPr>
        <p:spPr>
          <a:xfrm>
            <a:off x="6724650" y="1990725"/>
            <a:ext cx="4730591"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2563EB"/>
                </a:solidFill>
                <a:latin typeface="Poppins"/>
                <a:ea typeface="Poppins"/>
                <a:cs typeface="Poppins"/>
                <a:sym typeface="Poppins"/>
              </a:rPr>
              <a:t>2. Argumento de Hábitos</a:t>
            </a:r>
            <a:endParaRPr/>
          </a:p>
        </p:txBody>
      </p:sp>
      <p:sp>
        <p:nvSpPr>
          <p:cNvPr id="202" name="Google Shape;202;p19"/>
          <p:cNvSpPr txBox="1"/>
          <p:nvPr/>
        </p:nvSpPr>
        <p:spPr>
          <a:xfrm>
            <a:off x="6724650" y="2552700"/>
            <a:ext cx="4505325" cy="1143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a:solidFill>
                  <a:srgbClr val="334155"/>
                </a:solidFill>
                <a:latin typeface="Lato"/>
                <a:ea typeface="Lato"/>
                <a:cs typeface="Lato"/>
                <a:sym typeface="Lato"/>
              </a:rPr>
              <a:t>"Si practico todos los días, mejoraré en matemáticas. Practico todos los días. Por lo tanto, mejoraré en matemáticas."</a:t>
            </a:r>
            <a:endParaRPr/>
          </a:p>
        </p:txBody>
      </p:sp>
      <p:sp>
        <p:nvSpPr>
          <p:cNvPr id="203" name="Google Shape;203;p19"/>
          <p:cNvSpPr txBox="1"/>
          <p:nvPr/>
        </p:nvSpPr>
        <p:spPr>
          <a:xfrm>
            <a:off x="962025" y="4010025"/>
            <a:ext cx="45053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0F172A"/>
                </a:solidFill>
                <a:latin typeface="Lato"/>
                <a:ea typeface="Lato"/>
                <a:cs typeface="Lato"/>
                <a:sym typeface="Lato"/>
              </a:rPr>
              <a:t>Instrucciones:</a:t>
            </a:r>
            <a:endParaRPr/>
          </a:p>
        </p:txBody>
      </p:sp>
      <p:sp>
        <p:nvSpPr>
          <p:cNvPr id="204" name="Google Shape;204;p19"/>
          <p:cNvSpPr txBox="1"/>
          <p:nvPr/>
        </p:nvSpPr>
        <p:spPr>
          <a:xfrm>
            <a:off x="6724650" y="4010025"/>
            <a:ext cx="45053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0F172A"/>
                </a:solidFill>
                <a:latin typeface="Lato"/>
                <a:ea typeface="Lato"/>
                <a:cs typeface="Lato"/>
                <a:sym typeface="Lato"/>
              </a:rPr>
              <a:t>Instrucciones:</a:t>
            </a:r>
            <a:endParaRPr/>
          </a:p>
        </p:txBody>
      </p:sp>
      <p:sp>
        <p:nvSpPr>
          <p:cNvPr id="205" name="Google Shape;205;p19"/>
          <p:cNvSpPr txBox="1"/>
          <p:nvPr/>
        </p:nvSpPr>
        <p:spPr>
          <a:xfrm>
            <a:off x="1343025" y="4442370"/>
            <a:ext cx="41243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Lato"/>
                <a:ea typeface="Lato"/>
                <a:cs typeface="Lato"/>
                <a:sym typeface="Lato"/>
              </a:rPr>
              <a:t>Identifica las proposiciones.</a:t>
            </a:r>
            <a:endParaRPr/>
          </a:p>
        </p:txBody>
      </p:sp>
      <p:sp>
        <p:nvSpPr>
          <p:cNvPr id="206" name="Google Shape;206;p19"/>
          <p:cNvSpPr txBox="1"/>
          <p:nvPr/>
        </p:nvSpPr>
        <p:spPr>
          <a:xfrm>
            <a:off x="1343025" y="4922341"/>
            <a:ext cx="41243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Lato"/>
                <a:ea typeface="Lato"/>
                <a:cs typeface="Lato"/>
                <a:sym typeface="Lato"/>
              </a:rPr>
              <a:t>Escribe la notación lógica del argumento.</a:t>
            </a:r>
            <a:endParaRPr/>
          </a:p>
        </p:txBody>
      </p:sp>
      <p:sp>
        <p:nvSpPr>
          <p:cNvPr id="207" name="Google Shape;207;p19"/>
          <p:cNvSpPr txBox="1"/>
          <p:nvPr/>
        </p:nvSpPr>
        <p:spPr>
          <a:xfrm>
            <a:off x="1343025" y="5402312"/>
            <a:ext cx="41243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Lato"/>
                <a:ea typeface="Lato"/>
                <a:cs typeface="Lato"/>
                <a:sym typeface="Lato"/>
              </a:rPr>
              <a:t>Aplica la regla de inferencia correcta.</a:t>
            </a:r>
            <a:endParaRPr/>
          </a:p>
        </p:txBody>
      </p:sp>
      <p:sp>
        <p:nvSpPr>
          <p:cNvPr id="208" name="Google Shape;208;p19"/>
          <p:cNvSpPr txBox="1"/>
          <p:nvPr/>
        </p:nvSpPr>
        <p:spPr>
          <a:xfrm>
            <a:off x="7105650" y="4442370"/>
            <a:ext cx="41243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Lato"/>
                <a:ea typeface="Lato"/>
                <a:cs typeface="Lato"/>
                <a:sym typeface="Lato"/>
              </a:rPr>
              <a:t>Identifica las proposiciones.</a:t>
            </a:r>
            <a:endParaRPr/>
          </a:p>
        </p:txBody>
      </p:sp>
      <p:sp>
        <p:nvSpPr>
          <p:cNvPr id="209" name="Google Shape;209;p19"/>
          <p:cNvSpPr txBox="1"/>
          <p:nvPr/>
        </p:nvSpPr>
        <p:spPr>
          <a:xfrm>
            <a:off x="7105650" y="4922341"/>
            <a:ext cx="41243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Lato"/>
                <a:ea typeface="Lato"/>
                <a:cs typeface="Lato"/>
                <a:sym typeface="Lato"/>
              </a:rPr>
              <a:t>Expresa el argumento en notación lógica.</a:t>
            </a:r>
            <a:endParaRPr/>
          </a:p>
        </p:txBody>
      </p:sp>
      <p:sp>
        <p:nvSpPr>
          <p:cNvPr id="210" name="Google Shape;210;p19"/>
          <p:cNvSpPr txBox="1"/>
          <p:nvPr/>
        </p:nvSpPr>
        <p:spPr>
          <a:xfrm>
            <a:off x="7105650" y="5402312"/>
            <a:ext cx="41243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Lato"/>
                <a:ea typeface="Lato"/>
                <a:cs typeface="Lato"/>
                <a:sym typeface="Lato"/>
              </a:rPr>
              <a:t>Explica por qué la conclusión es válida.</a:t>
            </a:r>
            <a:endParaRPr/>
          </a:p>
        </p:txBody>
      </p:sp>
      <p:pic>
        <p:nvPicPr>
          <p:cNvPr id="211" name="Google Shape;211;p19" descr="image.png"/>
          <p:cNvPicPr preferRelativeResize="0"/>
          <p:nvPr/>
        </p:nvPicPr>
        <p:blipFill rotWithShape="1">
          <a:blip r:embed="rId6">
            <a:alphaModFix/>
          </a:blip>
          <a:srcRect/>
          <a:stretch/>
        </p:blipFill>
        <p:spPr>
          <a:xfrm>
            <a:off x="962025" y="4485233"/>
            <a:ext cx="114300" cy="200025"/>
          </a:xfrm>
          <a:prstGeom prst="rect">
            <a:avLst/>
          </a:prstGeom>
          <a:noFill/>
          <a:ln>
            <a:noFill/>
          </a:ln>
        </p:spPr>
      </p:pic>
      <p:pic>
        <p:nvPicPr>
          <p:cNvPr id="212" name="Google Shape;212;p19" descr="image.png"/>
          <p:cNvPicPr preferRelativeResize="0"/>
          <p:nvPr/>
        </p:nvPicPr>
        <p:blipFill rotWithShape="1">
          <a:blip r:embed="rId6">
            <a:alphaModFix/>
          </a:blip>
          <a:srcRect/>
          <a:stretch/>
        </p:blipFill>
        <p:spPr>
          <a:xfrm>
            <a:off x="962025" y="4965203"/>
            <a:ext cx="114300" cy="200025"/>
          </a:xfrm>
          <a:prstGeom prst="rect">
            <a:avLst/>
          </a:prstGeom>
          <a:noFill/>
          <a:ln>
            <a:noFill/>
          </a:ln>
        </p:spPr>
      </p:pic>
      <p:pic>
        <p:nvPicPr>
          <p:cNvPr id="213" name="Google Shape;213;p19" descr="image.png"/>
          <p:cNvPicPr preferRelativeResize="0"/>
          <p:nvPr/>
        </p:nvPicPr>
        <p:blipFill rotWithShape="1">
          <a:blip r:embed="rId6">
            <a:alphaModFix/>
          </a:blip>
          <a:srcRect/>
          <a:stretch/>
        </p:blipFill>
        <p:spPr>
          <a:xfrm>
            <a:off x="962025" y="5445174"/>
            <a:ext cx="114300" cy="200025"/>
          </a:xfrm>
          <a:prstGeom prst="rect">
            <a:avLst/>
          </a:prstGeom>
          <a:noFill/>
          <a:ln>
            <a:noFill/>
          </a:ln>
        </p:spPr>
      </p:pic>
      <p:pic>
        <p:nvPicPr>
          <p:cNvPr id="214" name="Google Shape;214;p19" descr="image.png"/>
          <p:cNvPicPr preferRelativeResize="0"/>
          <p:nvPr/>
        </p:nvPicPr>
        <p:blipFill rotWithShape="1">
          <a:blip r:embed="rId6">
            <a:alphaModFix/>
          </a:blip>
          <a:srcRect/>
          <a:stretch/>
        </p:blipFill>
        <p:spPr>
          <a:xfrm>
            <a:off x="6724650" y="4485233"/>
            <a:ext cx="114300" cy="200025"/>
          </a:xfrm>
          <a:prstGeom prst="rect">
            <a:avLst/>
          </a:prstGeom>
          <a:noFill/>
          <a:ln>
            <a:noFill/>
          </a:ln>
        </p:spPr>
      </p:pic>
      <p:pic>
        <p:nvPicPr>
          <p:cNvPr id="215" name="Google Shape;215;p19" descr="image.png"/>
          <p:cNvPicPr preferRelativeResize="0"/>
          <p:nvPr/>
        </p:nvPicPr>
        <p:blipFill rotWithShape="1">
          <a:blip r:embed="rId6">
            <a:alphaModFix/>
          </a:blip>
          <a:srcRect/>
          <a:stretch/>
        </p:blipFill>
        <p:spPr>
          <a:xfrm>
            <a:off x="6724650" y="4965203"/>
            <a:ext cx="114300" cy="200025"/>
          </a:xfrm>
          <a:prstGeom prst="rect">
            <a:avLst/>
          </a:prstGeom>
          <a:noFill/>
          <a:ln>
            <a:noFill/>
          </a:ln>
        </p:spPr>
      </p:pic>
      <p:pic>
        <p:nvPicPr>
          <p:cNvPr id="216" name="Google Shape;216;p19" descr="image.png"/>
          <p:cNvPicPr preferRelativeResize="0"/>
          <p:nvPr/>
        </p:nvPicPr>
        <p:blipFill rotWithShape="1">
          <a:blip r:embed="rId6">
            <a:alphaModFix/>
          </a:blip>
          <a:srcRect/>
          <a:stretch/>
        </p:blipFill>
        <p:spPr>
          <a:xfrm>
            <a:off x="6724650" y="5445174"/>
            <a:ext cx="114300" cy="200025"/>
          </a:xfrm>
          <a:prstGeom prst="rect">
            <a:avLst/>
          </a:prstGeom>
          <a:noFill/>
          <a:ln>
            <a:noFill/>
          </a:ln>
        </p:spPr>
      </p:pic>
      <p:sp>
        <p:nvSpPr>
          <p:cNvPr id="217" name="Google Shape;217;p19"/>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2563EB"/>
                </a:solidFill>
                <a:latin typeface="Poppins"/>
                <a:ea typeface="Poppins"/>
                <a:cs typeface="Poppins"/>
                <a:sym typeface="Poppins"/>
              </a:rPr>
              <a:t>6. Ejercicios Prácticos Formales</a:t>
            </a:r>
            <a:endParaRPr/>
          </a:p>
        </p:txBody>
      </p:sp>
      <p:sp>
        <p:nvSpPr>
          <p:cNvPr id="218" name="Google Shape;218;p19"/>
          <p:cNvSpPr/>
          <p:nvPr/>
        </p:nvSpPr>
        <p:spPr>
          <a:xfrm>
            <a:off x="571500" y="1285875"/>
            <a:ext cx="11049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pic>
        <p:nvPicPr>
          <p:cNvPr id="223" name="Google Shape;223;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4" name="Google Shape;224;p20" descr="image.png"/>
          <p:cNvPicPr preferRelativeResize="0"/>
          <p:nvPr/>
        </p:nvPicPr>
        <p:blipFill rotWithShape="1">
          <a:blip r:embed="rId4">
            <a:alphaModFix/>
          </a:blip>
          <a:srcRect/>
          <a:stretch/>
        </p:blipFill>
        <p:spPr>
          <a:xfrm>
            <a:off x="571500" y="1600200"/>
            <a:ext cx="5286375" cy="4596407"/>
          </a:xfrm>
          <a:prstGeom prst="rect">
            <a:avLst/>
          </a:prstGeom>
          <a:noFill/>
          <a:ln>
            <a:noFill/>
          </a:ln>
        </p:spPr>
      </p:pic>
      <p:pic>
        <p:nvPicPr>
          <p:cNvPr id="225" name="Google Shape;225;p20" descr="image.png"/>
          <p:cNvPicPr preferRelativeResize="0"/>
          <p:nvPr/>
        </p:nvPicPr>
        <p:blipFill rotWithShape="1">
          <a:blip r:embed="rId5">
            <a:alphaModFix/>
          </a:blip>
          <a:srcRect/>
          <a:stretch/>
        </p:blipFill>
        <p:spPr>
          <a:xfrm>
            <a:off x="6334125" y="1600200"/>
            <a:ext cx="5286375" cy="4596407"/>
          </a:xfrm>
          <a:prstGeom prst="rect">
            <a:avLst/>
          </a:prstGeom>
          <a:noFill/>
          <a:ln>
            <a:noFill/>
          </a:ln>
        </p:spPr>
      </p:pic>
      <p:sp>
        <p:nvSpPr>
          <p:cNvPr id="226" name="Google Shape;226;p20"/>
          <p:cNvSpPr txBox="1"/>
          <p:nvPr/>
        </p:nvSpPr>
        <p:spPr>
          <a:xfrm>
            <a:off x="962025" y="1990725"/>
            <a:ext cx="4730591"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2563EB"/>
                </a:solidFill>
                <a:latin typeface="Poppins"/>
                <a:ea typeface="Poppins"/>
                <a:cs typeface="Poppins"/>
                <a:sym typeface="Poppins"/>
              </a:rPr>
              <a:t>3. Argumento Cotidiano</a:t>
            </a:r>
            <a:endParaRPr/>
          </a:p>
        </p:txBody>
      </p:sp>
      <p:sp>
        <p:nvSpPr>
          <p:cNvPr id="227" name="Google Shape;227;p20"/>
          <p:cNvSpPr txBox="1"/>
          <p:nvPr/>
        </p:nvSpPr>
        <p:spPr>
          <a:xfrm>
            <a:off x="962025" y="2552700"/>
            <a:ext cx="4505325" cy="1143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a:solidFill>
                  <a:srgbClr val="334155"/>
                </a:solidFill>
                <a:latin typeface="Lato"/>
                <a:ea typeface="Lato"/>
                <a:cs typeface="Lato"/>
                <a:sym typeface="Lato"/>
              </a:rPr>
              <a:t>"Si el perro ladra, entonces hay alguien en la puerta. No hay nadie en la puerta. Por lo tanto, el perro no ladra."</a:t>
            </a:r>
            <a:endParaRPr/>
          </a:p>
        </p:txBody>
      </p:sp>
      <p:sp>
        <p:nvSpPr>
          <p:cNvPr id="228" name="Google Shape;228;p20"/>
          <p:cNvSpPr txBox="1"/>
          <p:nvPr/>
        </p:nvSpPr>
        <p:spPr>
          <a:xfrm>
            <a:off x="6724650" y="1990725"/>
            <a:ext cx="4730591"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2563EB"/>
                </a:solidFill>
                <a:latin typeface="Poppins"/>
                <a:ea typeface="Poppins"/>
                <a:cs typeface="Poppins"/>
                <a:sym typeface="Poppins"/>
              </a:rPr>
              <a:t>4. Argumento Disyuntivo</a:t>
            </a:r>
            <a:endParaRPr/>
          </a:p>
        </p:txBody>
      </p:sp>
      <p:sp>
        <p:nvSpPr>
          <p:cNvPr id="229" name="Google Shape;229;p20"/>
          <p:cNvSpPr txBox="1"/>
          <p:nvPr/>
        </p:nvSpPr>
        <p:spPr>
          <a:xfrm>
            <a:off x="6724650" y="2552700"/>
            <a:ext cx="4505325" cy="1143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a:solidFill>
                  <a:srgbClr val="334155"/>
                </a:solidFill>
                <a:latin typeface="Lato"/>
                <a:ea typeface="Lato"/>
                <a:cs typeface="Lato"/>
                <a:sym typeface="Lato"/>
              </a:rPr>
              <a:t>"O estudio para el examen, o voy a la fiesta. No voy a la fiesta. Por lo tanto, estudio para el examen."</a:t>
            </a:r>
            <a:endParaRPr/>
          </a:p>
        </p:txBody>
      </p:sp>
      <p:sp>
        <p:nvSpPr>
          <p:cNvPr id="230" name="Google Shape;230;p20"/>
          <p:cNvSpPr txBox="1"/>
          <p:nvPr/>
        </p:nvSpPr>
        <p:spPr>
          <a:xfrm>
            <a:off x="962025" y="3933825"/>
            <a:ext cx="45053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0F172A"/>
                </a:solidFill>
                <a:latin typeface="Lato"/>
                <a:ea typeface="Lato"/>
                <a:cs typeface="Lato"/>
                <a:sym typeface="Lato"/>
              </a:rPr>
              <a:t>Instrucciones:</a:t>
            </a:r>
            <a:endParaRPr/>
          </a:p>
        </p:txBody>
      </p:sp>
      <p:sp>
        <p:nvSpPr>
          <p:cNvPr id="231" name="Google Shape;231;p20"/>
          <p:cNvSpPr txBox="1"/>
          <p:nvPr/>
        </p:nvSpPr>
        <p:spPr>
          <a:xfrm>
            <a:off x="6724650" y="3933825"/>
            <a:ext cx="45053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0F172A"/>
                </a:solidFill>
                <a:latin typeface="Lato"/>
                <a:ea typeface="Lato"/>
                <a:cs typeface="Lato"/>
                <a:sym typeface="Lato"/>
              </a:rPr>
              <a:t>Instrucciones:</a:t>
            </a:r>
            <a:endParaRPr/>
          </a:p>
        </p:txBody>
      </p:sp>
      <p:sp>
        <p:nvSpPr>
          <p:cNvPr id="232" name="Google Shape;232;p20"/>
          <p:cNvSpPr txBox="1"/>
          <p:nvPr/>
        </p:nvSpPr>
        <p:spPr>
          <a:xfrm>
            <a:off x="1343025" y="4366170"/>
            <a:ext cx="41243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Lato"/>
                <a:ea typeface="Lato"/>
                <a:cs typeface="Lato"/>
                <a:sym typeface="Lato"/>
              </a:rPr>
              <a:t>Define las proposiciones.</a:t>
            </a:r>
            <a:endParaRPr/>
          </a:p>
        </p:txBody>
      </p:sp>
      <p:sp>
        <p:nvSpPr>
          <p:cNvPr id="233" name="Google Shape;233;p20"/>
          <p:cNvSpPr txBox="1"/>
          <p:nvPr/>
        </p:nvSpPr>
        <p:spPr>
          <a:xfrm>
            <a:off x="1343025" y="4846141"/>
            <a:ext cx="41243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Lato"/>
                <a:ea typeface="Lato"/>
                <a:cs typeface="Lato"/>
                <a:sym typeface="Lato"/>
              </a:rPr>
              <a:t>Expresa el argumento en lógica simbólica.</a:t>
            </a:r>
            <a:endParaRPr/>
          </a:p>
        </p:txBody>
      </p:sp>
      <p:sp>
        <p:nvSpPr>
          <p:cNvPr id="234" name="Google Shape;234;p20"/>
          <p:cNvSpPr txBox="1"/>
          <p:nvPr/>
        </p:nvSpPr>
        <p:spPr>
          <a:xfrm>
            <a:off x="1343025" y="5326112"/>
            <a:ext cx="41243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Lato"/>
                <a:ea typeface="Lato"/>
                <a:cs typeface="Lato"/>
                <a:sym typeface="Lato"/>
              </a:rPr>
              <a:t>Justifica la conclusión.</a:t>
            </a:r>
            <a:endParaRPr/>
          </a:p>
        </p:txBody>
      </p:sp>
      <p:sp>
        <p:nvSpPr>
          <p:cNvPr id="235" name="Google Shape;235;p20"/>
          <p:cNvSpPr txBox="1"/>
          <p:nvPr/>
        </p:nvSpPr>
        <p:spPr>
          <a:xfrm>
            <a:off x="7105650" y="4366170"/>
            <a:ext cx="41243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Lato"/>
                <a:ea typeface="Lato"/>
                <a:cs typeface="Lato"/>
                <a:sym typeface="Lato"/>
              </a:rPr>
              <a:t>Identifica las proposiciones.</a:t>
            </a:r>
            <a:endParaRPr/>
          </a:p>
        </p:txBody>
      </p:sp>
      <p:sp>
        <p:nvSpPr>
          <p:cNvPr id="236" name="Google Shape;236;p20"/>
          <p:cNvSpPr txBox="1"/>
          <p:nvPr/>
        </p:nvSpPr>
        <p:spPr>
          <a:xfrm>
            <a:off x="7105650" y="4846141"/>
            <a:ext cx="41243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Lato"/>
                <a:ea typeface="Lato"/>
                <a:cs typeface="Lato"/>
                <a:sym typeface="Lato"/>
              </a:rPr>
              <a:t>Escribe la notación lógica del argumento.</a:t>
            </a:r>
            <a:endParaRPr/>
          </a:p>
        </p:txBody>
      </p:sp>
      <p:sp>
        <p:nvSpPr>
          <p:cNvPr id="237" name="Google Shape;237;p20"/>
          <p:cNvSpPr txBox="1"/>
          <p:nvPr/>
        </p:nvSpPr>
        <p:spPr>
          <a:xfrm>
            <a:off x="7105650" y="5326112"/>
            <a:ext cx="4124325"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Lato"/>
                <a:ea typeface="Lato"/>
                <a:cs typeface="Lato"/>
                <a:sym typeface="Lato"/>
              </a:rPr>
              <a:t>Explica la validez del razonamiento.</a:t>
            </a:r>
            <a:endParaRPr/>
          </a:p>
        </p:txBody>
      </p:sp>
      <p:pic>
        <p:nvPicPr>
          <p:cNvPr id="238" name="Google Shape;238;p20" descr="image.png"/>
          <p:cNvPicPr preferRelativeResize="0"/>
          <p:nvPr/>
        </p:nvPicPr>
        <p:blipFill rotWithShape="1">
          <a:blip r:embed="rId6">
            <a:alphaModFix/>
          </a:blip>
          <a:srcRect/>
          <a:stretch/>
        </p:blipFill>
        <p:spPr>
          <a:xfrm>
            <a:off x="962025" y="4409033"/>
            <a:ext cx="114300" cy="200025"/>
          </a:xfrm>
          <a:prstGeom prst="rect">
            <a:avLst/>
          </a:prstGeom>
          <a:noFill/>
          <a:ln>
            <a:noFill/>
          </a:ln>
        </p:spPr>
      </p:pic>
      <p:pic>
        <p:nvPicPr>
          <p:cNvPr id="239" name="Google Shape;239;p20" descr="image.png"/>
          <p:cNvPicPr preferRelativeResize="0"/>
          <p:nvPr/>
        </p:nvPicPr>
        <p:blipFill rotWithShape="1">
          <a:blip r:embed="rId6">
            <a:alphaModFix/>
          </a:blip>
          <a:srcRect/>
          <a:stretch/>
        </p:blipFill>
        <p:spPr>
          <a:xfrm>
            <a:off x="962025" y="4889003"/>
            <a:ext cx="114300" cy="200025"/>
          </a:xfrm>
          <a:prstGeom prst="rect">
            <a:avLst/>
          </a:prstGeom>
          <a:noFill/>
          <a:ln>
            <a:noFill/>
          </a:ln>
        </p:spPr>
      </p:pic>
      <p:pic>
        <p:nvPicPr>
          <p:cNvPr id="240" name="Google Shape;240;p20" descr="image.png"/>
          <p:cNvPicPr preferRelativeResize="0"/>
          <p:nvPr/>
        </p:nvPicPr>
        <p:blipFill rotWithShape="1">
          <a:blip r:embed="rId6">
            <a:alphaModFix/>
          </a:blip>
          <a:srcRect/>
          <a:stretch/>
        </p:blipFill>
        <p:spPr>
          <a:xfrm>
            <a:off x="962025" y="5368974"/>
            <a:ext cx="114300" cy="200025"/>
          </a:xfrm>
          <a:prstGeom prst="rect">
            <a:avLst/>
          </a:prstGeom>
          <a:noFill/>
          <a:ln>
            <a:noFill/>
          </a:ln>
        </p:spPr>
      </p:pic>
      <p:pic>
        <p:nvPicPr>
          <p:cNvPr id="241" name="Google Shape;241;p20" descr="image.png"/>
          <p:cNvPicPr preferRelativeResize="0"/>
          <p:nvPr/>
        </p:nvPicPr>
        <p:blipFill rotWithShape="1">
          <a:blip r:embed="rId6">
            <a:alphaModFix/>
          </a:blip>
          <a:srcRect/>
          <a:stretch/>
        </p:blipFill>
        <p:spPr>
          <a:xfrm>
            <a:off x="6724650" y="4409033"/>
            <a:ext cx="114300" cy="200025"/>
          </a:xfrm>
          <a:prstGeom prst="rect">
            <a:avLst/>
          </a:prstGeom>
          <a:noFill/>
          <a:ln>
            <a:noFill/>
          </a:ln>
        </p:spPr>
      </p:pic>
      <p:pic>
        <p:nvPicPr>
          <p:cNvPr id="242" name="Google Shape;242;p20" descr="image.png"/>
          <p:cNvPicPr preferRelativeResize="0"/>
          <p:nvPr/>
        </p:nvPicPr>
        <p:blipFill rotWithShape="1">
          <a:blip r:embed="rId6">
            <a:alphaModFix/>
          </a:blip>
          <a:srcRect/>
          <a:stretch/>
        </p:blipFill>
        <p:spPr>
          <a:xfrm>
            <a:off x="6724650" y="4889003"/>
            <a:ext cx="114300" cy="200025"/>
          </a:xfrm>
          <a:prstGeom prst="rect">
            <a:avLst/>
          </a:prstGeom>
          <a:noFill/>
          <a:ln>
            <a:noFill/>
          </a:ln>
        </p:spPr>
      </p:pic>
      <p:pic>
        <p:nvPicPr>
          <p:cNvPr id="243" name="Google Shape;243;p20" descr="image.png"/>
          <p:cNvPicPr preferRelativeResize="0"/>
          <p:nvPr/>
        </p:nvPicPr>
        <p:blipFill rotWithShape="1">
          <a:blip r:embed="rId6">
            <a:alphaModFix/>
          </a:blip>
          <a:srcRect/>
          <a:stretch/>
        </p:blipFill>
        <p:spPr>
          <a:xfrm>
            <a:off x="6724650" y="5368974"/>
            <a:ext cx="114300" cy="200025"/>
          </a:xfrm>
          <a:prstGeom prst="rect">
            <a:avLst/>
          </a:prstGeom>
          <a:noFill/>
          <a:ln>
            <a:noFill/>
          </a:ln>
        </p:spPr>
      </p:pic>
      <p:sp>
        <p:nvSpPr>
          <p:cNvPr id="244" name="Google Shape;244;p20"/>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2563EB"/>
                </a:solidFill>
                <a:latin typeface="Poppins"/>
                <a:ea typeface="Poppins"/>
                <a:cs typeface="Poppins"/>
                <a:sym typeface="Poppins"/>
              </a:rPr>
              <a:t>7. Ejercicios Prácticos Formales (Cont.)</a:t>
            </a:r>
            <a:endParaRPr/>
          </a:p>
        </p:txBody>
      </p:sp>
      <p:sp>
        <p:nvSpPr>
          <p:cNvPr id="245" name="Google Shape;245;p20"/>
          <p:cNvSpPr/>
          <p:nvPr/>
        </p:nvSpPr>
        <p:spPr>
          <a:xfrm>
            <a:off x="571500" y="1285875"/>
            <a:ext cx="11049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51" name="Google Shape;251;p21" descr="image.png"/>
          <p:cNvPicPr preferRelativeResize="0"/>
          <p:nvPr/>
        </p:nvPicPr>
        <p:blipFill rotWithShape="1">
          <a:blip r:embed="rId4">
            <a:alphaModFix/>
          </a:blip>
          <a:srcRect/>
          <a:stretch/>
        </p:blipFill>
        <p:spPr>
          <a:xfrm>
            <a:off x="1123950" y="1600200"/>
            <a:ext cx="9944100" cy="3512492"/>
          </a:xfrm>
          <a:prstGeom prst="rect">
            <a:avLst/>
          </a:prstGeom>
          <a:noFill/>
          <a:ln>
            <a:noFill/>
          </a:ln>
        </p:spPr>
      </p:pic>
      <p:pic>
        <p:nvPicPr>
          <p:cNvPr id="252" name="Google Shape;252;p21" descr="image.png"/>
          <p:cNvPicPr preferRelativeResize="0"/>
          <p:nvPr/>
        </p:nvPicPr>
        <p:blipFill rotWithShape="1">
          <a:blip r:embed="rId5">
            <a:alphaModFix/>
          </a:blip>
          <a:srcRect/>
          <a:stretch/>
        </p:blipFill>
        <p:spPr>
          <a:xfrm>
            <a:off x="1609725" y="3880246"/>
            <a:ext cx="8972550" cy="746670"/>
          </a:xfrm>
          <a:prstGeom prst="rect">
            <a:avLst/>
          </a:prstGeom>
          <a:noFill/>
          <a:ln>
            <a:noFill/>
          </a:ln>
        </p:spPr>
      </p:pic>
      <p:sp>
        <p:nvSpPr>
          <p:cNvPr id="253" name="Google Shape;253;p21"/>
          <p:cNvSpPr txBox="1"/>
          <p:nvPr/>
        </p:nvSpPr>
        <p:spPr>
          <a:xfrm>
            <a:off x="1609725" y="2085975"/>
            <a:ext cx="8972550" cy="1508521"/>
          </a:xfrm>
          <a:prstGeom prst="rect">
            <a:avLst/>
          </a:prstGeom>
          <a:noFill/>
          <a:ln>
            <a:noFill/>
          </a:ln>
        </p:spPr>
        <p:txBody>
          <a:bodyPr spcFirstLastPara="1" wrap="square" lIns="0" tIns="0" rIns="0" bIns="0" anchor="t" anchorCtr="0">
            <a:spAutoFit/>
          </a:bodyPr>
          <a:lstStyle/>
          <a:p>
            <a:pPr marL="0" marR="0" lvl="0" indent="0" algn="l" rtl="0">
              <a:lnSpc>
                <a:spcPct val="165000"/>
              </a:lnSpc>
              <a:spcBef>
                <a:spcPts val="0"/>
              </a:spcBef>
              <a:spcAft>
                <a:spcPts val="0"/>
              </a:spcAft>
              <a:buNone/>
            </a:pPr>
            <a:r>
              <a:rPr lang="en-US" sz="1650" b="0" i="1" u="none" strike="noStrike" cap="none">
                <a:solidFill>
                  <a:srgbClr val="334155"/>
                </a:solidFill>
                <a:latin typeface="Lato"/>
                <a:ea typeface="Lato"/>
                <a:cs typeface="Lato"/>
                <a:sym typeface="Lato"/>
              </a:rPr>
              <a:t>"Si hay tráfico, llegaré tarde al trabajo. </a:t>
            </a:r>
            <a:br>
              <a:rPr lang="en-US" sz="1800" b="0" i="0" u="none" strike="noStrike" cap="none">
                <a:solidFill>
                  <a:schemeClr val="dk1"/>
                </a:solidFill>
                <a:latin typeface="Calibri"/>
                <a:ea typeface="Calibri"/>
                <a:cs typeface="Calibri"/>
                <a:sym typeface="Calibri"/>
              </a:rPr>
            </a:br>
            <a:r>
              <a:rPr lang="en-US" sz="1650" b="0" i="1" u="none" strike="noStrike" cap="none">
                <a:solidFill>
                  <a:srgbClr val="334155"/>
                </a:solidFill>
                <a:latin typeface="Lato"/>
                <a:ea typeface="Lato"/>
                <a:cs typeface="Lato"/>
                <a:sym typeface="Lato"/>
              </a:rPr>
              <a:t> Si llego tarde al trabajo, mi jefe se molestará. </a:t>
            </a:r>
            <a:br>
              <a:rPr lang="en-US" sz="1800" b="0" i="0" u="none" strike="noStrike" cap="none">
                <a:solidFill>
                  <a:schemeClr val="dk1"/>
                </a:solidFill>
                <a:latin typeface="Calibri"/>
                <a:ea typeface="Calibri"/>
                <a:cs typeface="Calibri"/>
                <a:sym typeface="Calibri"/>
              </a:rPr>
            </a:br>
            <a:r>
              <a:rPr lang="en-US" sz="1650" b="0" i="1" u="none" strike="noStrike" cap="none">
                <a:solidFill>
                  <a:srgbClr val="334155"/>
                </a:solidFill>
                <a:latin typeface="Lato"/>
                <a:ea typeface="Lato"/>
                <a:cs typeface="Lato"/>
                <a:sym typeface="Lato"/>
              </a:rPr>
              <a:t> Si mi jefe se molesta, tendré que quedarme horas extras. </a:t>
            </a:r>
            <a:br>
              <a:rPr lang="en-US" sz="1800" b="0" i="0" u="none" strike="noStrike" cap="none">
                <a:solidFill>
                  <a:schemeClr val="dk1"/>
                </a:solidFill>
                <a:latin typeface="Calibri"/>
                <a:ea typeface="Calibri"/>
                <a:cs typeface="Calibri"/>
                <a:sym typeface="Calibri"/>
              </a:rPr>
            </a:br>
            <a:r>
              <a:rPr lang="en-US" sz="1650" b="0" i="1" u="none" strike="noStrike" cap="none">
                <a:solidFill>
                  <a:srgbClr val="334155"/>
                </a:solidFill>
                <a:latin typeface="Lato"/>
                <a:ea typeface="Lato"/>
                <a:cs typeface="Lato"/>
                <a:sym typeface="Lato"/>
              </a:rPr>
              <a:t> Hoy hay tráfico."</a:t>
            </a:r>
            <a:endParaRPr/>
          </a:p>
        </p:txBody>
      </p:sp>
      <p:sp>
        <p:nvSpPr>
          <p:cNvPr id="254" name="Google Shape;254;p21"/>
          <p:cNvSpPr txBox="1"/>
          <p:nvPr/>
        </p:nvSpPr>
        <p:spPr>
          <a:xfrm>
            <a:off x="1847850" y="4070746"/>
            <a:ext cx="8543925" cy="365670"/>
          </a:xfrm>
          <a:prstGeom prst="rect">
            <a:avLst/>
          </a:prstGeom>
          <a:noFill/>
          <a:ln>
            <a:noFill/>
          </a:ln>
        </p:spPr>
        <p:txBody>
          <a:bodyPr spcFirstLastPara="1" wrap="square" lIns="32385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730A3"/>
                </a:solidFill>
                <a:latin typeface="Lato"/>
                <a:ea typeface="Lato"/>
                <a:cs typeface="Lato"/>
                <a:sym typeface="Lato"/>
              </a:rPr>
              <a:t>Meta a demostrar: 'Tendré que quedarme horas extras'.</a:t>
            </a:r>
            <a:endParaRPr/>
          </a:p>
        </p:txBody>
      </p:sp>
      <p:sp>
        <p:nvSpPr>
          <p:cNvPr id="255" name="Google Shape;255;p21"/>
          <p:cNvSpPr txBox="1"/>
          <p:nvPr/>
        </p:nvSpPr>
        <p:spPr>
          <a:xfrm>
            <a:off x="4429125" y="5398442"/>
            <a:ext cx="371475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Lato"/>
                <a:ea typeface="Lato"/>
                <a:cs typeface="Lato"/>
                <a:sym typeface="Lato"/>
              </a:rPr>
              <a:t>Identifica las proposiciones (p, q, r, s).</a:t>
            </a:r>
            <a:endParaRPr/>
          </a:p>
        </p:txBody>
      </p:sp>
      <p:sp>
        <p:nvSpPr>
          <p:cNvPr id="256" name="Google Shape;256;p21"/>
          <p:cNvSpPr txBox="1"/>
          <p:nvPr/>
        </p:nvSpPr>
        <p:spPr>
          <a:xfrm>
            <a:off x="4429125" y="5878413"/>
            <a:ext cx="371475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Lato"/>
                <a:ea typeface="Lato"/>
                <a:cs typeface="Lato"/>
                <a:sym typeface="Lato"/>
              </a:rPr>
              <a:t>Escribe la notación lógica del argumento.</a:t>
            </a:r>
            <a:endParaRPr/>
          </a:p>
        </p:txBody>
      </p:sp>
      <p:sp>
        <p:nvSpPr>
          <p:cNvPr id="257" name="Google Shape;257;p21"/>
          <p:cNvSpPr txBox="1"/>
          <p:nvPr/>
        </p:nvSpPr>
        <p:spPr>
          <a:xfrm>
            <a:off x="4429125" y="6358383"/>
            <a:ext cx="371475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dirty="0" err="1">
                <a:solidFill>
                  <a:srgbClr val="334155"/>
                </a:solidFill>
                <a:latin typeface="Lato"/>
                <a:ea typeface="Lato"/>
                <a:cs typeface="Lato"/>
                <a:sym typeface="Lato"/>
              </a:rPr>
              <a:t>Aplica</a:t>
            </a:r>
            <a:r>
              <a:rPr lang="en-US" sz="1425" b="0" i="0" u="none" strike="noStrike" cap="none" dirty="0">
                <a:solidFill>
                  <a:srgbClr val="334155"/>
                </a:solidFill>
                <a:latin typeface="Lato"/>
                <a:ea typeface="Lato"/>
                <a:cs typeface="Lato"/>
                <a:sym typeface="Lato"/>
              </a:rPr>
              <a:t> las </a:t>
            </a:r>
            <a:r>
              <a:rPr lang="en-US" sz="1425" b="0" i="0" u="none" strike="noStrike" cap="none" dirty="0" err="1">
                <a:solidFill>
                  <a:srgbClr val="334155"/>
                </a:solidFill>
                <a:latin typeface="Lato"/>
                <a:ea typeface="Lato"/>
                <a:cs typeface="Lato"/>
                <a:sym typeface="Lato"/>
              </a:rPr>
              <a:t>reglas</a:t>
            </a:r>
            <a:r>
              <a:rPr lang="en-US" sz="1425" b="0" i="0" u="none" strike="noStrike" cap="none" dirty="0">
                <a:solidFill>
                  <a:srgbClr val="334155"/>
                </a:solidFill>
                <a:latin typeface="Lato"/>
                <a:ea typeface="Lato"/>
                <a:cs typeface="Lato"/>
                <a:sym typeface="Lato"/>
              </a:rPr>
              <a:t> </a:t>
            </a:r>
            <a:r>
              <a:rPr lang="en-US" sz="1425" b="0" i="0" u="none" strike="noStrike" cap="none" dirty="0" err="1">
                <a:solidFill>
                  <a:srgbClr val="334155"/>
                </a:solidFill>
                <a:latin typeface="Lato"/>
                <a:ea typeface="Lato"/>
                <a:cs typeface="Lato"/>
                <a:sym typeface="Lato"/>
              </a:rPr>
              <a:t>correspondientes</a:t>
            </a:r>
            <a:r>
              <a:rPr lang="en-US" sz="1425" b="0" i="0" u="none" strike="noStrike" cap="none" dirty="0">
                <a:solidFill>
                  <a:srgbClr val="334155"/>
                </a:solidFill>
                <a:latin typeface="Lato"/>
                <a:ea typeface="Lato"/>
                <a:cs typeface="Lato"/>
                <a:sym typeface="Lato"/>
              </a:rPr>
              <a:t> paso a paso.</a:t>
            </a:r>
            <a:endParaRPr dirty="0"/>
          </a:p>
        </p:txBody>
      </p:sp>
      <p:pic>
        <p:nvPicPr>
          <p:cNvPr id="258" name="Google Shape;258;p21" descr="image.png"/>
          <p:cNvPicPr preferRelativeResize="0"/>
          <p:nvPr/>
        </p:nvPicPr>
        <p:blipFill rotWithShape="1">
          <a:blip r:embed="rId6">
            <a:alphaModFix/>
          </a:blip>
          <a:srcRect/>
          <a:stretch/>
        </p:blipFill>
        <p:spPr>
          <a:xfrm>
            <a:off x="1847850" y="4137421"/>
            <a:ext cx="228600" cy="228600"/>
          </a:xfrm>
          <a:prstGeom prst="rect">
            <a:avLst/>
          </a:prstGeom>
          <a:noFill/>
          <a:ln>
            <a:noFill/>
          </a:ln>
        </p:spPr>
      </p:pic>
      <p:pic>
        <p:nvPicPr>
          <p:cNvPr id="259" name="Google Shape;259;p21" descr="image.png"/>
          <p:cNvPicPr preferRelativeResize="0"/>
          <p:nvPr/>
        </p:nvPicPr>
        <p:blipFill rotWithShape="1">
          <a:blip r:embed="rId7">
            <a:alphaModFix/>
          </a:blip>
          <a:srcRect/>
          <a:stretch/>
        </p:blipFill>
        <p:spPr>
          <a:xfrm>
            <a:off x="4048125" y="5441305"/>
            <a:ext cx="190500" cy="200025"/>
          </a:xfrm>
          <a:prstGeom prst="rect">
            <a:avLst/>
          </a:prstGeom>
          <a:noFill/>
          <a:ln>
            <a:noFill/>
          </a:ln>
        </p:spPr>
      </p:pic>
      <p:pic>
        <p:nvPicPr>
          <p:cNvPr id="260" name="Google Shape;260;p21" descr="image.png"/>
          <p:cNvPicPr preferRelativeResize="0"/>
          <p:nvPr/>
        </p:nvPicPr>
        <p:blipFill rotWithShape="1">
          <a:blip r:embed="rId7">
            <a:alphaModFix/>
          </a:blip>
          <a:srcRect/>
          <a:stretch/>
        </p:blipFill>
        <p:spPr>
          <a:xfrm>
            <a:off x="4048125" y="5921275"/>
            <a:ext cx="190500" cy="200025"/>
          </a:xfrm>
          <a:prstGeom prst="rect">
            <a:avLst/>
          </a:prstGeom>
          <a:noFill/>
          <a:ln>
            <a:noFill/>
          </a:ln>
        </p:spPr>
      </p:pic>
      <p:pic>
        <p:nvPicPr>
          <p:cNvPr id="261" name="Google Shape;261;p21" descr="image.png"/>
          <p:cNvPicPr preferRelativeResize="0"/>
          <p:nvPr/>
        </p:nvPicPr>
        <p:blipFill rotWithShape="1">
          <a:blip r:embed="rId7">
            <a:alphaModFix/>
          </a:blip>
          <a:srcRect/>
          <a:stretch/>
        </p:blipFill>
        <p:spPr>
          <a:xfrm>
            <a:off x="4048125" y="6401246"/>
            <a:ext cx="190500" cy="200025"/>
          </a:xfrm>
          <a:prstGeom prst="rect">
            <a:avLst/>
          </a:prstGeom>
          <a:noFill/>
          <a:ln>
            <a:noFill/>
          </a:ln>
        </p:spPr>
      </p:pic>
      <p:sp>
        <p:nvSpPr>
          <p:cNvPr id="262" name="Google Shape;262;p21"/>
          <p:cNvSpPr txBox="1"/>
          <p:nvPr/>
        </p:nvSpPr>
        <p:spPr>
          <a:xfrm>
            <a:off x="571500" y="571500"/>
            <a:ext cx="1160145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2563EB"/>
                </a:solidFill>
                <a:latin typeface="Poppins"/>
                <a:ea typeface="Poppins"/>
                <a:cs typeface="Poppins"/>
                <a:sym typeface="Poppins"/>
              </a:rPr>
              <a:t>8. Demostración Lógica: En Cadena</a:t>
            </a:r>
            <a:endParaRPr/>
          </a:p>
        </p:txBody>
      </p:sp>
      <p:sp>
        <p:nvSpPr>
          <p:cNvPr id="263" name="Google Shape;263;p21"/>
          <p:cNvSpPr/>
          <p:nvPr/>
        </p:nvSpPr>
        <p:spPr>
          <a:xfrm>
            <a:off x="571500" y="1285875"/>
            <a:ext cx="11049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9">
          <a:extLst>
            <a:ext uri="{FF2B5EF4-FFF2-40B4-BE49-F238E27FC236}">
              <a16:creationId xmlns:a16="http://schemas.microsoft.com/office/drawing/2014/main" id="{142D0BB2-B208-FCE2-E3B6-0691F8C654A3}"/>
            </a:ext>
          </a:extLst>
        </p:cNvPr>
        <p:cNvGrpSpPr/>
        <p:nvPr/>
      </p:nvGrpSpPr>
      <p:grpSpPr>
        <a:xfrm>
          <a:off x="0" y="0"/>
          <a:ext cx="0" cy="0"/>
          <a:chOff x="0" y="0"/>
          <a:chExt cx="0" cy="0"/>
        </a:xfrm>
      </p:grpSpPr>
      <p:pic>
        <p:nvPicPr>
          <p:cNvPr id="250" name="Google Shape;250;p21" descr="image.png">
            <a:extLst>
              <a:ext uri="{FF2B5EF4-FFF2-40B4-BE49-F238E27FC236}">
                <a16:creationId xmlns:a16="http://schemas.microsoft.com/office/drawing/2014/main" id="{81BFC022-330C-E477-10A5-674FF57DA57E}"/>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51" name="Google Shape;251;p21" descr="image.png">
            <a:extLst>
              <a:ext uri="{FF2B5EF4-FFF2-40B4-BE49-F238E27FC236}">
                <a16:creationId xmlns:a16="http://schemas.microsoft.com/office/drawing/2014/main" id="{5699BB72-1FBB-8153-CE33-9F870C3E9987}"/>
              </a:ext>
            </a:extLst>
          </p:cNvPr>
          <p:cNvPicPr preferRelativeResize="0"/>
          <p:nvPr/>
        </p:nvPicPr>
        <p:blipFill rotWithShape="1">
          <a:blip r:embed="rId4">
            <a:alphaModFix/>
          </a:blip>
          <a:srcRect/>
          <a:stretch/>
        </p:blipFill>
        <p:spPr>
          <a:xfrm>
            <a:off x="1123950" y="1600200"/>
            <a:ext cx="9944100" cy="3512492"/>
          </a:xfrm>
          <a:prstGeom prst="rect">
            <a:avLst/>
          </a:prstGeom>
          <a:noFill/>
          <a:ln>
            <a:noFill/>
          </a:ln>
        </p:spPr>
      </p:pic>
      <p:pic>
        <p:nvPicPr>
          <p:cNvPr id="252" name="Google Shape;252;p21" descr="image.png">
            <a:extLst>
              <a:ext uri="{FF2B5EF4-FFF2-40B4-BE49-F238E27FC236}">
                <a16:creationId xmlns:a16="http://schemas.microsoft.com/office/drawing/2014/main" id="{E6FB4E8C-CFF1-BA2B-E65B-7DF609EA5226}"/>
              </a:ext>
            </a:extLst>
          </p:cNvPr>
          <p:cNvPicPr preferRelativeResize="0"/>
          <p:nvPr/>
        </p:nvPicPr>
        <p:blipFill rotWithShape="1">
          <a:blip r:embed="rId5">
            <a:alphaModFix/>
          </a:blip>
          <a:srcRect/>
          <a:stretch/>
        </p:blipFill>
        <p:spPr>
          <a:xfrm>
            <a:off x="1609725" y="3880246"/>
            <a:ext cx="8972550" cy="746670"/>
          </a:xfrm>
          <a:prstGeom prst="rect">
            <a:avLst/>
          </a:prstGeom>
          <a:noFill/>
          <a:ln>
            <a:noFill/>
          </a:ln>
        </p:spPr>
      </p:pic>
      <p:sp>
        <p:nvSpPr>
          <p:cNvPr id="253" name="Google Shape;253;p21">
            <a:extLst>
              <a:ext uri="{FF2B5EF4-FFF2-40B4-BE49-F238E27FC236}">
                <a16:creationId xmlns:a16="http://schemas.microsoft.com/office/drawing/2014/main" id="{E46309C9-A825-0F26-ABC8-2A00B9D56AF3}"/>
              </a:ext>
            </a:extLst>
          </p:cNvPr>
          <p:cNvSpPr txBox="1"/>
          <p:nvPr/>
        </p:nvSpPr>
        <p:spPr>
          <a:xfrm>
            <a:off x="1609725" y="2085975"/>
            <a:ext cx="8972550" cy="1675843"/>
          </a:xfrm>
          <a:prstGeom prst="rect">
            <a:avLst/>
          </a:prstGeom>
          <a:noFill/>
          <a:ln>
            <a:noFill/>
          </a:ln>
        </p:spPr>
        <p:txBody>
          <a:bodyPr spcFirstLastPara="1" wrap="square" lIns="0" tIns="0" rIns="0" bIns="0" anchor="t" anchorCtr="0">
            <a:spAutoFit/>
          </a:bodyPr>
          <a:lstStyle/>
          <a:p>
            <a:pPr lvl="0">
              <a:lnSpc>
                <a:spcPct val="165000"/>
              </a:lnSpc>
            </a:pPr>
            <a:r>
              <a:rPr lang="es-ES" sz="1650" i="1" dirty="0">
                <a:solidFill>
                  <a:srgbClr val="334155"/>
                </a:solidFill>
                <a:latin typeface="Lato"/>
                <a:ea typeface="Lato"/>
                <a:cs typeface="Lato"/>
                <a:sym typeface="Lato"/>
              </a:rPr>
              <a:t>“Hoy no hay electricidad y el internet está caído.”</a:t>
            </a:r>
          </a:p>
          <a:p>
            <a:pPr lvl="0">
              <a:lnSpc>
                <a:spcPct val="165000"/>
              </a:lnSpc>
            </a:pPr>
            <a:r>
              <a:rPr lang="es-ES" sz="1650" i="1" dirty="0">
                <a:solidFill>
                  <a:srgbClr val="334155"/>
                </a:solidFill>
                <a:latin typeface="Lato"/>
                <a:ea typeface="Lato"/>
                <a:cs typeface="Lato"/>
                <a:sym typeface="Lato"/>
              </a:rPr>
              <a:t>“Trabajaremos en línea solo si hay internet.”</a:t>
            </a:r>
          </a:p>
          <a:p>
            <a:pPr lvl="0">
              <a:lnSpc>
                <a:spcPct val="165000"/>
              </a:lnSpc>
            </a:pPr>
            <a:r>
              <a:rPr lang="es-ES" sz="1650" i="1" dirty="0">
                <a:solidFill>
                  <a:srgbClr val="334155"/>
                </a:solidFill>
                <a:latin typeface="Lato"/>
                <a:ea typeface="Lato"/>
                <a:cs typeface="Lato"/>
                <a:sym typeface="Lato"/>
              </a:rPr>
              <a:t>“Si no trabajamos en línea, entonces haremos el trabajo en modo offline.”</a:t>
            </a:r>
          </a:p>
          <a:p>
            <a:pPr lvl="0">
              <a:lnSpc>
                <a:spcPct val="165000"/>
              </a:lnSpc>
            </a:pPr>
            <a:r>
              <a:rPr lang="es-ES" sz="1650" i="1" dirty="0">
                <a:solidFill>
                  <a:srgbClr val="334155"/>
                </a:solidFill>
                <a:latin typeface="Lato"/>
                <a:ea typeface="Lato"/>
                <a:cs typeface="Lato"/>
                <a:sym typeface="Lato"/>
              </a:rPr>
              <a:t>“Si hacemos el trabajo en modo offline, entonces entregaremos el informe hoy.”</a:t>
            </a:r>
            <a:endParaRPr dirty="0"/>
          </a:p>
        </p:txBody>
      </p:sp>
      <p:sp>
        <p:nvSpPr>
          <p:cNvPr id="254" name="Google Shape;254;p21">
            <a:extLst>
              <a:ext uri="{FF2B5EF4-FFF2-40B4-BE49-F238E27FC236}">
                <a16:creationId xmlns:a16="http://schemas.microsoft.com/office/drawing/2014/main" id="{1BC835FD-C7C9-1D49-40C5-64DFE845A39A}"/>
              </a:ext>
            </a:extLst>
          </p:cNvPr>
          <p:cNvSpPr txBox="1"/>
          <p:nvPr/>
        </p:nvSpPr>
        <p:spPr>
          <a:xfrm>
            <a:off x="1847850" y="4070746"/>
            <a:ext cx="8543925" cy="443198"/>
          </a:xfrm>
          <a:prstGeom prst="rect">
            <a:avLst/>
          </a:prstGeom>
          <a:noFill/>
          <a:ln>
            <a:noFill/>
          </a:ln>
        </p:spPr>
        <p:txBody>
          <a:bodyPr spcFirstLastPara="1" wrap="square" lIns="32385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3730A3"/>
                </a:solidFill>
                <a:latin typeface="Lato"/>
                <a:ea typeface="Lato"/>
                <a:cs typeface="Lato"/>
                <a:sym typeface="Lato"/>
              </a:rPr>
              <a:t>Meta a </a:t>
            </a:r>
            <a:r>
              <a:rPr lang="en-US" sz="1800" b="1" i="0" u="none" strike="noStrike" cap="none" dirty="0" err="1">
                <a:solidFill>
                  <a:srgbClr val="3730A3"/>
                </a:solidFill>
                <a:latin typeface="Lato"/>
                <a:ea typeface="Lato"/>
                <a:cs typeface="Lato"/>
                <a:sym typeface="Lato"/>
              </a:rPr>
              <a:t>demostrar</a:t>
            </a:r>
            <a:r>
              <a:rPr lang="en-US" sz="1800" b="1" i="0" u="none" strike="noStrike" cap="none" dirty="0">
                <a:solidFill>
                  <a:srgbClr val="3730A3"/>
                </a:solidFill>
                <a:latin typeface="Lato"/>
                <a:ea typeface="Lato"/>
                <a:cs typeface="Lato"/>
                <a:sym typeface="Lato"/>
              </a:rPr>
              <a:t>: </a:t>
            </a:r>
            <a:r>
              <a:rPr lang="en-US" b="1" dirty="0">
                <a:solidFill>
                  <a:srgbClr val="3730A3"/>
                </a:solidFill>
                <a:latin typeface="Lato"/>
                <a:ea typeface="Lato"/>
                <a:cs typeface="Lato"/>
                <a:sym typeface="Lato"/>
              </a:rPr>
              <a:t>‘</a:t>
            </a:r>
            <a:r>
              <a:rPr lang="en-US" sz="1800" b="1" i="0" u="none" strike="noStrike" cap="none" dirty="0" err="1">
                <a:solidFill>
                  <a:srgbClr val="3730A3"/>
                </a:solidFill>
                <a:latin typeface="Lato"/>
                <a:ea typeface="Lato"/>
                <a:cs typeface="Lato"/>
                <a:sym typeface="Lato"/>
              </a:rPr>
              <a:t>Entregaremos</a:t>
            </a:r>
            <a:r>
              <a:rPr lang="en-US" sz="1800" b="1" i="0" u="none" strike="noStrike" cap="none" dirty="0">
                <a:solidFill>
                  <a:srgbClr val="3730A3"/>
                </a:solidFill>
                <a:latin typeface="Lato"/>
                <a:ea typeface="Lato"/>
                <a:cs typeface="Lato"/>
                <a:sym typeface="Lato"/>
              </a:rPr>
              <a:t> </a:t>
            </a:r>
            <a:r>
              <a:rPr lang="en-US" sz="1800" b="1" i="0" u="none" strike="noStrike" cap="none" dirty="0" err="1">
                <a:solidFill>
                  <a:srgbClr val="3730A3"/>
                </a:solidFill>
                <a:latin typeface="Lato"/>
                <a:ea typeface="Lato"/>
                <a:cs typeface="Lato"/>
                <a:sym typeface="Lato"/>
              </a:rPr>
              <a:t>el</a:t>
            </a:r>
            <a:r>
              <a:rPr lang="en-US" sz="1800" b="1" i="0" u="none" strike="noStrike" cap="none" dirty="0">
                <a:solidFill>
                  <a:srgbClr val="3730A3"/>
                </a:solidFill>
                <a:latin typeface="Lato"/>
                <a:ea typeface="Lato"/>
                <a:cs typeface="Lato"/>
                <a:sym typeface="Lato"/>
              </a:rPr>
              <a:t> </a:t>
            </a:r>
            <a:r>
              <a:rPr lang="en-US" sz="1800" b="1" i="0" u="none" strike="noStrike" cap="none" dirty="0" err="1">
                <a:solidFill>
                  <a:srgbClr val="3730A3"/>
                </a:solidFill>
                <a:latin typeface="Lato"/>
                <a:ea typeface="Lato"/>
                <a:cs typeface="Lato"/>
                <a:sym typeface="Lato"/>
              </a:rPr>
              <a:t>informe</a:t>
            </a:r>
            <a:r>
              <a:rPr lang="en-US" sz="1800" b="1" i="0" u="none" strike="noStrike" cap="none" dirty="0">
                <a:solidFill>
                  <a:srgbClr val="3730A3"/>
                </a:solidFill>
                <a:latin typeface="Lato"/>
                <a:ea typeface="Lato"/>
                <a:cs typeface="Lato"/>
                <a:sym typeface="Lato"/>
              </a:rPr>
              <a:t> hoy'.</a:t>
            </a:r>
            <a:endParaRPr dirty="0"/>
          </a:p>
        </p:txBody>
      </p:sp>
      <p:sp>
        <p:nvSpPr>
          <p:cNvPr id="255" name="Google Shape;255;p21">
            <a:extLst>
              <a:ext uri="{FF2B5EF4-FFF2-40B4-BE49-F238E27FC236}">
                <a16:creationId xmlns:a16="http://schemas.microsoft.com/office/drawing/2014/main" id="{EF8DC1F7-8D8F-71FA-D8D8-292C4F88BF42}"/>
              </a:ext>
            </a:extLst>
          </p:cNvPr>
          <p:cNvSpPr txBox="1"/>
          <p:nvPr/>
        </p:nvSpPr>
        <p:spPr>
          <a:xfrm>
            <a:off x="4429125" y="5398442"/>
            <a:ext cx="371475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Lato"/>
                <a:ea typeface="Lato"/>
                <a:cs typeface="Lato"/>
                <a:sym typeface="Lato"/>
              </a:rPr>
              <a:t>Identifica las proposiciones (p, q, r, s).</a:t>
            </a:r>
            <a:endParaRPr/>
          </a:p>
        </p:txBody>
      </p:sp>
      <p:sp>
        <p:nvSpPr>
          <p:cNvPr id="256" name="Google Shape;256;p21">
            <a:extLst>
              <a:ext uri="{FF2B5EF4-FFF2-40B4-BE49-F238E27FC236}">
                <a16:creationId xmlns:a16="http://schemas.microsoft.com/office/drawing/2014/main" id="{D3388A35-A2DB-98B4-0C7E-C51E632A1164}"/>
              </a:ext>
            </a:extLst>
          </p:cNvPr>
          <p:cNvSpPr txBox="1"/>
          <p:nvPr/>
        </p:nvSpPr>
        <p:spPr>
          <a:xfrm>
            <a:off x="4429125" y="5878413"/>
            <a:ext cx="371475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334155"/>
                </a:solidFill>
                <a:latin typeface="Lato"/>
                <a:ea typeface="Lato"/>
                <a:cs typeface="Lato"/>
                <a:sym typeface="Lato"/>
              </a:rPr>
              <a:t>Escribe la notación lógica del argumento.</a:t>
            </a:r>
            <a:endParaRPr/>
          </a:p>
        </p:txBody>
      </p:sp>
      <p:sp>
        <p:nvSpPr>
          <p:cNvPr id="257" name="Google Shape;257;p21">
            <a:extLst>
              <a:ext uri="{FF2B5EF4-FFF2-40B4-BE49-F238E27FC236}">
                <a16:creationId xmlns:a16="http://schemas.microsoft.com/office/drawing/2014/main" id="{A1261F38-5A37-11DB-8F8B-7B46378DACB5}"/>
              </a:ext>
            </a:extLst>
          </p:cNvPr>
          <p:cNvSpPr txBox="1"/>
          <p:nvPr/>
        </p:nvSpPr>
        <p:spPr>
          <a:xfrm>
            <a:off x="4429125" y="6358383"/>
            <a:ext cx="371475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dirty="0" err="1">
                <a:solidFill>
                  <a:srgbClr val="334155"/>
                </a:solidFill>
                <a:latin typeface="Lato"/>
                <a:ea typeface="Lato"/>
                <a:cs typeface="Lato"/>
                <a:sym typeface="Lato"/>
              </a:rPr>
              <a:t>Aplica</a:t>
            </a:r>
            <a:r>
              <a:rPr lang="en-US" sz="1425" b="0" i="0" u="none" strike="noStrike" cap="none" dirty="0">
                <a:solidFill>
                  <a:srgbClr val="334155"/>
                </a:solidFill>
                <a:latin typeface="Lato"/>
                <a:ea typeface="Lato"/>
                <a:cs typeface="Lato"/>
                <a:sym typeface="Lato"/>
              </a:rPr>
              <a:t> las </a:t>
            </a:r>
            <a:r>
              <a:rPr lang="en-US" sz="1425" b="0" i="0" u="none" strike="noStrike" cap="none" dirty="0" err="1">
                <a:solidFill>
                  <a:srgbClr val="334155"/>
                </a:solidFill>
                <a:latin typeface="Lato"/>
                <a:ea typeface="Lato"/>
                <a:cs typeface="Lato"/>
                <a:sym typeface="Lato"/>
              </a:rPr>
              <a:t>reglas</a:t>
            </a:r>
            <a:r>
              <a:rPr lang="en-US" sz="1425" b="0" i="0" u="none" strike="noStrike" cap="none" dirty="0">
                <a:solidFill>
                  <a:srgbClr val="334155"/>
                </a:solidFill>
                <a:latin typeface="Lato"/>
                <a:ea typeface="Lato"/>
                <a:cs typeface="Lato"/>
                <a:sym typeface="Lato"/>
              </a:rPr>
              <a:t> </a:t>
            </a:r>
            <a:r>
              <a:rPr lang="en-US" sz="1425" b="0" i="0" u="none" strike="noStrike" cap="none" dirty="0" err="1">
                <a:solidFill>
                  <a:srgbClr val="334155"/>
                </a:solidFill>
                <a:latin typeface="Lato"/>
                <a:ea typeface="Lato"/>
                <a:cs typeface="Lato"/>
                <a:sym typeface="Lato"/>
              </a:rPr>
              <a:t>correspondientes</a:t>
            </a:r>
            <a:r>
              <a:rPr lang="en-US" sz="1425" b="0" i="0" u="none" strike="noStrike" cap="none" dirty="0">
                <a:solidFill>
                  <a:srgbClr val="334155"/>
                </a:solidFill>
                <a:latin typeface="Lato"/>
                <a:ea typeface="Lato"/>
                <a:cs typeface="Lato"/>
                <a:sym typeface="Lato"/>
              </a:rPr>
              <a:t> paso a paso.</a:t>
            </a:r>
            <a:endParaRPr dirty="0"/>
          </a:p>
        </p:txBody>
      </p:sp>
      <p:pic>
        <p:nvPicPr>
          <p:cNvPr id="258" name="Google Shape;258;p21" descr="image.png">
            <a:extLst>
              <a:ext uri="{FF2B5EF4-FFF2-40B4-BE49-F238E27FC236}">
                <a16:creationId xmlns:a16="http://schemas.microsoft.com/office/drawing/2014/main" id="{499430E9-6D65-1DC8-93C2-2EFD7D21A53C}"/>
              </a:ext>
            </a:extLst>
          </p:cNvPr>
          <p:cNvPicPr preferRelativeResize="0"/>
          <p:nvPr/>
        </p:nvPicPr>
        <p:blipFill rotWithShape="1">
          <a:blip r:embed="rId6">
            <a:alphaModFix/>
          </a:blip>
          <a:srcRect/>
          <a:stretch/>
        </p:blipFill>
        <p:spPr>
          <a:xfrm>
            <a:off x="1847850" y="4137421"/>
            <a:ext cx="228600" cy="228600"/>
          </a:xfrm>
          <a:prstGeom prst="rect">
            <a:avLst/>
          </a:prstGeom>
          <a:noFill/>
          <a:ln>
            <a:noFill/>
          </a:ln>
        </p:spPr>
      </p:pic>
      <p:pic>
        <p:nvPicPr>
          <p:cNvPr id="259" name="Google Shape;259;p21" descr="image.png">
            <a:extLst>
              <a:ext uri="{FF2B5EF4-FFF2-40B4-BE49-F238E27FC236}">
                <a16:creationId xmlns:a16="http://schemas.microsoft.com/office/drawing/2014/main" id="{540498C5-2050-8093-1F23-2E8AA9211E74}"/>
              </a:ext>
            </a:extLst>
          </p:cNvPr>
          <p:cNvPicPr preferRelativeResize="0"/>
          <p:nvPr/>
        </p:nvPicPr>
        <p:blipFill rotWithShape="1">
          <a:blip r:embed="rId7">
            <a:alphaModFix/>
          </a:blip>
          <a:srcRect/>
          <a:stretch/>
        </p:blipFill>
        <p:spPr>
          <a:xfrm>
            <a:off x="4048125" y="5441305"/>
            <a:ext cx="190500" cy="200025"/>
          </a:xfrm>
          <a:prstGeom prst="rect">
            <a:avLst/>
          </a:prstGeom>
          <a:noFill/>
          <a:ln>
            <a:noFill/>
          </a:ln>
        </p:spPr>
      </p:pic>
      <p:pic>
        <p:nvPicPr>
          <p:cNvPr id="260" name="Google Shape;260;p21" descr="image.png">
            <a:extLst>
              <a:ext uri="{FF2B5EF4-FFF2-40B4-BE49-F238E27FC236}">
                <a16:creationId xmlns:a16="http://schemas.microsoft.com/office/drawing/2014/main" id="{E4ECAF47-D923-199A-8672-72FBDB9B3E03}"/>
              </a:ext>
            </a:extLst>
          </p:cNvPr>
          <p:cNvPicPr preferRelativeResize="0"/>
          <p:nvPr/>
        </p:nvPicPr>
        <p:blipFill rotWithShape="1">
          <a:blip r:embed="rId7">
            <a:alphaModFix/>
          </a:blip>
          <a:srcRect/>
          <a:stretch/>
        </p:blipFill>
        <p:spPr>
          <a:xfrm>
            <a:off x="4048125" y="5921275"/>
            <a:ext cx="190500" cy="200025"/>
          </a:xfrm>
          <a:prstGeom prst="rect">
            <a:avLst/>
          </a:prstGeom>
          <a:noFill/>
          <a:ln>
            <a:noFill/>
          </a:ln>
        </p:spPr>
      </p:pic>
      <p:pic>
        <p:nvPicPr>
          <p:cNvPr id="261" name="Google Shape;261;p21" descr="image.png">
            <a:extLst>
              <a:ext uri="{FF2B5EF4-FFF2-40B4-BE49-F238E27FC236}">
                <a16:creationId xmlns:a16="http://schemas.microsoft.com/office/drawing/2014/main" id="{43C40B04-02C2-DEC8-AA65-0D86FE0494F4}"/>
              </a:ext>
            </a:extLst>
          </p:cNvPr>
          <p:cNvPicPr preferRelativeResize="0"/>
          <p:nvPr/>
        </p:nvPicPr>
        <p:blipFill rotWithShape="1">
          <a:blip r:embed="rId7">
            <a:alphaModFix/>
          </a:blip>
          <a:srcRect/>
          <a:stretch/>
        </p:blipFill>
        <p:spPr>
          <a:xfrm>
            <a:off x="4048125" y="6401246"/>
            <a:ext cx="190500" cy="200025"/>
          </a:xfrm>
          <a:prstGeom prst="rect">
            <a:avLst/>
          </a:prstGeom>
          <a:noFill/>
          <a:ln>
            <a:noFill/>
          </a:ln>
        </p:spPr>
      </p:pic>
      <p:sp>
        <p:nvSpPr>
          <p:cNvPr id="262" name="Google Shape;262;p21">
            <a:extLst>
              <a:ext uri="{FF2B5EF4-FFF2-40B4-BE49-F238E27FC236}">
                <a16:creationId xmlns:a16="http://schemas.microsoft.com/office/drawing/2014/main" id="{CB43CA85-86DF-E252-86C4-20F9CA2A5CCA}"/>
              </a:ext>
            </a:extLst>
          </p:cNvPr>
          <p:cNvSpPr txBox="1"/>
          <p:nvPr/>
        </p:nvSpPr>
        <p:spPr>
          <a:xfrm>
            <a:off x="571500" y="571500"/>
            <a:ext cx="11601450"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dirty="0">
                <a:solidFill>
                  <a:srgbClr val="2563EB"/>
                </a:solidFill>
                <a:latin typeface="Poppins"/>
                <a:ea typeface="Poppins"/>
                <a:cs typeface="Poppins"/>
                <a:sym typeface="Poppins"/>
              </a:rPr>
              <a:t>9</a:t>
            </a:r>
            <a:r>
              <a:rPr lang="en-US" sz="3150" b="1" i="0" u="none" strike="noStrike" cap="none" dirty="0">
                <a:solidFill>
                  <a:srgbClr val="2563EB"/>
                </a:solidFill>
                <a:latin typeface="Poppins"/>
                <a:ea typeface="Poppins"/>
                <a:cs typeface="Poppins"/>
                <a:sym typeface="Poppins"/>
              </a:rPr>
              <a:t>. </a:t>
            </a:r>
            <a:r>
              <a:rPr lang="en-US" sz="3150" b="1" i="0" u="none" strike="noStrike" cap="none" dirty="0" err="1">
                <a:solidFill>
                  <a:srgbClr val="2563EB"/>
                </a:solidFill>
                <a:latin typeface="Poppins"/>
                <a:ea typeface="Poppins"/>
                <a:cs typeface="Poppins"/>
                <a:sym typeface="Poppins"/>
              </a:rPr>
              <a:t>Demostración</a:t>
            </a:r>
            <a:r>
              <a:rPr lang="en-US" sz="3150" b="1" i="0" u="none" strike="noStrike" cap="none" dirty="0">
                <a:solidFill>
                  <a:srgbClr val="2563EB"/>
                </a:solidFill>
                <a:latin typeface="Poppins"/>
                <a:ea typeface="Poppins"/>
                <a:cs typeface="Poppins"/>
                <a:sym typeface="Poppins"/>
              </a:rPr>
              <a:t> </a:t>
            </a:r>
            <a:r>
              <a:rPr lang="en-US" sz="3150" b="1" i="0" u="none" strike="noStrike" cap="none" dirty="0" err="1">
                <a:solidFill>
                  <a:srgbClr val="2563EB"/>
                </a:solidFill>
                <a:latin typeface="Poppins"/>
                <a:ea typeface="Poppins"/>
                <a:cs typeface="Poppins"/>
                <a:sym typeface="Poppins"/>
              </a:rPr>
              <a:t>Lógica</a:t>
            </a:r>
            <a:r>
              <a:rPr lang="en-US" sz="3150" b="1" i="0" u="none" strike="noStrike" cap="none" dirty="0">
                <a:solidFill>
                  <a:srgbClr val="2563EB"/>
                </a:solidFill>
                <a:latin typeface="Poppins"/>
                <a:ea typeface="Poppins"/>
                <a:cs typeface="Poppins"/>
                <a:sym typeface="Poppins"/>
              </a:rPr>
              <a:t>: En Cadena</a:t>
            </a:r>
            <a:endParaRPr dirty="0"/>
          </a:p>
        </p:txBody>
      </p:sp>
      <p:sp>
        <p:nvSpPr>
          <p:cNvPr id="263" name="Google Shape;263;p21">
            <a:extLst>
              <a:ext uri="{FF2B5EF4-FFF2-40B4-BE49-F238E27FC236}">
                <a16:creationId xmlns:a16="http://schemas.microsoft.com/office/drawing/2014/main" id="{54E38DE2-3AE5-5F3D-CAEF-A2BAB5E34F89}"/>
              </a:ext>
            </a:extLst>
          </p:cNvPr>
          <p:cNvSpPr/>
          <p:nvPr/>
        </p:nvSpPr>
        <p:spPr>
          <a:xfrm>
            <a:off x="571500" y="1285875"/>
            <a:ext cx="11049000" cy="285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296545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60B8AF-6022-4E5B-06B9-24B4B78C8F55}"/>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E91AB1FB-E3DC-2D26-6B2C-08A25A3B7A89}"/>
              </a:ext>
            </a:extLst>
          </p:cNvPr>
          <p:cNvSpPr>
            <a:spLocks noGrp="1"/>
          </p:cNvSpPr>
          <p:nvPr>
            <p:ph idx="1"/>
          </p:nvPr>
        </p:nvSpPr>
        <p:spPr/>
        <p:txBody>
          <a:bodyPr/>
          <a:lstStyle/>
          <a:p>
            <a:endParaRPr lang="es-CO"/>
          </a:p>
        </p:txBody>
      </p:sp>
      <p:pic>
        <p:nvPicPr>
          <p:cNvPr id="4" name="Imagen 3">
            <a:extLst>
              <a:ext uri="{FF2B5EF4-FFF2-40B4-BE49-F238E27FC236}">
                <a16:creationId xmlns:a16="http://schemas.microsoft.com/office/drawing/2014/main" id="{140326D8-E30C-AD24-3EAA-BCE96D5C0A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Imagen 5">
            <a:extLst>
              <a:ext uri="{FF2B5EF4-FFF2-40B4-BE49-F238E27FC236}">
                <a16:creationId xmlns:a16="http://schemas.microsoft.com/office/drawing/2014/main" id="{B8B8AA84-A5E1-21DE-2EAE-BD6F0C302D0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12560"/>
            <a:ext cx="12192000" cy="6832879"/>
          </a:xfrm>
          <a:prstGeom prst="rect">
            <a:avLst/>
          </a:prstGeom>
        </p:spPr>
      </p:pic>
      <p:sp>
        <p:nvSpPr>
          <p:cNvPr id="11" name="Rectángulo 10">
            <a:extLst>
              <a:ext uri="{FF2B5EF4-FFF2-40B4-BE49-F238E27FC236}">
                <a16:creationId xmlns:a16="http://schemas.microsoft.com/office/drawing/2014/main" id="{85BB1BB9-F4AA-2D61-3C1B-74A58B29D078}"/>
              </a:ext>
            </a:extLst>
          </p:cNvPr>
          <p:cNvSpPr/>
          <p:nvPr/>
        </p:nvSpPr>
        <p:spPr>
          <a:xfrm>
            <a:off x="1330467" y="3166712"/>
            <a:ext cx="9531065" cy="923330"/>
          </a:xfrm>
          <a:prstGeom prst="rect">
            <a:avLst/>
          </a:prstGeom>
        </p:spPr>
        <p:txBody>
          <a:bodyPr wrap="square">
            <a:spAutoFit/>
          </a:bodyPr>
          <a:lstStyle/>
          <a:p>
            <a:pPr lvl="0" algn="ctr">
              <a:buClr>
                <a:schemeClr val="lt1"/>
              </a:buClr>
              <a:buSzPts val="5400"/>
            </a:pPr>
            <a:r>
              <a:rPr lang="es-MX" sz="5400" b="1">
                <a:solidFill>
                  <a:schemeClr val="bg1"/>
                </a:solidFill>
                <a:latin typeface="Montserrat" panose="00000500000000000000" pitchFamily="50" charset="0"/>
                <a:ea typeface="Roboto" panose="02000000000000000000" pitchFamily="2" charset="0"/>
                <a:cs typeface="Myanmar Text" panose="020B0502040204020203" pitchFamily="34" charset="0"/>
              </a:rPr>
              <a:t>¡MUCHAS GRACIAS!</a:t>
            </a:r>
            <a:endParaRPr lang="es-MX" sz="5400" b="1">
              <a:latin typeface="Montserrat" panose="00000500000000000000" pitchFamily="50" charset="0"/>
            </a:endParaRPr>
          </a:p>
        </p:txBody>
      </p:sp>
      <p:pic>
        <p:nvPicPr>
          <p:cNvPr id="12" name="Imagen 11">
            <a:extLst>
              <a:ext uri="{FF2B5EF4-FFF2-40B4-BE49-F238E27FC236}">
                <a16:creationId xmlns:a16="http://schemas.microsoft.com/office/drawing/2014/main" id="{426931EB-0942-B142-0FC7-C81642E72BA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6200000">
            <a:off x="7410236" y="1629116"/>
            <a:ext cx="913016" cy="4744356"/>
          </a:xfrm>
          <a:prstGeom prst="rect">
            <a:avLst/>
          </a:prstGeom>
        </p:spPr>
      </p:pic>
    </p:spTree>
    <p:extLst>
      <p:ext uri="{BB962C8B-B14F-4D97-AF65-F5344CB8AC3E}">
        <p14:creationId xmlns:p14="http://schemas.microsoft.com/office/powerpoint/2010/main" val="1339053338"/>
      </p:ext>
    </p:extLst>
  </p:cSld>
  <p:clrMapOvr>
    <a:masterClrMapping/>
  </p:clrMapOvr>
</p:sld>
</file>

<file path=ppt/theme/theme1.xml><?xml version="1.0" encoding="utf-8"?>
<a:theme xmlns:a="http://schemas.openxmlformats.org/drawingml/2006/main" name="3_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98a1637-15bf-40de-bb83-d1701772c8de">
      <Terms xmlns="http://schemas.microsoft.com/office/infopath/2007/PartnerControls"/>
    </lcf76f155ced4ddcb4097134ff3c332f>
    <TaxCatchAll xmlns="02f92887-2380-4577-a522-0d3d154534c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7D9F5C132E68874FBA0DC0A54E1CE725" ma:contentTypeVersion="18" ma:contentTypeDescription="Crear nuevo documento." ma:contentTypeScope="" ma:versionID="e2679dce9c770ce644d68ae78ced9a67">
  <xsd:schema xmlns:xsd="http://www.w3.org/2001/XMLSchema" xmlns:xs="http://www.w3.org/2001/XMLSchema" xmlns:p="http://schemas.microsoft.com/office/2006/metadata/properties" xmlns:ns2="898a1637-15bf-40de-bb83-d1701772c8de" xmlns:ns3="02f92887-2380-4577-a522-0d3d154534c9" targetNamespace="http://schemas.microsoft.com/office/2006/metadata/properties" ma:root="true" ma:fieldsID="ac16bf50419132631741af3fc9f6716f" ns2:_="" ns3:_="">
    <xsd:import namespace="898a1637-15bf-40de-bb83-d1701772c8de"/>
    <xsd:import namespace="02f92887-2380-4577-a522-0d3d154534c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8a1637-15bf-40de-bb83-d1701772c8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3275abd0-3801-4d23-a03f-3aac7ab7ca2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2f92887-2380-4577-a522-0d3d154534c9" elementFormDefault="qualified">
    <xsd:import namespace="http://schemas.microsoft.com/office/2006/documentManagement/types"/>
    <xsd:import namespace="http://schemas.microsoft.com/office/infopath/2007/PartnerControls"/>
    <xsd:element name="SharedWithUsers" ma:index="17"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4d4069e7-55c8-4405-8338-860c549c6caf}" ma:internalName="TaxCatchAll" ma:showField="CatchAllData" ma:web="02f92887-2380-4577-a522-0d3d154534c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4B2C89B-F763-4A7D-B5C0-BB607F12021D}">
  <ds:schemaRefs>
    <ds:schemaRef ds:uri="http://schemas.microsoft.com/sharepoint/v3/contenttype/forms"/>
  </ds:schemaRefs>
</ds:datastoreItem>
</file>

<file path=customXml/itemProps2.xml><?xml version="1.0" encoding="utf-8"?>
<ds:datastoreItem xmlns:ds="http://schemas.openxmlformats.org/officeDocument/2006/customXml" ds:itemID="{5188521E-61ED-4F45-B1B4-1DD77D94DB22}">
  <ds:schemaRefs>
    <ds:schemaRef ds:uri="http://schemas.microsoft.com/office/2006/documentManagement/types"/>
    <ds:schemaRef ds:uri="http://www.w3.org/XML/1998/namespace"/>
    <ds:schemaRef ds:uri="http://purl.org/dc/elements/1.1/"/>
    <ds:schemaRef ds:uri="http://schemas.microsoft.com/office/infopath/2007/PartnerControls"/>
    <ds:schemaRef ds:uri="http://purl.org/dc/dcmitype/"/>
    <ds:schemaRef ds:uri="http://schemas.openxmlformats.org/package/2006/metadata/core-properties"/>
    <ds:schemaRef ds:uri="02f92887-2380-4577-a522-0d3d154534c9"/>
    <ds:schemaRef ds:uri="898a1637-15bf-40de-bb83-d1701772c8de"/>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D8C3A831-1960-4B95-88DB-D7294C7258C5}">
  <ds:schemaRefs>
    <ds:schemaRef ds:uri="02f92887-2380-4577-a522-0d3d154534c9"/>
    <ds:schemaRef ds:uri="898a1637-15bf-40de-bb83-d1701772c8d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2957</TotalTime>
  <Words>2301</Words>
  <Application>Microsoft Office PowerPoint</Application>
  <PresentationFormat>Panorámica</PresentationFormat>
  <Paragraphs>269</Paragraphs>
  <Slides>30</Slides>
  <Notes>28</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30</vt:i4>
      </vt:variant>
    </vt:vector>
  </HeadingPairs>
  <TitlesOfParts>
    <vt:vector size="39" baseType="lpstr">
      <vt:lpstr>Arial</vt:lpstr>
      <vt:lpstr>Calibri</vt:lpstr>
      <vt:lpstr>Calibri Light</vt:lpstr>
      <vt:lpstr>Lato</vt:lpstr>
      <vt:lpstr>Montserrat</vt:lpstr>
      <vt:lpstr>Poppins</vt:lpstr>
      <vt:lpstr>Poppins SemiBold</vt:lpstr>
      <vt:lpstr>3_Tema de Office</vt:lpstr>
      <vt:lpstr>1_Tema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Paula Andrea Yepes Gómez</dc:creator>
  <cp:lastModifiedBy>Sebastian Montoya Villada</cp:lastModifiedBy>
  <cp:revision>236</cp:revision>
  <dcterms:created xsi:type="dcterms:W3CDTF">2022-07-12T20:27:57Z</dcterms:created>
  <dcterms:modified xsi:type="dcterms:W3CDTF">2026-03-05T20:06:49Z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0x0101007D9F5C132E68874FBA0DC0A54E1CE725</vt:lpwstr>
  </property>
</Properties>
</file>