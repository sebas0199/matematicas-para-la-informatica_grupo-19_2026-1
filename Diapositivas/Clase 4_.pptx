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6" r:id="rId4"/>
    <p:sldMasterId id="2147483660" r:id="rId5"/>
  </p:sldMasterIdLst>
  <p:notesMasterIdLst>
    <p:notesMasterId r:id="rId38"/>
  </p:notesMasterIdLst>
  <p:sldIdLst>
    <p:sldId id="256" r:id="rId6"/>
    <p:sldId id="359" r:id="rId7"/>
    <p:sldId id="258" r:id="rId8"/>
    <p:sldId id="259" r:id="rId9"/>
    <p:sldId id="257" r:id="rId10"/>
    <p:sldId id="260" r:id="rId11"/>
    <p:sldId id="261" r:id="rId12"/>
    <p:sldId id="263" r:id="rId13"/>
    <p:sldId id="264" r:id="rId14"/>
    <p:sldId id="448" r:id="rId15"/>
    <p:sldId id="449" r:id="rId16"/>
    <p:sldId id="450" r:id="rId17"/>
    <p:sldId id="262" r:id="rId18"/>
    <p:sldId id="451" r:id="rId19"/>
    <p:sldId id="452" r:id="rId20"/>
    <p:sldId id="454" r:id="rId21"/>
    <p:sldId id="455" r:id="rId22"/>
    <p:sldId id="456" r:id="rId23"/>
    <p:sldId id="457" r:id="rId24"/>
    <p:sldId id="458" r:id="rId25"/>
    <p:sldId id="459" r:id="rId26"/>
    <p:sldId id="460" r:id="rId27"/>
    <p:sldId id="265" r:id="rId28"/>
    <p:sldId id="461" r:id="rId29"/>
    <p:sldId id="462" r:id="rId30"/>
    <p:sldId id="463" r:id="rId31"/>
    <p:sldId id="427" r:id="rId32"/>
    <p:sldId id="464" r:id="rId33"/>
    <p:sldId id="466" r:id="rId34"/>
    <p:sldId id="465" r:id="rId35"/>
    <p:sldId id="467" r:id="rId36"/>
    <p:sldId id="468" r:id="rId37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248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CF7D9C2-F778-96C5-5703-1463574775B6}" v="105" dt="2025-02-14T14:30:19.527"/>
    <p1510:client id="{6D46D469-BC1F-453F-BD20-62AEDB8E0FB8}" v="76" dt="2025-02-14T14:42:41.080"/>
    <p1510:client id="{BB24AA34-8A75-EC71-CFE8-ED251BC0B28B}" v="345" dt="2025-02-14T02:03:23.46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Estilo me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Sin estilo ni cuadrícula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9D7B26C5-4107-4FEC-AEDC-1716B250A1EF}" styleName="Estilo claro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39" Type="http://schemas.openxmlformats.org/officeDocument/2006/relationships/presProps" Target="presProps.xml"/><Relationship Id="rId21" Type="http://schemas.openxmlformats.org/officeDocument/2006/relationships/slide" Target="slides/slide16.xml"/><Relationship Id="rId34" Type="http://schemas.openxmlformats.org/officeDocument/2006/relationships/slide" Target="slides/slide29.xml"/><Relationship Id="rId42" Type="http://schemas.openxmlformats.org/officeDocument/2006/relationships/tableStyles" Target="tableStyles.xml"/><Relationship Id="rId7" Type="http://schemas.openxmlformats.org/officeDocument/2006/relationships/slide" Target="slides/slide2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29" Type="http://schemas.openxmlformats.org/officeDocument/2006/relationships/slide" Target="slides/slide24.xml"/><Relationship Id="rId41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slide" Target="slides/slide27.xml"/><Relationship Id="rId37" Type="http://schemas.openxmlformats.org/officeDocument/2006/relationships/slide" Target="slides/slide32.xml"/><Relationship Id="rId40" Type="http://schemas.openxmlformats.org/officeDocument/2006/relationships/viewProps" Target="viewProp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slide" Target="slides/slide31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slide" Target="slides/slide26.xml"/><Relationship Id="rId44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slide" Target="slides/slide30.xml"/><Relationship Id="rId43" Type="http://schemas.microsoft.com/office/2016/11/relationships/changesInfo" Target="changesInfos/changesInfo1.xml"/><Relationship Id="rId8" Type="http://schemas.openxmlformats.org/officeDocument/2006/relationships/slide" Target="slides/slide3.xml"/><Relationship Id="rId3" Type="http://schemas.openxmlformats.org/officeDocument/2006/relationships/customXml" Target="../customXml/item3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slide" Target="slides/slide28.xml"/><Relationship Id="rId38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EBASTIAN MONTOYA VILLADA" userId="S::sebastianmontoya8118@correo.itm.edu.co::dffcc6c4-4ec2-40a3-ba2d-1adaa01cc26d" providerId="AD" clId="Web-{2CF7D9C2-F778-96C5-5703-1463574775B6}"/>
    <pc:docChg chg="addSld delSld modSld">
      <pc:chgData name="SEBASTIAN MONTOYA VILLADA" userId="S::sebastianmontoya8118@correo.itm.edu.co::dffcc6c4-4ec2-40a3-ba2d-1adaa01cc26d" providerId="AD" clId="Web-{2CF7D9C2-F778-96C5-5703-1463574775B6}" dt="2025-02-14T14:30:19.183" v="75" actId="20577"/>
      <pc:docMkLst>
        <pc:docMk/>
      </pc:docMkLst>
      <pc:sldChg chg="modSp">
        <pc:chgData name="SEBASTIAN MONTOYA VILLADA" userId="S::sebastianmontoya8118@correo.itm.edu.co::dffcc6c4-4ec2-40a3-ba2d-1adaa01cc26d" providerId="AD" clId="Web-{2CF7D9C2-F778-96C5-5703-1463574775B6}" dt="2025-02-13T21:52:32.163" v="40" actId="1076"/>
        <pc:sldMkLst>
          <pc:docMk/>
          <pc:sldMk cId="1582078650" sldId="415"/>
        </pc:sldMkLst>
        <pc:picChg chg="mod">
          <ac:chgData name="SEBASTIAN MONTOYA VILLADA" userId="S::sebastianmontoya8118@correo.itm.edu.co::dffcc6c4-4ec2-40a3-ba2d-1adaa01cc26d" providerId="AD" clId="Web-{2CF7D9C2-F778-96C5-5703-1463574775B6}" dt="2025-02-13T21:52:32.163" v="40" actId="1076"/>
          <ac:picMkLst>
            <pc:docMk/>
            <pc:sldMk cId="1582078650" sldId="415"/>
            <ac:picMk id="14" creationId="{CF156CD5-9CE3-8B7A-ED57-82114E4E266E}"/>
          </ac:picMkLst>
        </pc:picChg>
      </pc:sldChg>
      <pc:sldChg chg="modSp">
        <pc:chgData name="SEBASTIAN MONTOYA VILLADA" userId="S::sebastianmontoya8118@correo.itm.edu.co::dffcc6c4-4ec2-40a3-ba2d-1adaa01cc26d" providerId="AD" clId="Web-{2CF7D9C2-F778-96C5-5703-1463574775B6}" dt="2025-02-14T14:09:19.556" v="49" actId="1076"/>
        <pc:sldMkLst>
          <pc:docMk/>
          <pc:sldMk cId="484119467" sldId="419"/>
        </pc:sldMkLst>
        <pc:picChg chg="mod">
          <ac:chgData name="SEBASTIAN MONTOYA VILLADA" userId="S::sebastianmontoya8118@correo.itm.edu.co::dffcc6c4-4ec2-40a3-ba2d-1adaa01cc26d" providerId="AD" clId="Web-{2CF7D9C2-F778-96C5-5703-1463574775B6}" dt="2025-02-14T14:09:19.556" v="49" actId="1076"/>
          <ac:picMkLst>
            <pc:docMk/>
            <pc:sldMk cId="484119467" sldId="419"/>
            <ac:picMk id="15" creationId="{CB2E051C-9561-51BC-C311-F4AFCCDBAAA1}"/>
          </ac:picMkLst>
        </pc:picChg>
        <pc:picChg chg="mod">
          <ac:chgData name="SEBASTIAN MONTOYA VILLADA" userId="S::sebastianmontoya8118@correo.itm.edu.co::dffcc6c4-4ec2-40a3-ba2d-1adaa01cc26d" providerId="AD" clId="Web-{2CF7D9C2-F778-96C5-5703-1463574775B6}" dt="2025-02-14T14:09:16.993" v="48" actId="1076"/>
          <ac:picMkLst>
            <pc:docMk/>
            <pc:sldMk cId="484119467" sldId="419"/>
            <ac:picMk id="19" creationId="{13B113DE-2ECC-3A79-3DCE-4E676E493C33}"/>
          </ac:picMkLst>
        </pc:picChg>
      </pc:sldChg>
      <pc:sldChg chg="addSp delSp modSp">
        <pc:chgData name="SEBASTIAN MONTOYA VILLADA" userId="S::sebastianmontoya8118@correo.itm.edu.co::dffcc6c4-4ec2-40a3-ba2d-1adaa01cc26d" providerId="AD" clId="Web-{2CF7D9C2-F778-96C5-5703-1463574775B6}" dt="2025-02-14T14:24:08.345" v="56" actId="14100"/>
        <pc:sldMkLst>
          <pc:docMk/>
          <pc:sldMk cId="646599838" sldId="422"/>
        </pc:sldMkLst>
        <pc:picChg chg="add mod">
          <ac:chgData name="SEBASTIAN MONTOYA VILLADA" userId="S::sebastianmontoya8118@correo.itm.edu.co::dffcc6c4-4ec2-40a3-ba2d-1adaa01cc26d" providerId="AD" clId="Web-{2CF7D9C2-F778-96C5-5703-1463574775B6}" dt="2025-02-14T14:23:57.189" v="53" actId="14100"/>
          <ac:picMkLst>
            <pc:docMk/>
            <pc:sldMk cId="646599838" sldId="422"/>
            <ac:picMk id="2" creationId="{B0EB8252-ACFB-5D6F-2938-CBCEF517BF4A}"/>
          </ac:picMkLst>
        </pc:picChg>
        <pc:picChg chg="add mod">
          <ac:chgData name="SEBASTIAN MONTOYA VILLADA" userId="S::sebastianmontoya8118@correo.itm.edu.co::dffcc6c4-4ec2-40a3-ba2d-1adaa01cc26d" providerId="AD" clId="Web-{2CF7D9C2-F778-96C5-5703-1463574775B6}" dt="2025-02-14T14:24:08.345" v="56" actId="14100"/>
          <ac:picMkLst>
            <pc:docMk/>
            <pc:sldMk cId="646599838" sldId="422"/>
            <ac:picMk id="14" creationId="{E19744F2-584D-BA39-0246-92C14CE50DB6}"/>
          </ac:picMkLst>
        </pc:picChg>
        <pc:picChg chg="del">
          <ac:chgData name="SEBASTIAN MONTOYA VILLADA" userId="S::sebastianmontoya8118@correo.itm.edu.co::dffcc6c4-4ec2-40a3-ba2d-1adaa01cc26d" providerId="AD" clId="Web-{2CF7D9C2-F778-96C5-5703-1463574775B6}" dt="2025-02-14T14:23:45.313" v="50"/>
          <ac:picMkLst>
            <pc:docMk/>
            <pc:sldMk cId="646599838" sldId="422"/>
            <ac:picMk id="22" creationId="{98F5880A-FAD9-29FE-34FD-42FCF9DE06DE}"/>
          </ac:picMkLst>
        </pc:picChg>
      </pc:sldChg>
      <pc:sldChg chg="modSp">
        <pc:chgData name="SEBASTIAN MONTOYA VILLADA" userId="S::sebastianmontoya8118@correo.itm.edu.co::dffcc6c4-4ec2-40a3-ba2d-1adaa01cc26d" providerId="AD" clId="Web-{2CF7D9C2-F778-96C5-5703-1463574775B6}" dt="2025-02-14T14:30:19.183" v="75" actId="20577"/>
        <pc:sldMkLst>
          <pc:docMk/>
          <pc:sldMk cId="72377787" sldId="428"/>
        </pc:sldMkLst>
        <pc:spChg chg="mod">
          <ac:chgData name="SEBASTIAN MONTOYA VILLADA" userId="S::sebastianmontoya8118@correo.itm.edu.co::dffcc6c4-4ec2-40a3-ba2d-1adaa01cc26d" providerId="AD" clId="Web-{2CF7D9C2-F778-96C5-5703-1463574775B6}" dt="2025-02-14T14:30:19.183" v="75" actId="20577"/>
          <ac:spMkLst>
            <pc:docMk/>
            <pc:sldMk cId="72377787" sldId="428"/>
            <ac:spMk id="15" creationId="{9B55E83A-F503-05C5-D6B7-DB19CEBDBF14}"/>
          </ac:spMkLst>
        </pc:spChg>
      </pc:sldChg>
      <pc:sldChg chg="del">
        <pc:chgData name="SEBASTIAN MONTOYA VILLADA" userId="S::sebastianmontoya8118@correo.itm.edu.co::dffcc6c4-4ec2-40a3-ba2d-1adaa01cc26d" providerId="AD" clId="Web-{2CF7D9C2-F778-96C5-5703-1463574775B6}" dt="2025-02-13T22:04:49.607" v="41"/>
        <pc:sldMkLst>
          <pc:docMk/>
          <pc:sldMk cId="2417110666" sldId="430"/>
        </pc:sldMkLst>
      </pc:sldChg>
      <pc:sldChg chg="del">
        <pc:chgData name="SEBASTIAN MONTOYA VILLADA" userId="S::sebastianmontoya8118@correo.itm.edu.co::dffcc6c4-4ec2-40a3-ba2d-1adaa01cc26d" providerId="AD" clId="Web-{2CF7D9C2-F778-96C5-5703-1463574775B6}" dt="2025-02-13T22:04:56.263" v="42"/>
        <pc:sldMkLst>
          <pc:docMk/>
          <pc:sldMk cId="61169366" sldId="434"/>
        </pc:sldMkLst>
      </pc:sldChg>
      <pc:sldChg chg="addSp delSp modSp add replId">
        <pc:chgData name="SEBASTIAN MONTOYA VILLADA" userId="S::sebastianmontoya8118@correo.itm.edu.co::dffcc6c4-4ec2-40a3-ba2d-1adaa01cc26d" providerId="AD" clId="Web-{2CF7D9C2-F778-96C5-5703-1463574775B6}" dt="2025-02-13T21:48:38.141" v="20" actId="1076"/>
        <pc:sldMkLst>
          <pc:docMk/>
          <pc:sldMk cId="1707326759" sldId="440"/>
        </pc:sldMkLst>
        <pc:spChg chg="mod">
          <ac:chgData name="SEBASTIAN MONTOYA VILLADA" userId="S::sebastianmontoya8118@correo.itm.edu.co::dffcc6c4-4ec2-40a3-ba2d-1adaa01cc26d" providerId="AD" clId="Web-{2CF7D9C2-F778-96C5-5703-1463574775B6}" dt="2025-02-13T21:46:42.137" v="3" actId="20577"/>
          <ac:spMkLst>
            <pc:docMk/>
            <pc:sldMk cId="1707326759" sldId="440"/>
            <ac:spMk id="2" creationId="{DDD14DB8-D82F-00FA-4527-31AD46905FC3}"/>
          </ac:spMkLst>
        </pc:spChg>
        <pc:spChg chg="del">
          <ac:chgData name="SEBASTIAN MONTOYA VILLADA" userId="S::sebastianmontoya8118@correo.itm.edu.co::dffcc6c4-4ec2-40a3-ba2d-1adaa01cc26d" providerId="AD" clId="Web-{2CF7D9C2-F778-96C5-5703-1463574775B6}" dt="2025-02-13T21:46:43.543" v="4"/>
          <ac:spMkLst>
            <pc:docMk/>
            <pc:sldMk cId="1707326759" sldId="440"/>
            <ac:spMk id="13" creationId="{AF068B42-CD77-633B-3503-48F0F6C846FA}"/>
          </ac:spMkLst>
        </pc:spChg>
        <pc:spChg chg="add mod">
          <ac:chgData name="SEBASTIAN MONTOYA VILLADA" userId="S::sebastianmontoya8118@correo.itm.edu.co::dffcc6c4-4ec2-40a3-ba2d-1adaa01cc26d" providerId="AD" clId="Web-{2CF7D9C2-F778-96C5-5703-1463574775B6}" dt="2025-02-13T21:48:38.141" v="20" actId="1076"/>
          <ac:spMkLst>
            <pc:docMk/>
            <pc:sldMk cId="1707326759" sldId="440"/>
            <ac:spMk id="15" creationId="{8F7076C4-7E7E-22D8-463C-63276F2E1200}"/>
          </ac:spMkLst>
        </pc:spChg>
        <pc:picChg chg="add mod">
          <ac:chgData name="SEBASTIAN MONTOYA VILLADA" userId="S::sebastianmontoya8118@correo.itm.edu.co::dffcc6c4-4ec2-40a3-ba2d-1adaa01cc26d" providerId="AD" clId="Web-{2CF7D9C2-F778-96C5-5703-1463574775B6}" dt="2025-02-13T21:46:58.560" v="8" actId="1076"/>
          <ac:picMkLst>
            <pc:docMk/>
            <pc:sldMk cId="1707326759" sldId="440"/>
            <ac:picMk id="14" creationId="{E1C28820-F133-A1AD-F9D3-CDF035067216}"/>
          </ac:picMkLst>
        </pc:picChg>
      </pc:sldChg>
      <pc:sldChg chg="addSp delSp modSp add replId">
        <pc:chgData name="SEBASTIAN MONTOYA VILLADA" userId="S::sebastianmontoya8118@correo.itm.edu.co::dffcc6c4-4ec2-40a3-ba2d-1adaa01cc26d" providerId="AD" clId="Web-{2CF7D9C2-F778-96C5-5703-1463574775B6}" dt="2025-02-13T21:50:18.862" v="39" actId="20577"/>
        <pc:sldMkLst>
          <pc:docMk/>
          <pc:sldMk cId="1823246146" sldId="441"/>
        </pc:sldMkLst>
        <pc:spChg chg="mod">
          <ac:chgData name="SEBASTIAN MONTOYA VILLADA" userId="S::sebastianmontoya8118@correo.itm.edu.co::dffcc6c4-4ec2-40a3-ba2d-1adaa01cc26d" providerId="AD" clId="Web-{2CF7D9C2-F778-96C5-5703-1463574775B6}" dt="2025-02-13T21:49:53.018" v="29" actId="20577"/>
          <ac:spMkLst>
            <pc:docMk/>
            <pc:sldMk cId="1823246146" sldId="441"/>
            <ac:spMk id="2" creationId="{ACBCD9DF-941C-2184-B6DE-0216AF018150}"/>
          </ac:spMkLst>
        </pc:spChg>
        <pc:spChg chg="mod">
          <ac:chgData name="SEBASTIAN MONTOYA VILLADA" userId="S::sebastianmontoya8118@correo.itm.edu.co::dffcc6c4-4ec2-40a3-ba2d-1adaa01cc26d" providerId="AD" clId="Web-{2CF7D9C2-F778-96C5-5703-1463574775B6}" dt="2025-02-13T21:50:18.862" v="39" actId="20577"/>
          <ac:spMkLst>
            <pc:docMk/>
            <pc:sldMk cId="1823246146" sldId="441"/>
            <ac:spMk id="15" creationId="{032BBD4F-8A64-D49F-B752-06F9AB51B426}"/>
          </ac:spMkLst>
        </pc:spChg>
        <pc:picChg chg="add mod">
          <ac:chgData name="SEBASTIAN MONTOYA VILLADA" userId="S::sebastianmontoya8118@correo.itm.edu.co::dffcc6c4-4ec2-40a3-ba2d-1adaa01cc26d" providerId="AD" clId="Web-{2CF7D9C2-F778-96C5-5703-1463574775B6}" dt="2025-02-13T21:49:33.955" v="26" actId="1076"/>
          <ac:picMkLst>
            <pc:docMk/>
            <pc:sldMk cId="1823246146" sldId="441"/>
            <ac:picMk id="13" creationId="{B935B66A-8597-04CA-F1EF-0E9AAB267433}"/>
          </ac:picMkLst>
        </pc:picChg>
        <pc:picChg chg="del">
          <ac:chgData name="SEBASTIAN MONTOYA VILLADA" userId="S::sebastianmontoya8118@correo.itm.edu.co::dffcc6c4-4ec2-40a3-ba2d-1adaa01cc26d" providerId="AD" clId="Web-{2CF7D9C2-F778-96C5-5703-1463574775B6}" dt="2025-02-13T21:49:28.861" v="22"/>
          <ac:picMkLst>
            <pc:docMk/>
            <pc:sldMk cId="1823246146" sldId="441"/>
            <ac:picMk id="14" creationId="{85C45C1D-B3C3-33F0-1CCC-6090AE1C2CD7}"/>
          </ac:picMkLst>
        </pc:picChg>
      </pc:sldChg>
      <pc:sldChg chg="modSp">
        <pc:chgData name="SEBASTIAN MONTOYA VILLADA" userId="S::sebastianmontoya8118@correo.itm.edu.co::dffcc6c4-4ec2-40a3-ba2d-1adaa01cc26d" providerId="AD" clId="Web-{2CF7D9C2-F778-96C5-5703-1463574775B6}" dt="2025-02-14T14:26:29.349" v="61" actId="20577"/>
        <pc:sldMkLst>
          <pc:docMk/>
          <pc:sldMk cId="2939714144" sldId="445"/>
        </pc:sldMkLst>
        <pc:spChg chg="mod">
          <ac:chgData name="SEBASTIAN MONTOYA VILLADA" userId="S::sebastianmontoya8118@correo.itm.edu.co::dffcc6c4-4ec2-40a3-ba2d-1adaa01cc26d" providerId="AD" clId="Web-{2CF7D9C2-F778-96C5-5703-1463574775B6}" dt="2025-02-14T14:26:29.349" v="61" actId="20577"/>
          <ac:spMkLst>
            <pc:docMk/>
            <pc:sldMk cId="2939714144" sldId="445"/>
            <ac:spMk id="17" creationId="{15A0A233-76E3-E7FF-9498-D808C6840812}"/>
          </ac:spMkLst>
        </pc:spChg>
      </pc:sldChg>
      <pc:sldChg chg="modSp">
        <pc:chgData name="SEBASTIAN MONTOYA VILLADA" userId="S::sebastianmontoya8118@correo.itm.edu.co::dffcc6c4-4ec2-40a3-ba2d-1adaa01cc26d" providerId="AD" clId="Web-{2CF7D9C2-F778-96C5-5703-1463574775B6}" dt="2025-02-14T14:26:38.990" v="66" actId="20577"/>
        <pc:sldMkLst>
          <pc:docMk/>
          <pc:sldMk cId="3113406980" sldId="446"/>
        </pc:sldMkLst>
        <pc:spChg chg="mod">
          <ac:chgData name="SEBASTIAN MONTOYA VILLADA" userId="S::sebastianmontoya8118@correo.itm.edu.co::dffcc6c4-4ec2-40a3-ba2d-1adaa01cc26d" providerId="AD" clId="Web-{2CF7D9C2-F778-96C5-5703-1463574775B6}" dt="2025-02-14T14:26:38.990" v="66" actId="20577"/>
          <ac:spMkLst>
            <pc:docMk/>
            <pc:sldMk cId="3113406980" sldId="446"/>
            <ac:spMk id="17" creationId="{1A8D126A-5972-B450-C742-4D8E33D854F8}"/>
          </ac:spMkLst>
        </pc:spChg>
      </pc:sldChg>
    </pc:docChg>
  </pc:docChgLst>
  <pc:docChgLst>
    <pc:chgData name="SEBASTIAN MONTOYA VILLADA" userId="S::sebastianmontoya8118@correo.itm.edu.co::dffcc6c4-4ec2-40a3-ba2d-1adaa01cc26d" providerId="AD" clId="Web-{BB24AA34-8A75-EC71-CFE8-ED251BC0B28B}"/>
    <pc:docChg chg="addSld delSld modSld sldOrd">
      <pc:chgData name="SEBASTIAN MONTOYA VILLADA" userId="S::sebastianmontoya8118@correo.itm.edu.co::dffcc6c4-4ec2-40a3-ba2d-1adaa01cc26d" providerId="AD" clId="Web-{BB24AA34-8A75-EC71-CFE8-ED251BC0B28B}" dt="2025-02-14T02:03:23.460" v="229"/>
      <pc:docMkLst>
        <pc:docMk/>
      </pc:docMkLst>
      <pc:sldChg chg="del">
        <pc:chgData name="SEBASTIAN MONTOYA VILLADA" userId="S::sebastianmontoya8118@correo.itm.edu.co::dffcc6c4-4ec2-40a3-ba2d-1adaa01cc26d" providerId="AD" clId="Web-{BB24AA34-8A75-EC71-CFE8-ED251BC0B28B}" dt="2025-02-14T01:17:53.060" v="64"/>
        <pc:sldMkLst>
          <pc:docMk/>
          <pc:sldMk cId="1287288010" sldId="423"/>
        </pc:sldMkLst>
      </pc:sldChg>
      <pc:sldChg chg="modSp">
        <pc:chgData name="SEBASTIAN MONTOYA VILLADA" userId="S::sebastianmontoya8118@correo.itm.edu.co::dffcc6c4-4ec2-40a3-ba2d-1adaa01cc26d" providerId="AD" clId="Web-{BB24AA34-8A75-EC71-CFE8-ED251BC0B28B}" dt="2025-02-14T01:45:08.763" v="100" actId="20577"/>
        <pc:sldMkLst>
          <pc:docMk/>
          <pc:sldMk cId="1110925768" sldId="425"/>
        </pc:sldMkLst>
        <pc:spChg chg="mod">
          <ac:chgData name="SEBASTIAN MONTOYA VILLADA" userId="S::sebastianmontoya8118@correo.itm.edu.co::dffcc6c4-4ec2-40a3-ba2d-1adaa01cc26d" providerId="AD" clId="Web-{BB24AA34-8A75-EC71-CFE8-ED251BC0B28B}" dt="2025-02-14T01:45:08.763" v="100" actId="20577"/>
          <ac:spMkLst>
            <pc:docMk/>
            <pc:sldMk cId="1110925768" sldId="425"/>
            <ac:spMk id="13" creationId="{2349CAE6-815E-B23E-3999-48CB7E640537}"/>
          </ac:spMkLst>
        </pc:spChg>
      </pc:sldChg>
      <pc:sldChg chg="modSp">
        <pc:chgData name="SEBASTIAN MONTOYA VILLADA" userId="S::sebastianmontoya8118@correo.itm.edu.co::dffcc6c4-4ec2-40a3-ba2d-1adaa01cc26d" providerId="AD" clId="Web-{BB24AA34-8A75-EC71-CFE8-ED251BC0B28B}" dt="2025-02-14T01:51:05.342" v="148" actId="20577"/>
        <pc:sldMkLst>
          <pc:docMk/>
          <pc:sldMk cId="2710265283" sldId="426"/>
        </pc:sldMkLst>
        <pc:spChg chg="mod">
          <ac:chgData name="SEBASTIAN MONTOYA VILLADA" userId="S::sebastianmontoya8118@correo.itm.edu.co::dffcc6c4-4ec2-40a3-ba2d-1adaa01cc26d" providerId="AD" clId="Web-{BB24AA34-8A75-EC71-CFE8-ED251BC0B28B}" dt="2025-02-14T01:51:05.342" v="148" actId="20577"/>
          <ac:spMkLst>
            <pc:docMk/>
            <pc:sldMk cId="2710265283" sldId="426"/>
            <ac:spMk id="19" creationId="{B6F8A931-BD3E-9E47-8E9B-0D7FE3DEB9AE}"/>
          </ac:spMkLst>
        </pc:spChg>
      </pc:sldChg>
      <pc:sldChg chg="addSp modSp">
        <pc:chgData name="SEBASTIAN MONTOYA VILLADA" userId="S::sebastianmontoya8118@correo.itm.edu.co::dffcc6c4-4ec2-40a3-ba2d-1adaa01cc26d" providerId="AD" clId="Web-{BB24AA34-8A75-EC71-CFE8-ED251BC0B28B}" dt="2025-02-14T01:52:14.282" v="177" actId="20577"/>
        <pc:sldMkLst>
          <pc:docMk/>
          <pc:sldMk cId="2088287798" sldId="427"/>
        </pc:sldMkLst>
        <pc:spChg chg="add mod">
          <ac:chgData name="SEBASTIAN MONTOYA VILLADA" userId="S::sebastianmontoya8118@correo.itm.edu.co::dffcc6c4-4ec2-40a3-ba2d-1adaa01cc26d" providerId="AD" clId="Web-{BB24AA34-8A75-EC71-CFE8-ED251BC0B28B}" dt="2025-02-14T01:52:14.282" v="177" actId="20577"/>
          <ac:spMkLst>
            <pc:docMk/>
            <pc:sldMk cId="2088287798" sldId="427"/>
            <ac:spMk id="2" creationId="{DF9E6D12-32FE-250C-ED1E-8BDCF52D1497}"/>
          </ac:spMkLst>
        </pc:spChg>
        <pc:spChg chg="mod">
          <ac:chgData name="SEBASTIAN MONTOYA VILLADA" userId="S::sebastianmontoya8118@correo.itm.edu.co::dffcc6c4-4ec2-40a3-ba2d-1adaa01cc26d" providerId="AD" clId="Web-{BB24AA34-8A75-EC71-CFE8-ED251BC0B28B}" dt="2025-02-14T01:20:52.098" v="94" actId="20577"/>
          <ac:spMkLst>
            <pc:docMk/>
            <pc:sldMk cId="2088287798" sldId="427"/>
            <ac:spMk id="17" creationId="{4E80F85C-06FD-6F06-9C16-EA1481160B26}"/>
          </ac:spMkLst>
        </pc:spChg>
      </pc:sldChg>
      <pc:sldChg chg="modSp">
        <pc:chgData name="SEBASTIAN MONTOYA VILLADA" userId="S::sebastianmontoya8118@correo.itm.edu.co::dffcc6c4-4ec2-40a3-ba2d-1adaa01cc26d" providerId="AD" clId="Web-{BB24AA34-8A75-EC71-CFE8-ED251BC0B28B}" dt="2025-02-14T01:21:01.035" v="97" actId="20577"/>
        <pc:sldMkLst>
          <pc:docMk/>
          <pc:sldMk cId="72377787" sldId="428"/>
        </pc:sldMkLst>
        <pc:spChg chg="mod">
          <ac:chgData name="SEBASTIAN MONTOYA VILLADA" userId="S::sebastianmontoya8118@correo.itm.edu.co::dffcc6c4-4ec2-40a3-ba2d-1adaa01cc26d" providerId="AD" clId="Web-{BB24AA34-8A75-EC71-CFE8-ED251BC0B28B}" dt="2025-02-14T01:21:01.035" v="97" actId="20577"/>
          <ac:spMkLst>
            <pc:docMk/>
            <pc:sldMk cId="72377787" sldId="428"/>
            <ac:spMk id="13" creationId="{132E8DB1-C796-A46C-E254-4B2008AB84FC}"/>
          </ac:spMkLst>
        </pc:spChg>
        <pc:spChg chg="mod">
          <ac:chgData name="SEBASTIAN MONTOYA VILLADA" userId="S::sebastianmontoya8118@correo.itm.edu.co::dffcc6c4-4ec2-40a3-ba2d-1adaa01cc26d" providerId="AD" clId="Web-{BB24AA34-8A75-EC71-CFE8-ED251BC0B28B}" dt="2025-02-14T01:20:32.769" v="86" actId="20577"/>
          <ac:spMkLst>
            <pc:docMk/>
            <pc:sldMk cId="72377787" sldId="428"/>
            <ac:spMk id="15" creationId="{9B55E83A-F503-05C5-D6B7-DB19CEBDBF14}"/>
          </ac:spMkLst>
        </pc:spChg>
      </pc:sldChg>
      <pc:sldChg chg="addSp delSp modSp">
        <pc:chgData name="SEBASTIAN MONTOYA VILLADA" userId="S::sebastianmontoya8118@correo.itm.edu.co::dffcc6c4-4ec2-40a3-ba2d-1adaa01cc26d" providerId="AD" clId="Web-{BB24AA34-8A75-EC71-CFE8-ED251BC0B28B}" dt="2025-02-14T01:58:56.107" v="211" actId="1076"/>
        <pc:sldMkLst>
          <pc:docMk/>
          <pc:sldMk cId="3625192548" sldId="429"/>
        </pc:sldMkLst>
        <pc:picChg chg="add del mod">
          <ac:chgData name="SEBASTIAN MONTOYA VILLADA" userId="S::sebastianmontoya8118@correo.itm.edu.co::dffcc6c4-4ec2-40a3-ba2d-1adaa01cc26d" providerId="AD" clId="Web-{BB24AA34-8A75-EC71-CFE8-ED251BC0B28B}" dt="2025-02-14T01:55:03.866" v="179"/>
          <ac:picMkLst>
            <pc:docMk/>
            <pc:sldMk cId="3625192548" sldId="429"/>
            <ac:picMk id="2" creationId="{CCF9ED06-7CC8-C24F-5C03-43A0BE99CF02}"/>
          </ac:picMkLst>
        </pc:picChg>
        <pc:picChg chg="mod">
          <ac:chgData name="SEBASTIAN MONTOYA VILLADA" userId="S::sebastianmontoya8118@correo.itm.edu.co::dffcc6c4-4ec2-40a3-ba2d-1adaa01cc26d" providerId="AD" clId="Web-{BB24AA34-8A75-EC71-CFE8-ED251BC0B28B}" dt="2025-02-14T01:58:56.107" v="211" actId="1076"/>
          <ac:picMkLst>
            <pc:docMk/>
            <pc:sldMk cId="3625192548" sldId="429"/>
            <ac:picMk id="14" creationId="{5DC4C30B-652F-8B06-4CC2-7F79B156D7B3}"/>
          </ac:picMkLst>
        </pc:picChg>
      </pc:sldChg>
      <pc:sldChg chg="addSp modSp">
        <pc:chgData name="SEBASTIAN MONTOYA VILLADA" userId="S::sebastianmontoya8118@correo.itm.edu.co::dffcc6c4-4ec2-40a3-ba2d-1adaa01cc26d" providerId="AD" clId="Web-{BB24AA34-8A75-EC71-CFE8-ED251BC0B28B}" dt="2025-02-14T02:02:37.974" v="222" actId="1076"/>
        <pc:sldMkLst>
          <pc:docMk/>
          <pc:sldMk cId="477694963" sldId="431"/>
        </pc:sldMkLst>
        <pc:spChg chg="add mod">
          <ac:chgData name="SEBASTIAN MONTOYA VILLADA" userId="S::sebastianmontoya8118@correo.itm.edu.co::dffcc6c4-4ec2-40a3-ba2d-1adaa01cc26d" providerId="AD" clId="Web-{BB24AA34-8A75-EC71-CFE8-ED251BC0B28B}" dt="2025-02-14T02:02:37.974" v="222" actId="1076"/>
          <ac:spMkLst>
            <pc:docMk/>
            <pc:sldMk cId="477694963" sldId="431"/>
            <ac:spMk id="13" creationId="{39791072-8FD9-BF64-C32F-31E5899F9231}"/>
          </ac:spMkLst>
        </pc:spChg>
        <pc:picChg chg="add mod">
          <ac:chgData name="SEBASTIAN MONTOYA VILLADA" userId="S::sebastianmontoya8118@correo.itm.edu.co::dffcc6c4-4ec2-40a3-ba2d-1adaa01cc26d" providerId="AD" clId="Web-{BB24AA34-8A75-EC71-CFE8-ED251BC0B28B}" dt="2025-02-14T02:02:14.473" v="217" actId="1076"/>
          <ac:picMkLst>
            <pc:docMk/>
            <pc:sldMk cId="477694963" sldId="431"/>
            <ac:picMk id="2" creationId="{F196B44A-EE64-8194-D0AA-7A02A22E874C}"/>
          </ac:picMkLst>
        </pc:picChg>
        <pc:picChg chg="mod">
          <ac:chgData name="SEBASTIAN MONTOYA VILLADA" userId="S::sebastianmontoya8118@correo.itm.edu.co::dffcc6c4-4ec2-40a3-ba2d-1adaa01cc26d" providerId="AD" clId="Web-{BB24AA34-8A75-EC71-CFE8-ED251BC0B28B}" dt="2025-02-14T02:02:11.629" v="215" actId="1076"/>
          <ac:picMkLst>
            <pc:docMk/>
            <pc:sldMk cId="477694963" sldId="431"/>
            <ac:picMk id="19" creationId="{5C872051-2863-CB6C-BCCC-14D515B7E6D7}"/>
          </ac:picMkLst>
        </pc:picChg>
      </pc:sldChg>
      <pc:sldChg chg="del">
        <pc:chgData name="SEBASTIAN MONTOYA VILLADA" userId="S::sebastianmontoya8118@correo.itm.edu.co::dffcc6c4-4ec2-40a3-ba2d-1adaa01cc26d" providerId="AD" clId="Web-{BB24AA34-8A75-EC71-CFE8-ED251BC0B28B}" dt="2025-02-14T02:02:53.443" v="223"/>
        <pc:sldMkLst>
          <pc:docMk/>
          <pc:sldMk cId="4065517869" sldId="432"/>
        </pc:sldMkLst>
      </pc:sldChg>
      <pc:sldChg chg="del">
        <pc:chgData name="SEBASTIAN MONTOYA VILLADA" userId="S::sebastianmontoya8118@correo.itm.edu.co::dffcc6c4-4ec2-40a3-ba2d-1adaa01cc26d" providerId="AD" clId="Web-{BB24AA34-8A75-EC71-CFE8-ED251BC0B28B}" dt="2025-02-14T02:02:55.537" v="224"/>
        <pc:sldMkLst>
          <pc:docMk/>
          <pc:sldMk cId="2090354419" sldId="433"/>
        </pc:sldMkLst>
      </pc:sldChg>
      <pc:sldChg chg="del">
        <pc:chgData name="SEBASTIAN MONTOYA VILLADA" userId="S::sebastianmontoya8118@correo.itm.edu.co::dffcc6c4-4ec2-40a3-ba2d-1adaa01cc26d" providerId="AD" clId="Web-{BB24AA34-8A75-EC71-CFE8-ED251BC0B28B}" dt="2025-02-14T02:03:04.084" v="225"/>
        <pc:sldMkLst>
          <pc:docMk/>
          <pc:sldMk cId="2704151960" sldId="435"/>
        </pc:sldMkLst>
      </pc:sldChg>
      <pc:sldChg chg="modSp">
        <pc:chgData name="SEBASTIAN MONTOYA VILLADA" userId="S::sebastianmontoya8118@correo.itm.edu.co::dffcc6c4-4ec2-40a3-ba2d-1adaa01cc26d" providerId="AD" clId="Web-{BB24AA34-8A75-EC71-CFE8-ED251BC0B28B}" dt="2025-02-14T02:03:16.319" v="227" actId="14100"/>
        <pc:sldMkLst>
          <pc:docMk/>
          <pc:sldMk cId="3171399854" sldId="437"/>
        </pc:sldMkLst>
        <pc:picChg chg="mod">
          <ac:chgData name="SEBASTIAN MONTOYA VILLADA" userId="S::sebastianmontoya8118@correo.itm.edu.co::dffcc6c4-4ec2-40a3-ba2d-1adaa01cc26d" providerId="AD" clId="Web-{BB24AA34-8A75-EC71-CFE8-ED251BC0B28B}" dt="2025-02-14T02:03:16.319" v="227" actId="14100"/>
          <ac:picMkLst>
            <pc:docMk/>
            <pc:sldMk cId="3171399854" sldId="437"/>
            <ac:picMk id="6" creationId="{F8FAD561-8757-519D-1E5A-0934CE97AC10}"/>
          </ac:picMkLst>
        </pc:picChg>
      </pc:sldChg>
      <pc:sldChg chg="del">
        <pc:chgData name="SEBASTIAN MONTOYA VILLADA" userId="S::sebastianmontoya8118@correo.itm.edu.co::dffcc6c4-4ec2-40a3-ba2d-1adaa01cc26d" providerId="AD" clId="Web-{BB24AA34-8A75-EC71-CFE8-ED251BC0B28B}" dt="2025-02-14T02:03:19.053" v="228"/>
        <pc:sldMkLst>
          <pc:docMk/>
          <pc:sldMk cId="320813354" sldId="438"/>
        </pc:sldMkLst>
      </pc:sldChg>
      <pc:sldChg chg="del">
        <pc:chgData name="SEBASTIAN MONTOYA VILLADA" userId="S::sebastianmontoya8118@correo.itm.edu.co::dffcc6c4-4ec2-40a3-ba2d-1adaa01cc26d" providerId="AD" clId="Web-{BB24AA34-8A75-EC71-CFE8-ED251BC0B28B}" dt="2025-02-14T02:03:23.460" v="229"/>
        <pc:sldMkLst>
          <pc:docMk/>
          <pc:sldMk cId="3832741735" sldId="439"/>
        </pc:sldMkLst>
      </pc:sldChg>
      <pc:sldChg chg="modSp">
        <pc:chgData name="SEBASTIAN MONTOYA VILLADA" userId="S::sebastianmontoya8118@correo.itm.edu.co::dffcc6c4-4ec2-40a3-ba2d-1adaa01cc26d" providerId="AD" clId="Web-{BB24AA34-8A75-EC71-CFE8-ED251BC0B28B}" dt="2025-02-14T00:00:33.349" v="1" actId="1076"/>
        <pc:sldMkLst>
          <pc:docMk/>
          <pc:sldMk cId="1707326759" sldId="440"/>
        </pc:sldMkLst>
        <pc:picChg chg="mod">
          <ac:chgData name="SEBASTIAN MONTOYA VILLADA" userId="S::sebastianmontoya8118@correo.itm.edu.co::dffcc6c4-4ec2-40a3-ba2d-1adaa01cc26d" providerId="AD" clId="Web-{BB24AA34-8A75-EC71-CFE8-ED251BC0B28B}" dt="2025-02-14T00:00:33.349" v="1" actId="1076"/>
          <ac:picMkLst>
            <pc:docMk/>
            <pc:sldMk cId="1707326759" sldId="440"/>
            <ac:picMk id="14" creationId="{E1C28820-F133-A1AD-F9D3-CDF035067216}"/>
          </ac:picMkLst>
        </pc:picChg>
      </pc:sldChg>
      <pc:sldChg chg="delSp modSp add del replId">
        <pc:chgData name="SEBASTIAN MONTOYA VILLADA" userId="S::sebastianmontoya8118@correo.itm.edu.co::dffcc6c4-4ec2-40a3-ba2d-1adaa01cc26d" providerId="AD" clId="Web-{BB24AA34-8A75-EC71-CFE8-ED251BC0B28B}" dt="2025-02-14T00:01:14.069" v="40"/>
        <pc:sldMkLst>
          <pc:docMk/>
          <pc:sldMk cId="1529240117" sldId="442"/>
        </pc:sldMkLst>
        <pc:spChg chg="mod">
          <ac:chgData name="SEBASTIAN MONTOYA VILLADA" userId="S::sebastianmontoya8118@correo.itm.edu.co::dffcc6c4-4ec2-40a3-ba2d-1adaa01cc26d" providerId="AD" clId="Web-{BB24AA34-8A75-EC71-CFE8-ED251BC0B28B}" dt="2025-02-14T00:00:55.615" v="27" actId="20577"/>
          <ac:spMkLst>
            <pc:docMk/>
            <pc:sldMk cId="1529240117" sldId="442"/>
            <ac:spMk id="2" creationId="{B15CC14C-BCF1-BB45-04FF-BDB452869101}"/>
          </ac:spMkLst>
        </pc:spChg>
        <pc:spChg chg="del">
          <ac:chgData name="SEBASTIAN MONTOYA VILLADA" userId="S::sebastianmontoya8118@correo.itm.edu.co::dffcc6c4-4ec2-40a3-ba2d-1adaa01cc26d" providerId="AD" clId="Web-{BB24AA34-8A75-EC71-CFE8-ED251BC0B28B}" dt="2025-02-14T00:01:00.334" v="29"/>
          <ac:spMkLst>
            <pc:docMk/>
            <pc:sldMk cId="1529240117" sldId="442"/>
            <ac:spMk id="15" creationId="{9F11AA14-96A5-8847-8E7F-2BF713ACB105}"/>
          </ac:spMkLst>
        </pc:spChg>
        <pc:picChg chg="del">
          <ac:chgData name="SEBASTIAN MONTOYA VILLADA" userId="S::sebastianmontoya8118@correo.itm.edu.co::dffcc6c4-4ec2-40a3-ba2d-1adaa01cc26d" providerId="AD" clId="Web-{BB24AA34-8A75-EC71-CFE8-ED251BC0B28B}" dt="2025-02-14T00:01:00.334" v="30"/>
          <ac:picMkLst>
            <pc:docMk/>
            <pc:sldMk cId="1529240117" sldId="442"/>
            <ac:picMk id="3" creationId="{4818265C-786D-BD02-2159-7C1BD2231674}"/>
          </ac:picMkLst>
        </pc:picChg>
        <pc:picChg chg="del">
          <ac:chgData name="SEBASTIAN MONTOYA VILLADA" userId="S::sebastianmontoya8118@correo.itm.edu.co::dffcc6c4-4ec2-40a3-ba2d-1adaa01cc26d" providerId="AD" clId="Web-{BB24AA34-8A75-EC71-CFE8-ED251BC0B28B}" dt="2025-02-14T00:01:00.334" v="38"/>
          <ac:picMkLst>
            <pc:docMk/>
            <pc:sldMk cId="1529240117" sldId="442"/>
            <ac:picMk id="4" creationId="{2B3A9001-9692-0DC9-0B93-85BFDC8259D8}"/>
          </ac:picMkLst>
        </pc:picChg>
        <pc:picChg chg="del">
          <ac:chgData name="SEBASTIAN MONTOYA VILLADA" userId="S::sebastianmontoya8118@correo.itm.edu.co::dffcc6c4-4ec2-40a3-ba2d-1adaa01cc26d" providerId="AD" clId="Web-{BB24AA34-8A75-EC71-CFE8-ED251BC0B28B}" dt="2025-02-14T00:01:00.334" v="37"/>
          <ac:picMkLst>
            <pc:docMk/>
            <pc:sldMk cId="1529240117" sldId="442"/>
            <ac:picMk id="5" creationId="{5BE793AB-CDAB-B650-35BE-6056B6CF9981}"/>
          </ac:picMkLst>
        </pc:picChg>
        <pc:picChg chg="del">
          <ac:chgData name="SEBASTIAN MONTOYA VILLADA" userId="S::sebastianmontoya8118@correo.itm.edu.co::dffcc6c4-4ec2-40a3-ba2d-1adaa01cc26d" providerId="AD" clId="Web-{BB24AA34-8A75-EC71-CFE8-ED251BC0B28B}" dt="2025-02-14T00:01:00.334" v="36"/>
          <ac:picMkLst>
            <pc:docMk/>
            <pc:sldMk cId="1529240117" sldId="442"/>
            <ac:picMk id="6" creationId="{A9332E75-19FF-7659-36C8-B7ADFD820BAD}"/>
          </ac:picMkLst>
        </pc:picChg>
        <pc:picChg chg="del">
          <ac:chgData name="SEBASTIAN MONTOYA VILLADA" userId="S::sebastianmontoya8118@correo.itm.edu.co::dffcc6c4-4ec2-40a3-ba2d-1adaa01cc26d" providerId="AD" clId="Web-{BB24AA34-8A75-EC71-CFE8-ED251BC0B28B}" dt="2025-02-14T00:01:00.334" v="35"/>
          <ac:picMkLst>
            <pc:docMk/>
            <pc:sldMk cId="1529240117" sldId="442"/>
            <ac:picMk id="7" creationId="{8D4256F1-8FE8-9118-35AF-56F961B0FD2A}"/>
          </ac:picMkLst>
        </pc:picChg>
        <pc:picChg chg="del">
          <ac:chgData name="SEBASTIAN MONTOYA VILLADA" userId="S::sebastianmontoya8118@correo.itm.edu.co::dffcc6c4-4ec2-40a3-ba2d-1adaa01cc26d" providerId="AD" clId="Web-{BB24AA34-8A75-EC71-CFE8-ED251BC0B28B}" dt="2025-02-14T00:01:00.334" v="34"/>
          <ac:picMkLst>
            <pc:docMk/>
            <pc:sldMk cId="1529240117" sldId="442"/>
            <ac:picMk id="8" creationId="{925BCCAC-7011-26AB-690D-563A1B12AF46}"/>
          </ac:picMkLst>
        </pc:picChg>
        <pc:picChg chg="del">
          <ac:chgData name="SEBASTIAN MONTOYA VILLADA" userId="S::sebastianmontoya8118@correo.itm.edu.co::dffcc6c4-4ec2-40a3-ba2d-1adaa01cc26d" providerId="AD" clId="Web-{BB24AA34-8A75-EC71-CFE8-ED251BC0B28B}" dt="2025-02-14T00:01:00.334" v="33"/>
          <ac:picMkLst>
            <pc:docMk/>
            <pc:sldMk cId="1529240117" sldId="442"/>
            <ac:picMk id="9" creationId="{6458AB8C-E28C-141E-C7E6-07E8013F60F6}"/>
          </ac:picMkLst>
        </pc:picChg>
        <pc:picChg chg="del">
          <ac:chgData name="SEBASTIAN MONTOYA VILLADA" userId="S::sebastianmontoya8118@correo.itm.edu.co::dffcc6c4-4ec2-40a3-ba2d-1adaa01cc26d" providerId="AD" clId="Web-{BB24AA34-8A75-EC71-CFE8-ED251BC0B28B}" dt="2025-02-14T00:01:00.334" v="32"/>
          <ac:picMkLst>
            <pc:docMk/>
            <pc:sldMk cId="1529240117" sldId="442"/>
            <ac:picMk id="10" creationId="{BEDD0A9B-0D55-425C-4ADD-D664EA9F725D}"/>
          </ac:picMkLst>
        </pc:picChg>
        <pc:picChg chg="del">
          <ac:chgData name="SEBASTIAN MONTOYA VILLADA" userId="S::sebastianmontoya8118@correo.itm.edu.co::dffcc6c4-4ec2-40a3-ba2d-1adaa01cc26d" providerId="AD" clId="Web-{BB24AA34-8A75-EC71-CFE8-ED251BC0B28B}" dt="2025-02-14T00:01:00.334" v="31"/>
          <ac:picMkLst>
            <pc:docMk/>
            <pc:sldMk cId="1529240117" sldId="442"/>
            <ac:picMk id="11" creationId="{D7657797-CEF6-00D4-B70F-24A324D35F78}"/>
          </ac:picMkLst>
        </pc:picChg>
        <pc:picChg chg="del">
          <ac:chgData name="SEBASTIAN MONTOYA VILLADA" userId="S::sebastianmontoya8118@correo.itm.edu.co::dffcc6c4-4ec2-40a3-ba2d-1adaa01cc26d" providerId="AD" clId="Web-{BB24AA34-8A75-EC71-CFE8-ED251BC0B28B}" dt="2025-02-14T00:00:56.912" v="28"/>
          <ac:picMkLst>
            <pc:docMk/>
            <pc:sldMk cId="1529240117" sldId="442"/>
            <ac:picMk id="13" creationId="{EFDA8EFE-0F1B-7041-2EB1-C9B2596ED506}"/>
          </ac:picMkLst>
        </pc:picChg>
      </pc:sldChg>
      <pc:sldChg chg="delSp modSp add replId">
        <pc:chgData name="SEBASTIAN MONTOYA VILLADA" userId="S::sebastianmontoya8118@correo.itm.edu.co::dffcc6c4-4ec2-40a3-ba2d-1adaa01cc26d" providerId="AD" clId="Web-{BB24AA34-8A75-EC71-CFE8-ED251BC0B28B}" dt="2025-02-14T00:01:22.835" v="54" actId="20577"/>
        <pc:sldMkLst>
          <pc:docMk/>
          <pc:sldMk cId="2365500581" sldId="443"/>
        </pc:sldMkLst>
        <pc:spChg chg="mod">
          <ac:chgData name="SEBASTIAN MONTOYA VILLADA" userId="S::sebastianmontoya8118@correo.itm.edu.co::dffcc6c4-4ec2-40a3-ba2d-1adaa01cc26d" providerId="AD" clId="Web-{BB24AA34-8A75-EC71-CFE8-ED251BC0B28B}" dt="2025-02-14T00:01:22.835" v="54" actId="20577"/>
          <ac:spMkLst>
            <pc:docMk/>
            <pc:sldMk cId="2365500581" sldId="443"/>
            <ac:spMk id="2" creationId="{D06F09C9-612E-D5A1-3A39-96C740C595B9}"/>
          </ac:spMkLst>
        </pc:spChg>
        <pc:spChg chg="del">
          <ac:chgData name="SEBASTIAN MONTOYA VILLADA" userId="S::sebastianmontoya8118@correo.itm.edu.co::dffcc6c4-4ec2-40a3-ba2d-1adaa01cc26d" providerId="AD" clId="Web-{BB24AA34-8A75-EC71-CFE8-ED251BC0B28B}" dt="2025-02-14T00:01:17.850" v="41"/>
          <ac:spMkLst>
            <pc:docMk/>
            <pc:sldMk cId="2365500581" sldId="443"/>
            <ac:spMk id="15" creationId="{DC7CEE8E-1E08-6144-737D-43F1A5A82156}"/>
          </ac:spMkLst>
        </pc:spChg>
        <pc:picChg chg="del">
          <ac:chgData name="SEBASTIAN MONTOYA VILLADA" userId="S::sebastianmontoya8118@correo.itm.edu.co::dffcc6c4-4ec2-40a3-ba2d-1adaa01cc26d" providerId="AD" clId="Web-{BB24AA34-8A75-EC71-CFE8-ED251BC0B28B}" dt="2025-02-14T00:01:19.179" v="42"/>
          <ac:picMkLst>
            <pc:docMk/>
            <pc:sldMk cId="2365500581" sldId="443"/>
            <ac:picMk id="13" creationId="{8B6ACFC4-AE92-F76B-5A18-4E6133FCAB6A}"/>
          </ac:picMkLst>
        </pc:picChg>
      </pc:sldChg>
      <pc:sldChg chg="addSp delSp modSp add ord replId">
        <pc:chgData name="SEBASTIAN MONTOYA VILLADA" userId="S::sebastianmontoya8118@correo.itm.edu.co::dffcc6c4-4ec2-40a3-ba2d-1adaa01cc26d" providerId="AD" clId="Web-{BB24AA34-8A75-EC71-CFE8-ED251BC0B28B}" dt="2025-02-14T00:10:40.230" v="63" actId="14100"/>
        <pc:sldMkLst>
          <pc:docMk/>
          <pc:sldMk cId="97264434" sldId="444"/>
        </pc:sldMkLst>
        <pc:spChg chg="mod">
          <ac:chgData name="SEBASTIAN MONTOYA VILLADA" userId="S::sebastianmontoya8118@correo.itm.edu.co::dffcc6c4-4ec2-40a3-ba2d-1adaa01cc26d" providerId="AD" clId="Web-{BB24AA34-8A75-EC71-CFE8-ED251BC0B28B}" dt="2025-02-14T00:10:20.745" v="58" actId="20577"/>
          <ac:spMkLst>
            <pc:docMk/>
            <pc:sldMk cId="97264434" sldId="444"/>
            <ac:spMk id="2" creationId="{C4BF13D9-654C-7022-59E4-5493947E3EDF}"/>
          </ac:spMkLst>
        </pc:spChg>
        <pc:picChg chg="add mod">
          <ac:chgData name="SEBASTIAN MONTOYA VILLADA" userId="S::sebastianmontoya8118@correo.itm.edu.co::dffcc6c4-4ec2-40a3-ba2d-1adaa01cc26d" providerId="AD" clId="Web-{BB24AA34-8A75-EC71-CFE8-ED251BC0B28B}" dt="2025-02-14T00:10:40.230" v="63" actId="14100"/>
          <ac:picMkLst>
            <pc:docMk/>
            <pc:sldMk cId="97264434" sldId="444"/>
            <ac:picMk id="13" creationId="{5CF0BD6A-7FF4-E817-BC9B-22BEE671C466}"/>
          </ac:picMkLst>
        </pc:picChg>
        <pc:picChg chg="del">
          <ac:chgData name="SEBASTIAN MONTOYA VILLADA" userId="S::sebastianmontoya8118@correo.itm.edu.co::dffcc6c4-4ec2-40a3-ba2d-1adaa01cc26d" providerId="AD" clId="Web-{BB24AA34-8A75-EC71-CFE8-ED251BC0B28B}" dt="2025-02-14T00:10:22.698" v="59"/>
          <ac:picMkLst>
            <pc:docMk/>
            <pc:sldMk cId="97264434" sldId="444"/>
            <ac:picMk id="20" creationId="{91D38B5F-1A4D-DBD0-F63E-1049FB743C44}"/>
          </ac:picMkLst>
        </pc:picChg>
      </pc:sldChg>
      <pc:sldChg chg="delSp modSp add replId">
        <pc:chgData name="SEBASTIAN MONTOYA VILLADA" userId="S::sebastianmontoya8118@correo.itm.edu.co::dffcc6c4-4ec2-40a3-ba2d-1adaa01cc26d" providerId="AD" clId="Web-{BB24AA34-8A75-EC71-CFE8-ED251BC0B28B}" dt="2025-02-14T01:46:13.968" v="123" actId="20577"/>
        <pc:sldMkLst>
          <pc:docMk/>
          <pc:sldMk cId="2939714144" sldId="445"/>
        </pc:sldMkLst>
        <pc:spChg chg="del">
          <ac:chgData name="SEBASTIAN MONTOYA VILLADA" userId="S::sebastianmontoya8118@correo.itm.edu.co::dffcc6c4-4ec2-40a3-ba2d-1adaa01cc26d" providerId="AD" clId="Web-{BB24AA34-8A75-EC71-CFE8-ED251BC0B28B}" dt="2025-02-14T01:46:11.077" v="120"/>
          <ac:spMkLst>
            <pc:docMk/>
            <pc:sldMk cId="2939714144" sldId="445"/>
            <ac:spMk id="13" creationId="{0EA960F6-7871-AF24-41BB-AEC9CA18E5F2}"/>
          </ac:spMkLst>
        </pc:spChg>
        <pc:spChg chg="mod">
          <ac:chgData name="SEBASTIAN MONTOYA VILLADA" userId="S::sebastianmontoya8118@correo.itm.edu.co::dffcc6c4-4ec2-40a3-ba2d-1adaa01cc26d" providerId="AD" clId="Web-{BB24AA34-8A75-EC71-CFE8-ED251BC0B28B}" dt="2025-02-14T01:46:13.968" v="123" actId="20577"/>
          <ac:spMkLst>
            <pc:docMk/>
            <pc:sldMk cId="2939714144" sldId="445"/>
            <ac:spMk id="17" creationId="{15A0A233-76E3-E7FF-9498-D808C6840812}"/>
          </ac:spMkLst>
        </pc:spChg>
        <pc:spChg chg="del">
          <ac:chgData name="SEBASTIAN MONTOYA VILLADA" userId="S::sebastianmontoya8118@correo.itm.edu.co::dffcc6c4-4ec2-40a3-ba2d-1adaa01cc26d" providerId="AD" clId="Web-{BB24AA34-8A75-EC71-CFE8-ED251BC0B28B}" dt="2025-02-14T01:45:16.232" v="103"/>
          <ac:spMkLst>
            <pc:docMk/>
            <pc:sldMk cId="2939714144" sldId="445"/>
            <ac:spMk id="19" creationId="{099811A0-EC6F-186A-2534-432AF48DE162}"/>
          </ac:spMkLst>
        </pc:spChg>
        <pc:spChg chg="del">
          <ac:chgData name="SEBASTIAN MONTOYA VILLADA" userId="S::sebastianmontoya8118@correo.itm.edu.co::dffcc6c4-4ec2-40a3-ba2d-1adaa01cc26d" providerId="AD" clId="Web-{BB24AA34-8A75-EC71-CFE8-ED251BC0B28B}" dt="2025-02-14T01:45:13.794" v="102"/>
          <ac:spMkLst>
            <pc:docMk/>
            <pc:sldMk cId="2939714144" sldId="445"/>
            <ac:spMk id="23" creationId="{D41B9FBA-803E-BC36-D160-D4B77F3B4967}"/>
          </ac:spMkLst>
        </pc:spChg>
        <pc:picChg chg="del">
          <ac:chgData name="SEBASTIAN MONTOYA VILLADA" userId="S::sebastianmontoya8118@correo.itm.edu.co::dffcc6c4-4ec2-40a3-ba2d-1adaa01cc26d" providerId="AD" clId="Web-{BB24AA34-8A75-EC71-CFE8-ED251BC0B28B}" dt="2025-02-14T01:45:11.294" v="101"/>
          <ac:picMkLst>
            <pc:docMk/>
            <pc:sldMk cId="2939714144" sldId="445"/>
            <ac:picMk id="21" creationId="{54B3AC50-8718-A2F7-FE66-1BB10CD2720D}"/>
          </ac:picMkLst>
        </pc:picChg>
        <pc:picChg chg="del">
          <ac:chgData name="SEBASTIAN MONTOYA VILLADA" userId="S::sebastianmontoya8118@correo.itm.edu.co::dffcc6c4-4ec2-40a3-ba2d-1adaa01cc26d" providerId="AD" clId="Web-{BB24AA34-8A75-EC71-CFE8-ED251BC0B28B}" dt="2025-02-14T01:45:43.107" v="113"/>
          <ac:picMkLst>
            <pc:docMk/>
            <pc:sldMk cId="2939714144" sldId="445"/>
            <ac:picMk id="25" creationId="{18F4610E-6BCB-BE59-3780-B49FAF656848}"/>
          </ac:picMkLst>
        </pc:picChg>
      </pc:sldChg>
      <pc:sldChg chg="modSp add replId">
        <pc:chgData name="SEBASTIAN MONTOYA VILLADA" userId="S::sebastianmontoya8118@correo.itm.edu.co::dffcc6c4-4ec2-40a3-ba2d-1adaa01cc26d" providerId="AD" clId="Web-{BB24AA34-8A75-EC71-CFE8-ED251BC0B28B}" dt="2025-02-14T01:48:24.113" v="146" actId="20577"/>
        <pc:sldMkLst>
          <pc:docMk/>
          <pc:sldMk cId="3113406980" sldId="446"/>
        </pc:sldMkLst>
        <pc:spChg chg="mod">
          <ac:chgData name="SEBASTIAN MONTOYA VILLADA" userId="S::sebastianmontoya8118@correo.itm.edu.co::dffcc6c4-4ec2-40a3-ba2d-1adaa01cc26d" providerId="AD" clId="Web-{BB24AA34-8A75-EC71-CFE8-ED251BC0B28B}" dt="2025-02-14T01:47:43.236" v="128" actId="20577"/>
          <ac:spMkLst>
            <pc:docMk/>
            <pc:sldMk cId="3113406980" sldId="446"/>
            <ac:spMk id="13" creationId="{9306B118-B22F-8245-5759-82C6946F3F2A}"/>
          </ac:spMkLst>
        </pc:spChg>
        <pc:spChg chg="mod">
          <ac:chgData name="SEBASTIAN MONTOYA VILLADA" userId="S::sebastianmontoya8118@correo.itm.edu.co::dffcc6c4-4ec2-40a3-ba2d-1adaa01cc26d" providerId="AD" clId="Web-{BB24AA34-8A75-EC71-CFE8-ED251BC0B28B}" dt="2025-02-14T01:48:24.113" v="146" actId="20577"/>
          <ac:spMkLst>
            <pc:docMk/>
            <pc:sldMk cId="3113406980" sldId="446"/>
            <ac:spMk id="17" creationId="{1A8D126A-5972-B450-C742-4D8E33D854F8}"/>
          </ac:spMkLst>
        </pc:spChg>
      </pc:sldChg>
      <pc:sldChg chg="addSp modSp add replId">
        <pc:chgData name="SEBASTIAN MONTOYA VILLADA" userId="S::sebastianmontoya8118@correo.itm.edu.co::dffcc6c4-4ec2-40a3-ba2d-1adaa01cc26d" providerId="AD" clId="Web-{BB24AA34-8A75-EC71-CFE8-ED251BC0B28B}" dt="2025-02-14T01:58:50.310" v="210" actId="1076"/>
        <pc:sldMkLst>
          <pc:docMk/>
          <pc:sldMk cId="3163327589" sldId="447"/>
        </pc:sldMkLst>
        <pc:spChg chg="mod">
          <ac:chgData name="SEBASTIAN MONTOYA VILLADA" userId="S::sebastianmontoya8118@correo.itm.edu.co::dffcc6c4-4ec2-40a3-ba2d-1adaa01cc26d" providerId="AD" clId="Web-{BB24AA34-8A75-EC71-CFE8-ED251BC0B28B}" dt="2025-02-14T01:57:23.261" v="181" actId="20577"/>
          <ac:spMkLst>
            <pc:docMk/>
            <pc:sldMk cId="3163327589" sldId="447"/>
            <ac:spMk id="13" creationId="{F46B6539-6C39-851E-B92F-B91BA6BBF595}"/>
          </ac:spMkLst>
        </pc:spChg>
        <pc:spChg chg="add mod">
          <ac:chgData name="SEBASTIAN MONTOYA VILLADA" userId="S::sebastianmontoya8118@correo.itm.edu.co::dffcc6c4-4ec2-40a3-ba2d-1adaa01cc26d" providerId="AD" clId="Web-{BB24AA34-8A75-EC71-CFE8-ED251BC0B28B}" dt="2025-02-14T01:58:50.310" v="210" actId="1076"/>
          <ac:spMkLst>
            <pc:docMk/>
            <pc:sldMk cId="3163327589" sldId="447"/>
            <ac:spMk id="14" creationId="{E6B9DEC8-0793-C7E1-3D57-E74B0724C5D7}"/>
          </ac:spMkLst>
        </pc:spChg>
        <pc:spChg chg="mod">
          <ac:chgData name="SEBASTIAN MONTOYA VILLADA" userId="S::sebastianmontoya8118@correo.itm.edu.co::dffcc6c4-4ec2-40a3-ba2d-1adaa01cc26d" providerId="AD" clId="Web-{BB24AA34-8A75-EC71-CFE8-ED251BC0B28B}" dt="2025-02-14T01:57:41.574" v="192" actId="20577"/>
          <ac:spMkLst>
            <pc:docMk/>
            <pc:sldMk cId="3163327589" sldId="447"/>
            <ac:spMk id="15" creationId="{912D3DDB-DED5-8747-5C46-1258748C1365}"/>
          </ac:spMkLst>
        </pc:spChg>
        <pc:picChg chg="add mod">
          <ac:chgData name="SEBASTIAN MONTOYA VILLADA" userId="S::sebastianmontoya8118@correo.itm.edu.co::dffcc6c4-4ec2-40a3-ba2d-1adaa01cc26d" providerId="AD" clId="Web-{BB24AA34-8A75-EC71-CFE8-ED251BC0B28B}" dt="2025-02-14T01:57:53.699" v="194" actId="1076"/>
          <ac:picMkLst>
            <pc:docMk/>
            <pc:sldMk cId="3163327589" sldId="447"/>
            <ac:picMk id="2" creationId="{CCEDB9A6-CE33-2C26-1C02-2F80E89258EF}"/>
          </ac:picMkLst>
        </pc:picChg>
      </pc:sldChg>
    </pc:docChg>
  </pc:docChgLst>
  <pc:docChgLst>
    <pc:chgData name="SEBASTIAN MONTOYA VILLADA" userId="dffcc6c4-4ec2-40a3-ba2d-1adaa01cc26d" providerId="ADAL" clId="{90DBD907-C72E-48C0-A6C1-FAD54450EDE0}"/>
    <pc:docChg chg="undo redo custSel addSld delSld modSld sldOrd">
      <pc:chgData name="SEBASTIAN MONTOYA VILLADA" userId="dffcc6c4-4ec2-40a3-ba2d-1adaa01cc26d" providerId="ADAL" clId="{90DBD907-C72E-48C0-A6C1-FAD54450EDE0}" dt="2025-02-09T16:55:57.266" v="572" actId="14100"/>
      <pc:docMkLst>
        <pc:docMk/>
      </pc:docMkLst>
      <pc:sldChg chg="addSp modSp mod">
        <pc:chgData name="SEBASTIAN MONTOYA VILLADA" userId="dffcc6c4-4ec2-40a3-ba2d-1adaa01cc26d" providerId="ADAL" clId="{90DBD907-C72E-48C0-A6C1-FAD54450EDE0}" dt="2025-02-09T15:12:33.892" v="1"/>
        <pc:sldMkLst>
          <pc:docMk/>
          <pc:sldMk cId="4134757752" sldId="359"/>
        </pc:sldMkLst>
        <pc:spChg chg="mod">
          <ac:chgData name="SEBASTIAN MONTOYA VILLADA" userId="dffcc6c4-4ec2-40a3-ba2d-1adaa01cc26d" providerId="ADAL" clId="{90DBD907-C72E-48C0-A6C1-FAD54450EDE0}" dt="2025-02-09T15:12:33.892" v="1"/>
          <ac:spMkLst>
            <pc:docMk/>
            <pc:sldMk cId="4134757752" sldId="359"/>
            <ac:spMk id="13" creationId="{1941461A-9F52-B608-49EA-55D4E89FB01E}"/>
          </ac:spMkLst>
        </pc:spChg>
        <pc:spChg chg="add">
          <ac:chgData name="SEBASTIAN MONTOYA VILLADA" userId="dffcc6c4-4ec2-40a3-ba2d-1adaa01cc26d" providerId="ADAL" clId="{90DBD907-C72E-48C0-A6C1-FAD54450EDE0}" dt="2025-02-09T15:12:24.363" v="0"/>
          <ac:spMkLst>
            <pc:docMk/>
            <pc:sldMk cId="4134757752" sldId="359"/>
            <ac:spMk id="14" creationId="{855C076A-3C3E-3803-CAD9-CB771D83AB69}"/>
          </ac:spMkLst>
        </pc:spChg>
      </pc:sldChg>
      <pc:sldChg chg="addSp delSp modSp mod delAnim">
        <pc:chgData name="SEBASTIAN MONTOYA VILLADA" userId="dffcc6c4-4ec2-40a3-ba2d-1adaa01cc26d" providerId="ADAL" clId="{90DBD907-C72E-48C0-A6C1-FAD54450EDE0}" dt="2025-02-09T15:16:41.057" v="43" actId="1076"/>
        <pc:sldMkLst>
          <pc:docMk/>
          <pc:sldMk cId="1777104875" sldId="360"/>
        </pc:sldMkLst>
        <pc:spChg chg="mod">
          <ac:chgData name="SEBASTIAN MONTOYA VILLADA" userId="dffcc6c4-4ec2-40a3-ba2d-1adaa01cc26d" providerId="ADAL" clId="{90DBD907-C72E-48C0-A6C1-FAD54450EDE0}" dt="2025-02-09T15:16:16.298" v="34"/>
          <ac:spMkLst>
            <pc:docMk/>
            <pc:sldMk cId="1777104875" sldId="360"/>
            <ac:spMk id="2" creationId="{4923E7FD-A9EC-9B82-F517-6A05492B2425}"/>
          </ac:spMkLst>
        </pc:spChg>
        <pc:spChg chg="mod">
          <ac:chgData name="SEBASTIAN MONTOYA VILLADA" userId="dffcc6c4-4ec2-40a3-ba2d-1adaa01cc26d" providerId="ADAL" clId="{90DBD907-C72E-48C0-A6C1-FAD54450EDE0}" dt="2025-02-09T15:16:22.403" v="37"/>
          <ac:spMkLst>
            <pc:docMk/>
            <pc:sldMk cId="1777104875" sldId="360"/>
            <ac:spMk id="14" creationId="{98A37095-6C01-6AF7-2D29-24F9168A7711}"/>
          </ac:spMkLst>
        </pc:spChg>
        <pc:spChg chg="mod">
          <ac:chgData name="SEBASTIAN MONTOYA VILLADA" userId="dffcc6c4-4ec2-40a3-ba2d-1adaa01cc26d" providerId="ADAL" clId="{90DBD907-C72E-48C0-A6C1-FAD54450EDE0}" dt="2025-02-09T15:16:41.057" v="43" actId="1076"/>
          <ac:spMkLst>
            <pc:docMk/>
            <pc:sldMk cId="1777104875" sldId="360"/>
            <ac:spMk id="15" creationId="{9A9E8E69-6E70-F5DA-5970-00F43162F465}"/>
          </ac:spMkLst>
        </pc:spChg>
        <pc:spChg chg="del">
          <ac:chgData name="SEBASTIAN MONTOYA VILLADA" userId="dffcc6c4-4ec2-40a3-ba2d-1adaa01cc26d" providerId="ADAL" clId="{90DBD907-C72E-48C0-A6C1-FAD54450EDE0}" dt="2025-02-09T15:16:30.209" v="38" actId="478"/>
          <ac:spMkLst>
            <pc:docMk/>
            <pc:sldMk cId="1777104875" sldId="360"/>
            <ac:spMk id="16" creationId="{B8C265FE-5FDE-12FC-C50F-5FE8984F782C}"/>
          </ac:spMkLst>
        </pc:spChg>
        <pc:picChg chg="add del">
          <ac:chgData name="SEBASTIAN MONTOYA VILLADA" userId="dffcc6c4-4ec2-40a3-ba2d-1adaa01cc26d" providerId="ADAL" clId="{90DBD907-C72E-48C0-A6C1-FAD54450EDE0}" dt="2025-02-09T15:16:32.771" v="40" actId="478"/>
          <ac:picMkLst>
            <pc:docMk/>
            <pc:sldMk cId="1777104875" sldId="360"/>
            <ac:picMk id="3" creationId="{2B91C210-D903-6B8A-7CD4-9F77B88C1B6E}"/>
          </ac:picMkLst>
        </pc:picChg>
      </pc:sldChg>
      <pc:sldChg chg="del">
        <pc:chgData name="SEBASTIAN MONTOYA VILLADA" userId="dffcc6c4-4ec2-40a3-ba2d-1adaa01cc26d" providerId="ADAL" clId="{90DBD907-C72E-48C0-A6C1-FAD54450EDE0}" dt="2025-02-09T15:17:25.062" v="44" actId="47"/>
        <pc:sldMkLst>
          <pc:docMk/>
          <pc:sldMk cId="2672578520" sldId="361"/>
        </pc:sldMkLst>
      </pc:sldChg>
      <pc:sldChg chg="del">
        <pc:chgData name="SEBASTIAN MONTOYA VILLADA" userId="dffcc6c4-4ec2-40a3-ba2d-1adaa01cc26d" providerId="ADAL" clId="{90DBD907-C72E-48C0-A6C1-FAD54450EDE0}" dt="2025-02-09T15:17:29.819" v="46" actId="47"/>
        <pc:sldMkLst>
          <pc:docMk/>
          <pc:sldMk cId="3782324118" sldId="363"/>
        </pc:sldMkLst>
      </pc:sldChg>
      <pc:sldChg chg="del">
        <pc:chgData name="SEBASTIAN MONTOYA VILLADA" userId="dffcc6c4-4ec2-40a3-ba2d-1adaa01cc26d" providerId="ADAL" clId="{90DBD907-C72E-48C0-A6C1-FAD54450EDE0}" dt="2025-02-09T15:17:31.034" v="47" actId="47"/>
        <pc:sldMkLst>
          <pc:docMk/>
          <pc:sldMk cId="3719719987" sldId="364"/>
        </pc:sldMkLst>
      </pc:sldChg>
      <pc:sldChg chg="del">
        <pc:chgData name="SEBASTIAN MONTOYA VILLADA" userId="dffcc6c4-4ec2-40a3-ba2d-1adaa01cc26d" providerId="ADAL" clId="{90DBD907-C72E-48C0-A6C1-FAD54450EDE0}" dt="2025-02-09T15:14:14.266" v="3" actId="47"/>
        <pc:sldMkLst>
          <pc:docMk/>
          <pc:sldMk cId="4067341722" sldId="366"/>
        </pc:sldMkLst>
      </pc:sldChg>
      <pc:sldChg chg="del">
        <pc:chgData name="SEBASTIAN MONTOYA VILLADA" userId="dffcc6c4-4ec2-40a3-ba2d-1adaa01cc26d" providerId="ADAL" clId="{90DBD907-C72E-48C0-A6C1-FAD54450EDE0}" dt="2025-02-09T15:17:32.880" v="49" actId="47"/>
        <pc:sldMkLst>
          <pc:docMk/>
          <pc:sldMk cId="3323751649" sldId="367"/>
        </pc:sldMkLst>
      </pc:sldChg>
      <pc:sldChg chg="del">
        <pc:chgData name="SEBASTIAN MONTOYA VILLADA" userId="dffcc6c4-4ec2-40a3-ba2d-1adaa01cc26d" providerId="ADAL" clId="{90DBD907-C72E-48C0-A6C1-FAD54450EDE0}" dt="2025-02-09T15:17:32.047" v="48" actId="47"/>
        <pc:sldMkLst>
          <pc:docMk/>
          <pc:sldMk cId="1080005271" sldId="368"/>
        </pc:sldMkLst>
      </pc:sldChg>
      <pc:sldChg chg="del">
        <pc:chgData name="SEBASTIAN MONTOYA VILLADA" userId="dffcc6c4-4ec2-40a3-ba2d-1adaa01cc26d" providerId="ADAL" clId="{90DBD907-C72E-48C0-A6C1-FAD54450EDE0}" dt="2025-02-09T15:14:13.741" v="2" actId="47"/>
        <pc:sldMkLst>
          <pc:docMk/>
          <pc:sldMk cId="2854347916" sldId="371"/>
        </pc:sldMkLst>
      </pc:sldChg>
      <pc:sldChg chg="del">
        <pc:chgData name="SEBASTIAN MONTOYA VILLADA" userId="dffcc6c4-4ec2-40a3-ba2d-1adaa01cc26d" providerId="ADAL" clId="{90DBD907-C72E-48C0-A6C1-FAD54450EDE0}" dt="2025-02-09T15:14:14.462" v="4" actId="47"/>
        <pc:sldMkLst>
          <pc:docMk/>
          <pc:sldMk cId="4260570451" sldId="372"/>
        </pc:sldMkLst>
      </pc:sldChg>
      <pc:sldChg chg="del">
        <pc:chgData name="SEBASTIAN MONTOYA VILLADA" userId="dffcc6c4-4ec2-40a3-ba2d-1adaa01cc26d" providerId="ADAL" clId="{90DBD907-C72E-48C0-A6C1-FAD54450EDE0}" dt="2025-02-09T15:14:15.208" v="9" actId="47"/>
        <pc:sldMkLst>
          <pc:docMk/>
          <pc:sldMk cId="4226712375" sldId="373"/>
        </pc:sldMkLst>
      </pc:sldChg>
      <pc:sldChg chg="del">
        <pc:chgData name="SEBASTIAN MONTOYA VILLADA" userId="dffcc6c4-4ec2-40a3-ba2d-1adaa01cc26d" providerId="ADAL" clId="{90DBD907-C72E-48C0-A6C1-FAD54450EDE0}" dt="2025-02-09T15:14:15.337" v="10" actId="47"/>
        <pc:sldMkLst>
          <pc:docMk/>
          <pc:sldMk cId="796813627" sldId="374"/>
        </pc:sldMkLst>
      </pc:sldChg>
      <pc:sldChg chg="del">
        <pc:chgData name="SEBASTIAN MONTOYA VILLADA" userId="dffcc6c4-4ec2-40a3-ba2d-1adaa01cc26d" providerId="ADAL" clId="{90DBD907-C72E-48C0-A6C1-FAD54450EDE0}" dt="2025-02-09T15:14:15.475" v="11" actId="47"/>
        <pc:sldMkLst>
          <pc:docMk/>
          <pc:sldMk cId="2517461828" sldId="384"/>
        </pc:sldMkLst>
      </pc:sldChg>
      <pc:sldChg chg="del">
        <pc:chgData name="SEBASTIAN MONTOYA VILLADA" userId="dffcc6c4-4ec2-40a3-ba2d-1adaa01cc26d" providerId="ADAL" clId="{90DBD907-C72E-48C0-A6C1-FAD54450EDE0}" dt="2025-02-09T15:14:14.625" v="5" actId="47"/>
        <pc:sldMkLst>
          <pc:docMk/>
          <pc:sldMk cId="1575027560" sldId="385"/>
        </pc:sldMkLst>
      </pc:sldChg>
      <pc:sldChg chg="del">
        <pc:chgData name="SEBASTIAN MONTOYA VILLADA" userId="dffcc6c4-4ec2-40a3-ba2d-1adaa01cc26d" providerId="ADAL" clId="{90DBD907-C72E-48C0-A6C1-FAD54450EDE0}" dt="2025-02-09T15:14:15.619" v="12" actId="47"/>
        <pc:sldMkLst>
          <pc:docMk/>
          <pc:sldMk cId="2145659519" sldId="387"/>
        </pc:sldMkLst>
      </pc:sldChg>
      <pc:sldChg chg="del">
        <pc:chgData name="SEBASTIAN MONTOYA VILLADA" userId="dffcc6c4-4ec2-40a3-ba2d-1adaa01cc26d" providerId="ADAL" clId="{90DBD907-C72E-48C0-A6C1-FAD54450EDE0}" dt="2025-02-09T15:14:15.766" v="13" actId="47"/>
        <pc:sldMkLst>
          <pc:docMk/>
          <pc:sldMk cId="2932952469" sldId="389"/>
        </pc:sldMkLst>
      </pc:sldChg>
      <pc:sldChg chg="del">
        <pc:chgData name="SEBASTIAN MONTOYA VILLADA" userId="dffcc6c4-4ec2-40a3-ba2d-1adaa01cc26d" providerId="ADAL" clId="{90DBD907-C72E-48C0-A6C1-FAD54450EDE0}" dt="2025-02-09T15:14:15.905" v="14" actId="47"/>
        <pc:sldMkLst>
          <pc:docMk/>
          <pc:sldMk cId="1053604717" sldId="390"/>
        </pc:sldMkLst>
      </pc:sldChg>
      <pc:sldChg chg="del">
        <pc:chgData name="SEBASTIAN MONTOYA VILLADA" userId="dffcc6c4-4ec2-40a3-ba2d-1adaa01cc26d" providerId="ADAL" clId="{90DBD907-C72E-48C0-A6C1-FAD54450EDE0}" dt="2025-02-09T15:14:16.044" v="15" actId="47"/>
        <pc:sldMkLst>
          <pc:docMk/>
          <pc:sldMk cId="1099861508" sldId="392"/>
        </pc:sldMkLst>
      </pc:sldChg>
      <pc:sldChg chg="del">
        <pc:chgData name="SEBASTIAN MONTOYA VILLADA" userId="dffcc6c4-4ec2-40a3-ba2d-1adaa01cc26d" providerId="ADAL" clId="{90DBD907-C72E-48C0-A6C1-FAD54450EDE0}" dt="2025-02-09T15:14:16.494" v="18" actId="47"/>
        <pc:sldMkLst>
          <pc:docMk/>
          <pc:sldMk cId="1037705623" sldId="393"/>
        </pc:sldMkLst>
      </pc:sldChg>
      <pc:sldChg chg="del">
        <pc:chgData name="SEBASTIAN MONTOYA VILLADA" userId="dffcc6c4-4ec2-40a3-ba2d-1adaa01cc26d" providerId="ADAL" clId="{90DBD907-C72E-48C0-A6C1-FAD54450EDE0}" dt="2025-02-09T15:14:16.330" v="17" actId="47"/>
        <pc:sldMkLst>
          <pc:docMk/>
          <pc:sldMk cId="853612179" sldId="394"/>
        </pc:sldMkLst>
      </pc:sldChg>
      <pc:sldChg chg="del">
        <pc:chgData name="SEBASTIAN MONTOYA VILLADA" userId="dffcc6c4-4ec2-40a3-ba2d-1adaa01cc26d" providerId="ADAL" clId="{90DBD907-C72E-48C0-A6C1-FAD54450EDE0}" dt="2025-02-09T15:14:16.191" v="16" actId="47"/>
        <pc:sldMkLst>
          <pc:docMk/>
          <pc:sldMk cId="3432836108" sldId="396"/>
        </pc:sldMkLst>
      </pc:sldChg>
      <pc:sldChg chg="del">
        <pc:chgData name="SEBASTIAN MONTOYA VILLADA" userId="dffcc6c4-4ec2-40a3-ba2d-1adaa01cc26d" providerId="ADAL" clId="{90DBD907-C72E-48C0-A6C1-FAD54450EDE0}" dt="2025-02-09T15:14:17.326" v="19" actId="47"/>
        <pc:sldMkLst>
          <pc:docMk/>
          <pc:sldMk cId="2146448303" sldId="397"/>
        </pc:sldMkLst>
      </pc:sldChg>
      <pc:sldChg chg="del">
        <pc:chgData name="SEBASTIAN MONTOYA VILLADA" userId="dffcc6c4-4ec2-40a3-ba2d-1adaa01cc26d" providerId="ADAL" clId="{90DBD907-C72E-48C0-A6C1-FAD54450EDE0}" dt="2025-02-09T15:14:17.648" v="21" actId="47"/>
        <pc:sldMkLst>
          <pc:docMk/>
          <pc:sldMk cId="877508269" sldId="398"/>
        </pc:sldMkLst>
      </pc:sldChg>
      <pc:sldChg chg="del">
        <pc:chgData name="SEBASTIAN MONTOYA VILLADA" userId="dffcc6c4-4ec2-40a3-ba2d-1adaa01cc26d" providerId="ADAL" clId="{90DBD907-C72E-48C0-A6C1-FAD54450EDE0}" dt="2025-02-09T15:14:17.491" v="20" actId="47"/>
        <pc:sldMkLst>
          <pc:docMk/>
          <pc:sldMk cId="4225305050" sldId="399"/>
        </pc:sldMkLst>
      </pc:sldChg>
      <pc:sldChg chg="del">
        <pc:chgData name="SEBASTIAN MONTOYA VILLADA" userId="dffcc6c4-4ec2-40a3-ba2d-1adaa01cc26d" providerId="ADAL" clId="{90DBD907-C72E-48C0-A6C1-FAD54450EDE0}" dt="2025-02-09T15:14:17.772" v="22" actId="47"/>
        <pc:sldMkLst>
          <pc:docMk/>
          <pc:sldMk cId="4267789236" sldId="400"/>
        </pc:sldMkLst>
      </pc:sldChg>
      <pc:sldChg chg="del">
        <pc:chgData name="SEBASTIAN MONTOYA VILLADA" userId="dffcc6c4-4ec2-40a3-ba2d-1adaa01cc26d" providerId="ADAL" clId="{90DBD907-C72E-48C0-A6C1-FAD54450EDE0}" dt="2025-02-09T15:14:18.813" v="27" actId="47"/>
        <pc:sldMkLst>
          <pc:docMk/>
          <pc:sldMk cId="279217330" sldId="402"/>
        </pc:sldMkLst>
      </pc:sldChg>
      <pc:sldChg chg="del">
        <pc:chgData name="SEBASTIAN MONTOYA VILLADA" userId="dffcc6c4-4ec2-40a3-ba2d-1adaa01cc26d" providerId="ADAL" clId="{90DBD907-C72E-48C0-A6C1-FAD54450EDE0}" dt="2025-02-09T15:14:17.967" v="23" actId="47"/>
        <pc:sldMkLst>
          <pc:docMk/>
          <pc:sldMk cId="1184796142" sldId="403"/>
        </pc:sldMkLst>
      </pc:sldChg>
      <pc:sldChg chg="del">
        <pc:chgData name="SEBASTIAN MONTOYA VILLADA" userId="dffcc6c4-4ec2-40a3-ba2d-1adaa01cc26d" providerId="ADAL" clId="{90DBD907-C72E-48C0-A6C1-FAD54450EDE0}" dt="2025-02-09T15:14:18.123" v="24" actId="47"/>
        <pc:sldMkLst>
          <pc:docMk/>
          <pc:sldMk cId="1095539656" sldId="404"/>
        </pc:sldMkLst>
      </pc:sldChg>
      <pc:sldChg chg="del">
        <pc:chgData name="SEBASTIAN MONTOYA VILLADA" userId="dffcc6c4-4ec2-40a3-ba2d-1adaa01cc26d" providerId="ADAL" clId="{90DBD907-C72E-48C0-A6C1-FAD54450EDE0}" dt="2025-02-09T15:14:18.526" v="25" actId="47"/>
        <pc:sldMkLst>
          <pc:docMk/>
          <pc:sldMk cId="1018082865" sldId="405"/>
        </pc:sldMkLst>
      </pc:sldChg>
      <pc:sldChg chg="del">
        <pc:chgData name="SEBASTIAN MONTOYA VILLADA" userId="dffcc6c4-4ec2-40a3-ba2d-1adaa01cc26d" providerId="ADAL" clId="{90DBD907-C72E-48C0-A6C1-FAD54450EDE0}" dt="2025-02-09T15:14:18.946" v="28" actId="47"/>
        <pc:sldMkLst>
          <pc:docMk/>
          <pc:sldMk cId="1261360750" sldId="407"/>
        </pc:sldMkLst>
      </pc:sldChg>
      <pc:sldChg chg="del">
        <pc:chgData name="SEBASTIAN MONTOYA VILLADA" userId="dffcc6c4-4ec2-40a3-ba2d-1adaa01cc26d" providerId="ADAL" clId="{90DBD907-C72E-48C0-A6C1-FAD54450EDE0}" dt="2025-02-09T15:14:19.518" v="29" actId="47"/>
        <pc:sldMkLst>
          <pc:docMk/>
          <pc:sldMk cId="3326318915" sldId="408"/>
        </pc:sldMkLst>
      </pc:sldChg>
      <pc:sldChg chg="del">
        <pc:chgData name="SEBASTIAN MONTOYA VILLADA" userId="dffcc6c4-4ec2-40a3-ba2d-1adaa01cc26d" providerId="ADAL" clId="{90DBD907-C72E-48C0-A6C1-FAD54450EDE0}" dt="2025-02-09T15:14:18.723" v="26" actId="47"/>
        <pc:sldMkLst>
          <pc:docMk/>
          <pc:sldMk cId="2681053875" sldId="409"/>
        </pc:sldMkLst>
      </pc:sldChg>
      <pc:sldChg chg="del">
        <pc:chgData name="SEBASTIAN MONTOYA VILLADA" userId="dffcc6c4-4ec2-40a3-ba2d-1adaa01cc26d" providerId="ADAL" clId="{90DBD907-C72E-48C0-A6C1-FAD54450EDE0}" dt="2025-02-09T15:47:45.531" v="98" actId="47"/>
        <pc:sldMkLst>
          <pc:docMk/>
          <pc:sldMk cId="4149335160" sldId="410"/>
        </pc:sldMkLst>
      </pc:sldChg>
      <pc:sldChg chg="add">
        <pc:chgData name="SEBASTIAN MONTOYA VILLADA" userId="dffcc6c4-4ec2-40a3-ba2d-1adaa01cc26d" providerId="ADAL" clId="{90DBD907-C72E-48C0-A6C1-FAD54450EDE0}" dt="2025-02-09T15:17:28.373" v="45" actId="2890"/>
        <pc:sldMkLst>
          <pc:docMk/>
          <pc:sldMk cId="629573994" sldId="411"/>
        </pc:sldMkLst>
      </pc:sldChg>
      <pc:sldChg chg="del">
        <pc:chgData name="SEBASTIAN MONTOYA VILLADA" userId="dffcc6c4-4ec2-40a3-ba2d-1adaa01cc26d" providerId="ADAL" clId="{90DBD907-C72E-48C0-A6C1-FAD54450EDE0}" dt="2025-02-09T15:14:14.761" v="6" actId="47"/>
        <pc:sldMkLst>
          <pc:docMk/>
          <pc:sldMk cId="1870923449" sldId="411"/>
        </pc:sldMkLst>
      </pc:sldChg>
      <pc:sldChg chg="del">
        <pc:chgData name="SEBASTIAN MONTOYA VILLADA" userId="dffcc6c4-4ec2-40a3-ba2d-1adaa01cc26d" providerId="ADAL" clId="{90DBD907-C72E-48C0-A6C1-FAD54450EDE0}" dt="2025-02-09T15:14:14.906" v="7" actId="47"/>
        <pc:sldMkLst>
          <pc:docMk/>
          <pc:sldMk cId="899779640" sldId="412"/>
        </pc:sldMkLst>
      </pc:sldChg>
      <pc:sldChg chg="delSp modSp add mod delAnim">
        <pc:chgData name="SEBASTIAN MONTOYA VILLADA" userId="dffcc6c4-4ec2-40a3-ba2d-1adaa01cc26d" providerId="ADAL" clId="{90DBD907-C72E-48C0-A6C1-FAD54450EDE0}" dt="2025-02-09T15:19:00.880" v="59" actId="1076"/>
        <pc:sldMkLst>
          <pc:docMk/>
          <pc:sldMk cId="1335480280" sldId="412"/>
        </pc:sldMkLst>
        <pc:spChg chg="mod">
          <ac:chgData name="SEBASTIAN MONTOYA VILLADA" userId="dffcc6c4-4ec2-40a3-ba2d-1adaa01cc26d" providerId="ADAL" clId="{90DBD907-C72E-48C0-A6C1-FAD54450EDE0}" dt="2025-02-09T15:18:41.425" v="53"/>
          <ac:spMkLst>
            <pc:docMk/>
            <pc:sldMk cId="1335480280" sldId="412"/>
            <ac:spMk id="2" creationId="{45EDBC86-5B5E-AC1B-91DF-7CC2E3E925BE}"/>
          </ac:spMkLst>
        </pc:spChg>
        <pc:spChg chg="del">
          <ac:chgData name="SEBASTIAN MONTOYA VILLADA" userId="dffcc6c4-4ec2-40a3-ba2d-1adaa01cc26d" providerId="ADAL" clId="{90DBD907-C72E-48C0-A6C1-FAD54450EDE0}" dt="2025-02-09T15:18:47.274" v="54" actId="478"/>
          <ac:spMkLst>
            <pc:docMk/>
            <pc:sldMk cId="1335480280" sldId="412"/>
            <ac:spMk id="14" creationId="{56870BF9-BA88-9C6B-19CF-EF0F955E2A01}"/>
          </ac:spMkLst>
        </pc:spChg>
        <pc:spChg chg="mod">
          <ac:chgData name="SEBASTIAN MONTOYA VILLADA" userId="dffcc6c4-4ec2-40a3-ba2d-1adaa01cc26d" providerId="ADAL" clId="{90DBD907-C72E-48C0-A6C1-FAD54450EDE0}" dt="2025-02-09T15:19:00.880" v="59" actId="1076"/>
          <ac:spMkLst>
            <pc:docMk/>
            <pc:sldMk cId="1335480280" sldId="412"/>
            <ac:spMk id="15" creationId="{268D2ED2-D60A-3225-AF83-0EE3C9B116BD}"/>
          </ac:spMkLst>
        </pc:spChg>
      </pc:sldChg>
      <pc:sldChg chg="del">
        <pc:chgData name="SEBASTIAN MONTOYA VILLADA" userId="dffcc6c4-4ec2-40a3-ba2d-1adaa01cc26d" providerId="ADAL" clId="{90DBD907-C72E-48C0-A6C1-FAD54450EDE0}" dt="2025-02-09T15:14:15.051" v="8" actId="47"/>
        <pc:sldMkLst>
          <pc:docMk/>
          <pc:sldMk cId="901585710" sldId="413"/>
        </pc:sldMkLst>
      </pc:sldChg>
      <pc:sldChg chg="addSp modSp add mod modAnim">
        <pc:chgData name="SEBASTIAN MONTOYA VILLADA" userId="dffcc6c4-4ec2-40a3-ba2d-1adaa01cc26d" providerId="ADAL" clId="{90DBD907-C72E-48C0-A6C1-FAD54450EDE0}" dt="2025-02-09T15:58:05.302" v="198" actId="14100"/>
        <pc:sldMkLst>
          <pc:docMk/>
          <pc:sldMk cId="2976623729" sldId="413"/>
        </pc:sldMkLst>
        <pc:spChg chg="mod">
          <ac:chgData name="SEBASTIAN MONTOYA VILLADA" userId="dffcc6c4-4ec2-40a3-ba2d-1adaa01cc26d" providerId="ADAL" clId="{90DBD907-C72E-48C0-A6C1-FAD54450EDE0}" dt="2025-02-09T15:26:36.119" v="63"/>
          <ac:spMkLst>
            <pc:docMk/>
            <pc:sldMk cId="2976623729" sldId="413"/>
            <ac:spMk id="2" creationId="{B3A1F806-AD9D-C814-B285-92B7BE4C0E33}"/>
          </ac:spMkLst>
        </pc:spChg>
        <pc:spChg chg="add mod">
          <ac:chgData name="SEBASTIAN MONTOYA VILLADA" userId="dffcc6c4-4ec2-40a3-ba2d-1adaa01cc26d" providerId="ADAL" clId="{90DBD907-C72E-48C0-A6C1-FAD54450EDE0}" dt="2025-02-09T15:26:58.896" v="71" actId="1076"/>
          <ac:spMkLst>
            <pc:docMk/>
            <pc:sldMk cId="2976623729" sldId="413"/>
            <ac:spMk id="14" creationId="{26CEA7DF-CE91-DD9C-95E5-8BA7D4AF5AD9}"/>
          </ac:spMkLst>
        </pc:spChg>
        <pc:spChg chg="mod">
          <ac:chgData name="SEBASTIAN MONTOYA VILLADA" userId="dffcc6c4-4ec2-40a3-ba2d-1adaa01cc26d" providerId="ADAL" clId="{90DBD907-C72E-48C0-A6C1-FAD54450EDE0}" dt="2025-02-09T15:26:51.130" v="69" actId="113"/>
          <ac:spMkLst>
            <pc:docMk/>
            <pc:sldMk cId="2976623729" sldId="413"/>
            <ac:spMk id="15" creationId="{3E5C9558-A5D4-7C07-5ACC-5356995B90F7}"/>
          </ac:spMkLst>
        </pc:spChg>
        <pc:spChg chg="add mod">
          <ac:chgData name="SEBASTIAN MONTOYA VILLADA" userId="dffcc6c4-4ec2-40a3-ba2d-1adaa01cc26d" providerId="ADAL" clId="{90DBD907-C72E-48C0-A6C1-FAD54450EDE0}" dt="2025-02-09T15:57:58.254" v="195" actId="1076"/>
          <ac:spMkLst>
            <pc:docMk/>
            <pc:sldMk cId="2976623729" sldId="413"/>
            <ac:spMk id="19" creationId="{9BE473EA-4695-7851-94AE-077493DC6924}"/>
          </ac:spMkLst>
        </pc:spChg>
        <pc:spChg chg="add mod">
          <ac:chgData name="SEBASTIAN MONTOYA VILLADA" userId="dffcc6c4-4ec2-40a3-ba2d-1adaa01cc26d" providerId="ADAL" clId="{90DBD907-C72E-48C0-A6C1-FAD54450EDE0}" dt="2025-02-09T15:58:05.302" v="198" actId="14100"/>
          <ac:spMkLst>
            <pc:docMk/>
            <pc:sldMk cId="2976623729" sldId="413"/>
            <ac:spMk id="21" creationId="{F8557DAC-A1AA-AD7D-BF25-41FD14A7B3C8}"/>
          </ac:spMkLst>
        </pc:spChg>
        <pc:picChg chg="add mod">
          <ac:chgData name="SEBASTIAN MONTOYA VILLADA" userId="dffcc6c4-4ec2-40a3-ba2d-1adaa01cc26d" providerId="ADAL" clId="{90DBD907-C72E-48C0-A6C1-FAD54450EDE0}" dt="2025-02-09T15:57:52.525" v="193" actId="1076"/>
          <ac:picMkLst>
            <pc:docMk/>
            <pc:sldMk cId="2976623729" sldId="413"/>
            <ac:picMk id="17" creationId="{D879AA46-B5EA-F663-A6B2-429D6BDC8437}"/>
          </ac:picMkLst>
        </pc:picChg>
      </pc:sldChg>
      <pc:sldChg chg="addSp delSp modSp add mod delAnim">
        <pc:chgData name="SEBASTIAN MONTOYA VILLADA" userId="dffcc6c4-4ec2-40a3-ba2d-1adaa01cc26d" providerId="ADAL" clId="{90DBD907-C72E-48C0-A6C1-FAD54450EDE0}" dt="2025-02-09T15:43:29.091" v="94" actId="1076"/>
        <pc:sldMkLst>
          <pc:docMk/>
          <pc:sldMk cId="2405667897" sldId="414"/>
        </pc:sldMkLst>
        <pc:spChg chg="mod">
          <ac:chgData name="SEBASTIAN MONTOYA VILLADA" userId="dffcc6c4-4ec2-40a3-ba2d-1adaa01cc26d" providerId="ADAL" clId="{90DBD907-C72E-48C0-A6C1-FAD54450EDE0}" dt="2025-02-09T15:43:29.091" v="94" actId="1076"/>
          <ac:spMkLst>
            <pc:docMk/>
            <pc:sldMk cId="2405667897" sldId="414"/>
            <ac:spMk id="2" creationId="{9AD78BD3-EC08-1CEF-B1B1-824F10028BBC}"/>
          </ac:spMkLst>
        </pc:spChg>
        <pc:spChg chg="del">
          <ac:chgData name="SEBASTIAN MONTOYA VILLADA" userId="dffcc6c4-4ec2-40a3-ba2d-1adaa01cc26d" providerId="ADAL" clId="{90DBD907-C72E-48C0-A6C1-FAD54450EDE0}" dt="2025-02-09T15:27:16.295" v="76" actId="478"/>
          <ac:spMkLst>
            <pc:docMk/>
            <pc:sldMk cId="2405667897" sldId="414"/>
            <ac:spMk id="14" creationId="{C2228328-B0E8-E632-AF0D-7C08E64F03E3}"/>
          </ac:spMkLst>
        </pc:spChg>
        <pc:spChg chg="del mod">
          <ac:chgData name="SEBASTIAN MONTOYA VILLADA" userId="dffcc6c4-4ec2-40a3-ba2d-1adaa01cc26d" providerId="ADAL" clId="{90DBD907-C72E-48C0-A6C1-FAD54450EDE0}" dt="2025-02-09T15:42:59.297" v="86" actId="478"/>
          <ac:spMkLst>
            <pc:docMk/>
            <pc:sldMk cId="2405667897" sldId="414"/>
            <ac:spMk id="15" creationId="{724B2E7D-6AD2-82FC-AD94-6F5798EAF93A}"/>
          </ac:spMkLst>
        </pc:spChg>
        <pc:spChg chg="add del mod">
          <ac:chgData name="SEBASTIAN MONTOYA VILLADA" userId="dffcc6c4-4ec2-40a3-ba2d-1adaa01cc26d" providerId="ADAL" clId="{90DBD907-C72E-48C0-A6C1-FAD54450EDE0}" dt="2025-02-09T15:43:00.025" v="87" actId="478"/>
          <ac:spMkLst>
            <pc:docMk/>
            <pc:sldMk cId="2405667897" sldId="414"/>
            <ac:spMk id="18" creationId="{44599254-A968-12B7-ECC5-8EE59768296B}"/>
          </ac:spMkLst>
        </pc:spChg>
        <pc:picChg chg="add del mod">
          <ac:chgData name="SEBASTIAN MONTOYA VILLADA" userId="dffcc6c4-4ec2-40a3-ba2d-1adaa01cc26d" providerId="ADAL" clId="{90DBD907-C72E-48C0-A6C1-FAD54450EDE0}" dt="2025-02-09T15:42:58.240" v="85" actId="478"/>
          <ac:picMkLst>
            <pc:docMk/>
            <pc:sldMk cId="2405667897" sldId="414"/>
            <ac:picMk id="16" creationId="{10E86B42-F195-DAC0-5C7D-C339F0249F96}"/>
          </ac:picMkLst>
        </pc:picChg>
        <pc:picChg chg="add mod">
          <ac:chgData name="SEBASTIAN MONTOYA VILLADA" userId="dffcc6c4-4ec2-40a3-ba2d-1adaa01cc26d" providerId="ADAL" clId="{90DBD907-C72E-48C0-A6C1-FAD54450EDE0}" dt="2025-02-09T15:43:10.311" v="93" actId="1076"/>
          <ac:picMkLst>
            <pc:docMk/>
            <pc:sldMk cId="2405667897" sldId="414"/>
            <ac:picMk id="20" creationId="{544C2609-5F19-E37F-C9AB-B398BF97490F}"/>
          </ac:picMkLst>
        </pc:picChg>
      </pc:sldChg>
      <pc:sldChg chg="addSp delSp modSp add del mod delAnim">
        <pc:chgData name="SEBASTIAN MONTOYA VILLADA" userId="dffcc6c4-4ec2-40a3-ba2d-1adaa01cc26d" providerId="ADAL" clId="{90DBD907-C72E-48C0-A6C1-FAD54450EDE0}" dt="2025-02-09T15:48:11.326" v="107" actId="1076"/>
        <pc:sldMkLst>
          <pc:docMk/>
          <pc:sldMk cId="1582078650" sldId="415"/>
        </pc:sldMkLst>
        <pc:spChg chg="del">
          <ac:chgData name="SEBASTIAN MONTOYA VILLADA" userId="dffcc6c4-4ec2-40a3-ba2d-1adaa01cc26d" providerId="ADAL" clId="{90DBD907-C72E-48C0-A6C1-FAD54450EDE0}" dt="2025-02-09T15:47:53.241" v="99" actId="478"/>
          <ac:spMkLst>
            <pc:docMk/>
            <pc:sldMk cId="1582078650" sldId="415"/>
            <ac:spMk id="2" creationId="{B67BC254-628B-B0AE-73EE-A918EDACF25B}"/>
          </ac:spMkLst>
        </pc:spChg>
        <pc:picChg chg="add mod">
          <ac:chgData name="SEBASTIAN MONTOYA VILLADA" userId="dffcc6c4-4ec2-40a3-ba2d-1adaa01cc26d" providerId="ADAL" clId="{90DBD907-C72E-48C0-A6C1-FAD54450EDE0}" dt="2025-02-09T15:48:00.687" v="102" actId="1076"/>
          <ac:picMkLst>
            <pc:docMk/>
            <pc:sldMk cId="1582078650" sldId="415"/>
            <ac:picMk id="14" creationId="{CF156CD5-9CE3-8B7A-ED57-82114E4E266E}"/>
          </ac:picMkLst>
        </pc:picChg>
        <pc:picChg chg="add mod">
          <ac:chgData name="SEBASTIAN MONTOYA VILLADA" userId="dffcc6c4-4ec2-40a3-ba2d-1adaa01cc26d" providerId="ADAL" clId="{90DBD907-C72E-48C0-A6C1-FAD54450EDE0}" dt="2025-02-09T15:48:11.326" v="107" actId="1076"/>
          <ac:picMkLst>
            <pc:docMk/>
            <pc:sldMk cId="1582078650" sldId="415"/>
            <ac:picMk id="16" creationId="{0C57ED18-3CAF-41AC-1D30-C138013B14C1}"/>
          </ac:picMkLst>
        </pc:picChg>
        <pc:picChg chg="del">
          <ac:chgData name="SEBASTIAN MONTOYA VILLADA" userId="dffcc6c4-4ec2-40a3-ba2d-1adaa01cc26d" providerId="ADAL" clId="{90DBD907-C72E-48C0-A6C1-FAD54450EDE0}" dt="2025-02-09T15:48:01.733" v="103" actId="478"/>
          <ac:picMkLst>
            <pc:docMk/>
            <pc:sldMk cId="1582078650" sldId="415"/>
            <ac:picMk id="20" creationId="{3FB34CBB-1E4E-AC31-07B4-1D6E9EDC6A51}"/>
          </ac:picMkLst>
        </pc:picChg>
      </pc:sldChg>
      <pc:sldChg chg="add">
        <pc:chgData name="SEBASTIAN MONTOYA VILLADA" userId="dffcc6c4-4ec2-40a3-ba2d-1adaa01cc26d" providerId="ADAL" clId="{90DBD907-C72E-48C0-A6C1-FAD54450EDE0}" dt="2025-02-09T15:51:33.175" v="114" actId="2890"/>
        <pc:sldMkLst>
          <pc:docMk/>
          <pc:sldMk cId="1374290648" sldId="416"/>
        </pc:sldMkLst>
      </pc:sldChg>
      <pc:sldChg chg="delSp add del mod">
        <pc:chgData name="SEBASTIAN MONTOYA VILLADA" userId="dffcc6c4-4ec2-40a3-ba2d-1adaa01cc26d" providerId="ADAL" clId="{90DBD907-C72E-48C0-A6C1-FAD54450EDE0}" dt="2025-02-09T15:51:02.787" v="112" actId="47"/>
        <pc:sldMkLst>
          <pc:docMk/>
          <pc:sldMk cId="2668266538" sldId="416"/>
        </pc:sldMkLst>
        <pc:picChg chg="del">
          <ac:chgData name="SEBASTIAN MONTOYA VILLADA" userId="dffcc6c4-4ec2-40a3-ba2d-1adaa01cc26d" providerId="ADAL" clId="{90DBD907-C72E-48C0-A6C1-FAD54450EDE0}" dt="2025-02-09T15:50:43.206" v="109" actId="478"/>
          <ac:picMkLst>
            <pc:docMk/>
            <pc:sldMk cId="2668266538" sldId="416"/>
            <ac:picMk id="14" creationId="{AE0689EF-407B-8227-17B5-DD59E3D1CB2D}"/>
          </ac:picMkLst>
        </pc:picChg>
      </pc:sldChg>
      <pc:sldChg chg="addSp delSp modSp add mod">
        <pc:chgData name="SEBASTIAN MONTOYA VILLADA" userId="dffcc6c4-4ec2-40a3-ba2d-1adaa01cc26d" providerId="ADAL" clId="{90DBD907-C72E-48C0-A6C1-FAD54450EDE0}" dt="2025-02-09T15:53:31.093" v="143" actId="1076"/>
        <pc:sldMkLst>
          <pc:docMk/>
          <pc:sldMk cId="2190988151" sldId="417"/>
        </pc:sldMkLst>
        <pc:spChg chg="add mod">
          <ac:chgData name="SEBASTIAN MONTOYA VILLADA" userId="dffcc6c4-4ec2-40a3-ba2d-1adaa01cc26d" providerId="ADAL" clId="{90DBD907-C72E-48C0-A6C1-FAD54450EDE0}" dt="2025-02-09T15:52:42.918" v="119" actId="122"/>
          <ac:spMkLst>
            <pc:docMk/>
            <pc:sldMk cId="2190988151" sldId="417"/>
            <ac:spMk id="13" creationId="{080C24A5-BFA5-C91F-4F74-CFE25335F6CD}"/>
          </ac:spMkLst>
        </pc:spChg>
        <pc:spChg chg="add mod">
          <ac:chgData name="SEBASTIAN MONTOYA VILLADA" userId="dffcc6c4-4ec2-40a3-ba2d-1adaa01cc26d" providerId="ADAL" clId="{90DBD907-C72E-48C0-A6C1-FAD54450EDE0}" dt="2025-02-09T15:52:56.390" v="124" actId="14100"/>
          <ac:spMkLst>
            <pc:docMk/>
            <pc:sldMk cId="2190988151" sldId="417"/>
            <ac:spMk id="17" creationId="{9AF85564-4818-8B63-2C04-2991884D82E2}"/>
          </ac:spMkLst>
        </pc:spChg>
        <pc:spChg chg="add mod">
          <ac:chgData name="SEBASTIAN MONTOYA VILLADA" userId="dffcc6c4-4ec2-40a3-ba2d-1adaa01cc26d" providerId="ADAL" clId="{90DBD907-C72E-48C0-A6C1-FAD54450EDE0}" dt="2025-02-09T15:53:31.093" v="143" actId="1076"/>
          <ac:spMkLst>
            <pc:docMk/>
            <pc:sldMk cId="2190988151" sldId="417"/>
            <ac:spMk id="21" creationId="{6F608D6B-8B63-FE8A-96C1-76F659B1D4F4}"/>
          </ac:spMkLst>
        </pc:spChg>
        <pc:picChg chg="del">
          <ac:chgData name="SEBASTIAN MONTOYA VILLADA" userId="dffcc6c4-4ec2-40a3-ba2d-1adaa01cc26d" providerId="ADAL" clId="{90DBD907-C72E-48C0-A6C1-FAD54450EDE0}" dt="2025-02-09T15:52:37.151" v="116" actId="478"/>
          <ac:picMkLst>
            <pc:docMk/>
            <pc:sldMk cId="2190988151" sldId="417"/>
            <ac:picMk id="14" creationId="{6691E42E-4C60-81E4-F9BC-F726933EF5F5}"/>
          </ac:picMkLst>
        </pc:picChg>
        <pc:picChg chg="del">
          <ac:chgData name="SEBASTIAN MONTOYA VILLADA" userId="dffcc6c4-4ec2-40a3-ba2d-1adaa01cc26d" providerId="ADAL" clId="{90DBD907-C72E-48C0-A6C1-FAD54450EDE0}" dt="2025-02-09T15:52:48.774" v="120" actId="478"/>
          <ac:picMkLst>
            <pc:docMk/>
            <pc:sldMk cId="2190988151" sldId="417"/>
            <ac:picMk id="16" creationId="{950E351E-9533-462A-C308-AA6C706153CB}"/>
          </ac:picMkLst>
        </pc:picChg>
        <pc:picChg chg="add mod">
          <ac:chgData name="SEBASTIAN MONTOYA VILLADA" userId="dffcc6c4-4ec2-40a3-ba2d-1adaa01cc26d" providerId="ADAL" clId="{90DBD907-C72E-48C0-A6C1-FAD54450EDE0}" dt="2025-02-09T15:53:09.070" v="128" actId="1076"/>
          <ac:picMkLst>
            <pc:docMk/>
            <pc:sldMk cId="2190988151" sldId="417"/>
            <ac:picMk id="19" creationId="{81E355FC-A556-FFF3-0C05-0A6EAC377849}"/>
          </ac:picMkLst>
        </pc:picChg>
      </pc:sldChg>
      <pc:sldChg chg="modSp add del mod setBg">
        <pc:chgData name="SEBASTIAN MONTOYA VILLADA" userId="dffcc6c4-4ec2-40a3-ba2d-1adaa01cc26d" providerId="ADAL" clId="{90DBD907-C72E-48C0-A6C1-FAD54450EDE0}" dt="2025-02-09T15:51:30.707" v="113" actId="47"/>
        <pc:sldMkLst>
          <pc:docMk/>
          <pc:sldMk cId="4033004652" sldId="417"/>
        </pc:sldMkLst>
        <pc:picChg chg="mod">
          <ac:chgData name="SEBASTIAN MONTOYA VILLADA" userId="dffcc6c4-4ec2-40a3-ba2d-1adaa01cc26d" providerId="ADAL" clId="{90DBD907-C72E-48C0-A6C1-FAD54450EDE0}" dt="2025-02-09T15:50:54.095" v="111" actId="1076"/>
          <ac:picMkLst>
            <pc:docMk/>
            <pc:sldMk cId="4033004652" sldId="417"/>
            <ac:picMk id="14" creationId="{5736FBA2-5EED-9E8F-857F-653DB7BF0925}"/>
          </ac:picMkLst>
        </pc:picChg>
      </pc:sldChg>
      <pc:sldChg chg="addSp delSp modSp add mod">
        <pc:chgData name="SEBASTIAN MONTOYA VILLADA" userId="dffcc6c4-4ec2-40a3-ba2d-1adaa01cc26d" providerId="ADAL" clId="{90DBD907-C72E-48C0-A6C1-FAD54450EDE0}" dt="2025-02-09T15:58:24.239" v="199" actId="20577"/>
        <pc:sldMkLst>
          <pc:docMk/>
          <pc:sldMk cId="3522418967" sldId="418"/>
        </pc:sldMkLst>
        <pc:spChg chg="mod">
          <ac:chgData name="SEBASTIAN MONTOYA VILLADA" userId="dffcc6c4-4ec2-40a3-ba2d-1adaa01cc26d" providerId="ADAL" clId="{90DBD907-C72E-48C0-A6C1-FAD54450EDE0}" dt="2025-02-09T15:55:49.191" v="147"/>
          <ac:spMkLst>
            <pc:docMk/>
            <pc:sldMk cId="3522418967" sldId="418"/>
            <ac:spMk id="13" creationId="{47B3DC19-81BD-AB2E-AF59-C5154E7D0554}"/>
          </ac:spMkLst>
        </pc:spChg>
        <pc:spChg chg="add mod">
          <ac:chgData name="SEBASTIAN MONTOYA VILLADA" userId="dffcc6c4-4ec2-40a3-ba2d-1adaa01cc26d" providerId="ADAL" clId="{90DBD907-C72E-48C0-A6C1-FAD54450EDE0}" dt="2025-02-09T15:58:24.239" v="199" actId="20577"/>
          <ac:spMkLst>
            <pc:docMk/>
            <pc:sldMk cId="3522418967" sldId="418"/>
            <ac:spMk id="14" creationId="{F94C12C2-A77C-6CBC-EDC2-4318043883A7}"/>
          </ac:spMkLst>
        </pc:spChg>
        <pc:spChg chg="mod">
          <ac:chgData name="SEBASTIAN MONTOYA VILLADA" userId="dffcc6c4-4ec2-40a3-ba2d-1adaa01cc26d" providerId="ADAL" clId="{90DBD907-C72E-48C0-A6C1-FAD54450EDE0}" dt="2025-02-09T15:55:56.342" v="150"/>
          <ac:spMkLst>
            <pc:docMk/>
            <pc:sldMk cId="3522418967" sldId="418"/>
            <ac:spMk id="17" creationId="{34F24E54-69FC-1483-5E47-F84DDC0CC0FF}"/>
          </ac:spMkLst>
        </pc:spChg>
        <pc:spChg chg="add mod">
          <ac:chgData name="SEBASTIAN MONTOYA VILLADA" userId="dffcc6c4-4ec2-40a3-ba2d-1adaa01cc26d" providerId="ADAL" clId="{90DBD907-C72E-48C0-A6C1-FAD54450EDE0}" dt="2025-02-09T15:56:34.294" v="170" actId="1076"/>
          <ac:spMkLst>
            <pc:docMk/>
            <pc:sldMk cId="3522418967" sldId="418"/>
            <ac:spMk id="20" creationId="{FEAEF297-F5B5-6721-F993-26D20D229711}"/>
          </ac:spMkLst>
        </pc:spChg>
        <pc:spChg chg="del">
          <ac:chgData name="SEBASTIAN MONTOYA VILLADA" userId="dffcc6c4-4ec2-40a3-ba2d-1adaa01cc26d" providerId="ADAL" clId="{90DBD907-C72E-48C0-A6C1-FAD54450EDE0}" dt="2025-02-09T15:56:01.894" v="152" actId="478"/>
          <ac:spMkLst>
            <pc:docMk/>
            <pc:sldMk cId="3522418967" sldId="418"/>
            <ac:spMk id="21" creationId="{50B33B4B-B485-2571-50D1-34CEF06AC30A}"/>
          </ac:spMkLst>
        </pc:spChg>
        <pc:spChg chg="add mod">
          <ac:chgData name="SEBASTIAN MONTOYA VILLADA" userId="dffcc6c4-4ec2-40a3-ba2d-1adaa01cc26d" providerId="ADAL" clId="{90DBD907-C72E-48C0-A6C1-FAD54450EDE0}" dt="2025-02-09T15:57:06.656" v="189" actId="20577"/>
          <ac:spMkLst>
            <pc:docMk/>
            <pc:sldMk cId="3522418967" sldId="418"/>
            <ac:spMk id="23" creationId="{534E32D9-31EA-878E-1D62-2301B1DA2883}"/>
          </ac:spMkLst>
        </pc:spChg>
        <pc:picChg chg="add mod">
          <ac:chgData name="SEBASTIAN MONTOYA VILLADA" userId="dffcc6c4-4ec2-40a3-ba2d-1adaa01cc26d" providerId="ADAL" clId="{90DBD907-C72E-48C0-A6C1-FAD54450EDE0}" dt="2025-02-09T15:56:35.853" v="171" actId="1076"/>
          <ac:picMkLst>
            <pc:docMk/>
            <pc:sldMk cId="3522418967" sldId="418"/>
            <ac:picMk id="16" creationId="{1C6FC8CA-7DE4-64AC-45A3-477797EDBB74}"/>
          </ac:picMkLst>
        </pc:picChg>
        <pc:picChg chg="del">
          <ac:chgData name="SEBASTIAN MONTOYA VILLADA" userId="dffcc6c4-4ec2-40a3-ba2d-1adaa01cc26d" providerId="ADAL" clId="{90DBD907-C72E-48C0-A6C1-FAD54450EDE0}" dt="2025-02-09T15:56:00.974" v="151" actId="478"/>
          <ac:picMkLst>
            <pc:docMk/>
            <pc:sldMk cId="3522418967" sldId="418"/>
            <ac:picMk id="19" creationId="{FEADE9C8-594A-31F6-A0FA-8B24FFC191C0}"/>
          </ac:picMkLst>
        </pc:picChg>
      </pc:sldChg>
      <pc:sldChg chg="addSp delSp modSp add mod">
        <pc:chgData name="SEBASTIAN MONTOYA VILLADA" userId="dffcc6c4-4ec2-40a3-ba2d-1adaa01cc26d" providerId="ADAL" clId="{90DBD907-C72E-48C0-A6C1-FAD54450EDE0}" dt="2025-02-09T16:00:17.677" v="217" actId="14100"/>
        <pc:sldMkLst>
          <pc:docMk/>
          <pc:sldMk cId="484119467" sldId="419"/>
        </pc:sldMkLst>
        <pc:spChg chg="mod">
          <ac:chgData name="SEBASTIAN MONTOYA VILLADA" userId="dffcc6c4-4ec2-40a3-ba2d-1adaa01cc26d" providerId="ADAL" clId="{90DBD907-C72E-48C0-A6C1-FAD54450EDE0}" dt="2025-02-09T15:59:44.639" v="210" actId="20577"/>
          <ac:spMkLst>
            <pc:docMk/>
            <pc:sldMk cId="484119467" sldId="419"/>
            <ac:spMk id="13" creationId="{1A8209AF-9BFE-BEEA-DD49-EBDF5ECFE530}"/>
          </ac:spMkLst>
        </pc:spChg>
        <pc:spChg chg="del">
          <ac:chgData name="SEBASTIAN MONTOYA VILLADA" userId="dffcc6c4-4ec2-40a3-ba2d-1adaa01cc26d" providerId="ADAL" clId="{90DBD907-C72E-48C0-A6C1-FAD54450EDE0}" dt="2025-02-09T15:59:32.901" v="201" actId="478"/>
          <ac:spMkLst>
            <pc:docMk/>
            <pc:sldMk cId="484119467" sldId="419"/>
            <ac:spMk id="14" creationId="{2960C45F-14D0-C6AB-B04E-F38C4790C717}"/>
          </ac:spMkLst>
        </pc:spChg>
        <pc:spChg chg="del">
          <ac:chgData name="SEBASTIAN MONTOYA VILLADA" userId="dffcc6c4-4ec2-40a3-ba2d-1adaa01cc26d" providerId="ADAL" clId="{90DBD907-C72E-48C0-A6C1-FAD54450EDE0}" dt="2025-02-09T15:59:38.101" v="205" actId="478"/>
          <ac:spMkLst>
            <pc:docMk/>
            <pc:sldMk cId="484119467" sldId="419"/>
            <ac:spMk id="17" creationId="{BEFE20F6-5EC3-BF9A-706E-F1459FB0ADE6}"/>
          </ac:spMkLst>
        </pc:spChg>
        <pc:spChg chg="del">
          <ac:chgData name="SEBASTIAN MONTOYA VILLADA" userId="dffcc6c4-4ec2-40a3-ba2d-1adaa01cc26d" providerId="ADAL" clId="{90DBD907-C72E-48C0-A6C1-FAD54450EDE0}" dt="2025-02-09T15:59:35.871" v="203" actId="478"/>
          <ac:spMkLst>
            <pc:docMk/>
            <pc:sldMk cId="484119467" sldId="419"/>
            <ac:spMk id="20" creationId="{E2F9D3BC-D2D2-7699-A8A2-8DDA7C855C1F}"/>
          </ac:spMkLst>
        </pc:spChg>
        <pc:spChg chg="del">
          <ac:chgData name="SEBASTIAN MONTOYA VILLADA" userId="dffcc6c4-4ec2-40a3-ba2d-1adaa01cc26d" providerId="ADAL" clId="{90DBD907-C72E-48C0-A6C1-FAD54450EDE0}" dt="2025-02-09T15:59:34.302" v="202" actId="478"/>
          <ac:spMkLst>
            <pc:docMk/>
            <pc:sldMk cId="484119467" sldId="419"/>
            <ac:spMk id="23" creationId="{78AD5F63-1DFD-00BD-5399-0B57F3046611}"/>
          </ac:spMkLst>
        </pc:spChg>
        <pc:picChg chg="add mod">
          <ac:chgData name="SEBASTIAN MONTOYA VILLADA" userId="dffcc6c4-4ec2-40a3-ba2d-1adaa01cc26d" providerId="ADAL" clId="{90DBD907-C72E-48C0-A6C1-FAD54450EDE0}" dt="2025-02-09T15:59:59.549" v="214" actId="1076"/>
          <ac:picMkLst>
            <pc:docMk/>
            <pc:sldMk cId="484119467" sldId="419"/>
            <ac:picMk id="15" creationId="{CB2E051C-9561-51BC-C311-F4AFCCDBAAA1}"/>
          </ac:picMkLst>
        </pc:picChg>
        <pc:picChg chg="del">
          <ac:chgData name="SEBASTIAN MONTOYA VILLADA" userId="dffcc6c4-4ec2-40a3-ba2d-1adaa01cc26d" providerId="ADAL" clId="{90DBD907-C72E-48C0-A6C1-FAD54450EDE0}" dt="2025-02-09T15:59:36.349" v="204" actId="478"/>
          <ac:picMkLst>
            <pc:docMk/>
            <pc:sldMk cId="484119467" sldId="419"/>
            <ac:picMk id="16" creationId="{DE6EE59F-9E2E-B2C3-D645-0AD5E8F39B74}"/>
          </ac:picMkLst>
        </pc:picChg>
        <pc:picChg chg="add mod">
          <ac:chgData name="SEBASTIAN MONTOYA VILLADA" userId="dffcc6c4-4ec2-40a3-ba2d-1adaa01cc26d" providerId="ADAL" clId="{90DBD907-C72E-48C0-A6C1-FAD54450EDE0}" dt="2025-02-09T16:00:17.677" v="217" actId="14100"/>
          <ac:picMkLst>
            <pc:docMk/>
            <pc:sldMk cId="484119467" sldId="419"/>
            <ac:picMk id="19" creationId="{13B113DE-2ECC-3A79-3DCE-4E676E493C33}"/>
          </ac:picMkLst>
        </pc:picChg>
      </pc:sldChg>
      <pc:sldChg chg="add">
        <pc:chgData name="SEBASTIAN MONTOYA VILLADA" userId="dffcc6c4-4ec2-40a3-ba2d-1adaa01cc26d" providerId="ADAL" clId="{90DBD907-C72E-48C0-A6C1-FAD54450EDE0}" dt="2025-02-09T16:00:20.463" v="218" actId="2890"/>
        <pc:sldMkLst>
          <pc:docMk/>
          <pc:sldMk cId="3806718512" sldId="420"/>
        </pc:sldMkLst>
      </pc:sldChg>
      <pc:sldChg chg="addSp delSp modSp add mod">
        <pc:chgData name="SEBASTIAN MONTOYA VILLADA" userId="dffcc6c4-4ec2-40a3-ba2d-1adaa01cc26d" providerId="ADAL" clId="{90DBD907-C72E-48C0-A6C1-FAD54450EDE0}" dt="2025-02-09T16:00:45.637" v="226" actId="1076"/>
        <pc:sldMkLst>
          <pc:docMk/>
          <pc:sldMk cId="1862329469" sldId="421"/>
        </pc:sldMkLst>
        <pc:spChg chg="del">
          <ac:chgData name="SEBASTIAN MONTOYA VILLADA" userId="dffcc6c4-4ec2-40a3-ba2d-1adaa01cc26d" providerId="ADAL" clId="{90DBD907-C72E-48C0-A6C1-FAD54450EDE0}" dt="2025-02-09T16:00:37.925" v="222" actId="478"/>
          <ac:spMkLst>
            <pc:docMk/>
            <pc:sldMk cId="1862329469" sldId="421"/>
            <ac:spMk id="13" creationId="{C31AB5E7-4883-E0A2-6FAD-C30742C08A22}"/>
          </ac:spMkLst>
        </pc:spChg>
        <pc:picChg chg="add mod">
          <ac:chgData name="SEBASTIAN MONTOYA VILLADA" userId="dffcc6c4-4ec2-40a3-ba2d-1adaa01cc26d" providerId="ADAL" clId="{90DBD907-C72E-48C0-A6C1-FAD54450EDE0}" dt="2025-02-09T16:00:45.637" v="226" actId="1076"/>
          <ac:picMkLst>
            <pc:docMk/>
            <pc:sldMk cId="1862329469" sldId="421"/>
            <ac:picMk id="14" creationId="{B836F3E1-9ED5-2C90-A766-87F1192DF5FD}"/>
          </ac:picMkLst>
        </pc:picChg>
        <pc:picChg chg="del">
          <ac:chgData name="SEBASTIAN MONTOYA VILLADA" userId="dffcc6c4-4ec2-40a3-ba2d-1adaa01cc26d" providerId="ADAL" clId="{90DBD907-C72E-48C0-A6C1-FAD54450EDE0}" dt="2025-02-09T16:00:34.429" v="221" actId="478"/>
          <ac:picMkLst>
            <pc:docMk/>
            <pc:sldMk cId="1862329469" sldId="421"/>
            <ac:picMk id="15" creationId="{940877EA-A6D3-F641-06AC-70323EEC1B77}"/>
          </ac:picMkLst>
        </pc:picChg>
        <pc:picChg chg="del">
          <ac:chgData name="SEBASTIAN MONTOYA VILLADA" userId="dffcc6c4-4ec2-40a3-ba2d-1adaa01cc26d" providerId="ADAL" clId="{90DBD907-C72E-48C0-A6C1-FAD54450EDE0}" dt="2025-02-09T16:00:32.548" v="220" actId="478"/>
          <ac:picMkLst>
            <pc:docMk/>
            <pc:sldMk cId="1862329469" sldId="421"/>
            <ac:picMk id="19" creationId="{ABBAADFF-7F42-9F6A-B8CD-B31DB3E3D408}"/>
          </ac:picMkLst>
        </pc:picChg>
      </pc:sldChg>
      <pc:sldChg chg="addSp delSp modSp add mod">
        <pc:chgData name="SEBASTIAN MONTOYA VILLADA" userId="dffcc6c4-4ec2-40a3-ba2d-1adaa01cc26d" providerId="ADAL" clId="{90DBD907-C72E-48C0-A6C1-FAD54450EDE0}" dt="2025-02-09T16:02:32.039" v="258" actId="20577"/>
        <pc:sldMkLst>
          <pc:docMk/>
          <pc:sldMk cId="646599838" sldId="422"/>
        </pc:sldMkLst>
        <pc:spChg chg="add mod">
          <ac:chgData name="SEBASTIAN MONTOYA VILLADA" userId="dffcc6c4-4ec2-40a3-ba2d-1adaa01cc26d" providerId="ADAL" clId="{90DBD907-C72E-48C0-A6C1-FAD54450EDE0}" dt="2025-02-09T16:01:46.991" v="231" actId="122"/>
          <ac:spMkLst>
            <pc:docMk/>
            <pc:sldMk cId="646599838" sldId="422"/>
            <ac:spMk id="13" creationId="{77472AD0-61C6-1EAB-FD70-7D2FC0E669FF}"/>
          </ac:spMkLst>
        </pc:spChg>
        <pc:spChg chg="add del mod">
          <ac:chgData name="SEBASTIAN MONTOYA VILLADA" userId="dffcc6c4-4ec2-40a3-ba2d-1adaa01cc26d" providerId="ADAL" clId="{90DBD907-C72E-48C0-A6C1-FAD54450EDE0}" dt="2025-02-09T16:01:54.450" v="235" actId="22"/>
          <ac:spMkLst>
            <pc:docMk/>
            <pc:sldMk cId="646599838" sldId="422"/>
            <ac:spMk id="16" creationId="{DFE7165D-F285-7D99-5C92-278C8CFECC4D}"/>
          </ac:spMkLst>
        </pc:spChg>
        <pc:spChg chg="add del">
          <ac:chgData name="SEBASTIAN MONTOYA VILLADA" userId="dffcc6c4-4ec2-40a3-ba2d-1adaa01cc26d" providerId="ADAL" clId="{90DBD907-C72E-48C0-A6C1-FAD54450EDE0}" dt="2025-02-09T16:01:56.907" v="237" actId="22"/>
          <ac:spMkLst>
            <pc:docMk/>
            <pc:sldMk cId="646599838" sldId="422"/>
            <ac:spMk id="18" creationId="{F510F55B-8F3F-1F25-08E4-D864B16149BF}"/>
          </ac:spMkLst>
        </pc:spChg>
        <pc:spChg chg="add mod">
          <ac:chgData name="SEBASTIAN MONTOYA VILLADA" userId="dffcc6c4-4ec2-40a3-ba2d-1adaa01cc26d" providerId="ADAL" clId="{90DBD907-C72E-48C0-A6C1-FAD54450EDE0}" dt="2025-02-09T16:02:03.437" v="241" actId="1076"/>
          <ac:spMkLst>
            <pc:docMk/>
            <pc:sldMk cId="646599838" sldId="422"/>
            <ac:spMk id="20" creationId="{6A1C2797-E487-AD18-3E48-989C999365CC}"/>
          </ac:spMkLst>
        </pc:spChg>
        <pc:spChg chg="add mod">
          <ac:chgData name="SEBASTIAN MONTOYA VILLADA" userId="dffcc6c4-4ec2-40a3-ba2d-1adaa01cc26d" providerId="ADAL" clId="{90DBD907-C72E-48C0-A6C1-FAD54450EDE0}" dt="2025-02-09T16:02:32.039" v="258" actId="20577"/>
          <ac:spMkLst>
            <pc:docMk/>
            <pc:sldMk cId="646599838" sldId="422"/>
            <ac:spMk id="24" creationId="{5048EDE6-FBE1-24FF-BD22-C64DB9F0D40D}"/>
          </ac:spMkLst>
        </pc:spChg>
        <pc:picChg chg="del">
          <ac:chgData name="SEBASTIAN MONTOYA VILLADA" userId="dffcc6c4-4ec2-40a3-ba2d-1adaa01cc26d" providerId="ADAL" clId="{90DBD907-C72E-48C0-A6C1-FAD54450EDE0}" dt="2025-02-09T16:01:41.141" v="228" actId="478"/>
          <ac:picMkLst>
            <pc:docMk/>
            <pc:sldMk cId="646599838" sldId="422"/>
            <ac:picMk id="14" creationId="{3A4F67F2-C90E-957B-B216-C4AF05BFD412}"/>
          </ac:picMkLst>
        </pc:picChg>
        <pc:picChg chg="add mod">
          <ac:chgData name="SEBASTIAN MONTOYA VILLADA" userId="dffcc6c4-4ec2-40a3-ba2d-1adaa01cc26d" providerId="ADAL" clId="{90DBD907-C72E-48C0-A6C1-FAD54450EDE0}" dt="2025-02-09T16:02:17.404" v="245" actId="1076"/>
          <ac:picMkLst>
            <pc:docMk/>
            <pc:sldMk cId="646599838" sldId="422"/>
            <ac:picMk id="22" creationId="{98F5880A-FAD9-29FE-34FD-42FCF9DE06DE}"/>
          </ac:picMkLst>
        </pc:picChg>
      </pc:sldChg>
      <pc:sldChg chg="delSp modSp add mod">
        <pc:chgData name="SEBASTIAN MONTOYA VILLADA" userId="dffcc6c4-4ec2-40a3-ba2d-1adaa01cc26d" providerId="ADAL" clId="{90DBD907-C72E-48C0-A6C1-FAD54450EDE0}" dt="2025-02-09T16:05:42.788" v="272"/>
        <pc:sldMkLst>
          <pc:docMk/>
          <pc:sldMk cId="1287288010" sldId="423"/>
        </pc:sldMkLst>
        <pc:spChg chg="mod">
          <ac:chgData name="SEBASTIAN MONTOYA VILLADA" userId="dffcc6c4-4ec2-40a3-ba2d-1adaa01cc26d" providerId="ADAL" clId="{90DBD907-C72E-48C0-A6C1-FAD54450EDE0}" dt="2025-02-09T16:04:49.800" v="262"/>
          <ac:spMkLst>
            <pc:docMk/>
            <pc:sldMk cId="1287288010" sldId="423"/>
            <ac:spMk id="13" creationId="{C2C010CA-2FF0-7BA6-C8E9-2D93F3082DBB}"/>
          </ac:spMkLst>
        </pc:spChg>
        <pc:spChg chg="mod">
          <ac:chgData name="SEBASTIAN MONTOYA VILLADA" userId="dffcc6c4-4ec2-40a3-ba2d-1adaa01cc26d" providerId="ADAL" clId="{90DBD907-C72E-48C0-A6C1-FAD54450EDE0}" dt="2025-02-09T16:05:42.788" v="272"/>
          <ac:spMkLst>
            <pc:docMk/>
            <pc:sldMk cId="1287288010" sldId="423"/>
            <ac:spMk id="20" creationId="{20FC0C44-7CF2-E939-BC56-A9CF7AFB59A9}"/>
          </ac:spMkLst>
        </pc:spChg>
        <pc:spChg chg="del">
          <ac:chgData name="SEBASTIAN MONTOYA VILLADA" userId="dffcc6c4-4ec2-40a3-ba2d-1adaa01cc26d" providerId="ADAL" clId="{90DBD907-C72E-48C0-A6C1-FAD54450EDE0}" dt="2025-02-09T16:05:06.942" v="264" actId="478"/>
          <ac:spMkLst>
            <pc:docMk/>
            <pc:sldMk cId="1287288010" sldId="423"/>
            <ac:spMk id="24" creationId="{FDD3BBF3-FB51-BC5A-64FD-A17AF9036D9D}"/>
          </ac:spMkLst>
        </pc:spChg>
        <pc:picChg chg="del">
          <ac:chgData name="SEBASTIAN MONTOYA VILLADA" userId="dffcc6c4-4ec2-40a3-ba2d-1adaa01cc26d" providerId="ADAL" clId="{90DBD907-C72E-48C0-A6C1-FAD54450EDE0}" dt="2025-02-09T16:05:05.469" v="263" actId="478"/>
          <ac:picMkLst>
            <pc:docMk/>
            <pc:sldMk cId="1287288010" sldId="423"/>
            <ac:picMk id="22" creationId="{B6A17EB0-A120-DE63-1606-B9B74572ADC4}"/>
          </ac:picMkLst>
        </pc:picChg>
      </pc:sldChg>
      <pc:sldChg chg="addSp delSp modSp add mod">
        <pc:chgData name="SEBASTIAN MONTOYA VILLADA" userId="dffcc6c4-4ec2-40a3-ba2d-1adaa01cc26d" providerId="ADAL" clId="{90DBD907-C72E-48C0-A6C1-FAD54450EDE0}" dt="2025-02-09T16:07:51.739" v="323"/>
        <pc:sldMkLst>
          <pc:docMk/>
          <pc:sldMk cId="3683945177" sldId="424"/>
        </pc:sldMkLst>
        <pc:spChg chg="del">
          <ac:chgData name="SEBASTIAN MONTOYA VILLADA" userId="dffcc6c4-4ec2-40a3-ba2d-1adaa01cc26d" providerId="ADAL" clId="{90DBD907-C72E-48C0-A6C1-FAD54450EDE0}" dt="2025-02-09T16:06:32.061" v="274" actId="478"/>
          <ac:spMkLst>
            <pc:docMk/>
            <pc:sldMk cId="3683945177" sldId="424"/>
            <ac:spMk id="20" creationId="{103066D4-31D8-3F60-A33E-FFE8AA89EC0C}"/>
          </ac:spMkLst>
        </pc:spChg>
        <pc:graphicFrameChg chg="add mod modGraphic">
          <ac:chgData name="SEBASTIAN MONTOYA VILLADA" userId="dffcc6c4-4ec2-40a3-ba2d-1adaa01cc26d" providerId="ADAL" clId="{90DBD907-C72E-48C0-A6C1-FAD54450EDE0}" dt="2025-02-09T16:07:51.739" v="323"/>
          <ac:graphicFrameMkLst>
            <pc:docMk/>
            <pc:sldMk cId="3683945177" sldId="424"/>
            <ac:graphicFrameMk id="2" creationId="{9E2EF68C-0E3F-5233-9253-9EDACA90F845}"/>
          </ac:graphicFrameMkLst>
        </pc:graphicFrameChg>
      </pc:sldChg>
      <pc:sldChg chg="addSp delSp modSp add mod">
        <pc:chgData name="SEBASTIAN MONTOYA VILLADA" userId="dffcc6c4-4ec2-40a3-ba2d-1adaa01cc26d" providerId="ADAL" clId="{90DBD907-C72E-48C0-A6C1-FAD54450EDE0}" dt="2025-02-09T16:12:41.892" v="379" actId="1076"/>
        <pc:sldMkLst>
          <pc:docMk/>
          <pc:sldMk cId="1110925768" sldId="425"/>
        </pc:sldMkLst>
        <pc:spChg chg="mod">
          <ac:chgData name="SEBASTIAN MONTOYA VILLADA" userId="dffcc6c4-4ec2-40a3-ba2d-1adaa01cc26d" providerId="ADAL" clId="{90DBD907-C72E-48C0-A6C1-FAD54450EDE0}" dt="2025-02-09T16:09:47.737" v="327"/>
          <ac:spMkLst>
            <pc:docMk/>
            <pc:sldMk cId="1110925768" sldId="425"/>
            <ac:spMk id="13" creationId="{2349CAE6-815E-B23E-3999-48CB7E640537}"/>
          </ac:spMkLst>
        </pc:spChg>
        <pc:spChg chg="add del">
          <ac:chgData name="SEBASTIAN MONTOYA VILLADA" userId="dffcc6c4-4ec2-40a3-ba2d-1adaa01cc26d" providerId="ADAL" clId="{90DBD907-C72E-48C0-A6C1-FAD54450EDE0}" dt="2025-02-09T16:09:56.316" v="330" actId="22"/>
          <ac:spMkLst>
            <pc:docMk/>
            <pc:sldMk cId="1110925768" sldId="425"/>
            <ac:spMk id="15" creationId="{973FE422-9B85-4248-0E01-6D9D19751532}"/>
          </ac:spMkLst>
        </pc:spChg>
        <pc:spChg chg="add mod">
          <ac:chgData name="SEBASTIAN MONTOYA VILLADA" userId="dffcc6c4-4ec2-40a3-ba2d-1adaa01cc26d" providerId="ADAL" clId="{90DBD907-C72E-48C0-A6C1-FAD54450EDE0}" dt="2025-02-09T16:12:34.956" v="376" actId="1076"/>
          <ac:spMkLst>
            <pc:docMk/>
            <pc:sldMk cId="1110925768" sldId="425"/>
            <ac:spMk id="17" creationId="{4E2AAA2E-A2D0-DEDB-49B2-286A8DD0968A}"/>
          </ac:spMkLst>
        </pc:spChg>
        <pc:spChg chg="add mod">
          <ac:chgData name="SEBASTIAN MONTOYA VILLADA" userId="dffcc6c4-4ec2-40a3-ba2d-1adaa01cc26d" providerId="ADAL" clId="{90DBD907-C72E-48C0-A6C1-FAD54450EDE0}" dt="2025-02-09T16:12:38.612" v="377" actId="1076"/>
          <ac:spMkLst>
            <pc:docMk/>
            <pc:sldMk cId="1110925768" sldId="425"/>
            <ac:spMk id="19" creationId="{74549E6F-1BC6-5865-F4B0-7E9B8F78B426}"/>
          </ac:spMkLst>
        </pc:spChg>
        <pc:spChg chg="add mod">
          <ac:chgData name="SEBASTIAN MONTOYA VILLADA" userId="dffcc6c4-4ec2-40a3-ba2d-1adaa01cc26d" providerId="ADAL" clId="{90DBD907-C72E-48C0-A6C1-FAD54450EDE0}" dt="2025-02-09T16:12:41.892" v="379" actId="1076"/>
          <ac:spMkLst>
            <pc:docMk/>
            <pc:sldMk cId="1110925768" sldId="425"/>
            <ac:spMk id="23" creationId="{3E277088-6D2B-09CB-113C-0AC13BBD58E8}"/>
          </ac:spMkLst>
        </pc:spChg>
        <pc:graphicFrameChg chg="del">
          <ac:chgData name="SEBASTIAN MONTOYA VILLADA" userId="dffcc6c4-4ec2-40a3-ba2d-1adaa01cc26d" providerId="ADAL" clId="{90DBD907-C72E-48C0-A6C1-FAD54450EDE0}" dt="2025-02-09T16:09:50.472" v="328" actId="478"/>
          <ac:graphicFrameMkLst>
            <pc:docMk/>
            <pc:sldMk cId="1110925768" sldId="425"/>
            <ac:graphicFrameMk id="2" creationId="{0D2D26F9-4CB7-3A1A-ECB7-9D92BD410584}"/>
          </ac:graphicFrameMkLst>
        </pc:graphicFrameChg>
        <pc:picChg chg="add mod">
          <ac:chgData name="SEBASTIAN MONTOYA VILLADA" userId="dffcc6c4-4ec2-40a3-ba2d-1adaa01cc26d" providerId="ADAL" clId="{90DBD907-C72E-48C0-A6C1-FAD54450EDE0}" dt="2025-02-09T16:12:40.164" v="378" actId="1076"/>
          <ac:picMkLst>
            <pc:docMk/>
            <pc:sldMk cId="1110925768" sldId="425"/>
            <ac:picMk id="21" creationId="{E26C2D85-5D83-8BA3-ABE3-D223F2B1F05D}"/>
          </ac:picMkLst>
        </pc:picChg>
        <pc:picChg chg="add mod">
          <ac:chgData name="SEBASTIAN MONTOYA VILLADA" userId="dffcc6c4-4ec2-40a3-ba2d-1adaa01cc26d" providerId="ADAL" clId="{90DBD907-C72E-48C0-A6C1-FAD54450EDE0}" dt="2025-02-09T16:12:26.460" v="375" actId="1076"/>
          <ac:picMkLst>
            <pc:docMk/>
            <pc:sldMk cId="1110925768" sldId="425"/>
            <ac:picMk id="25" creationId="{CEAC34E7-4B27-1BC8-9BCC-BA19157169D3}"/>
          </ac:picMkLst>
        </pc:picChg>
      </pc:sldChg>
      <pc:sldChg chg="addSp delSp modSp add mod">
        <pc:chgData name="SEBASTIAN MONTOYA VILLADA" userId="dffcc6c4-4ec2-40a3-ba2d-1adaa01cc26d" providerId="ADAL" clId="{90DBD907-C72E-48C0-A6C1-FAD54450EDE0}" dt="2025-02-09T16:15:26.328" v="408" actId="122"/>
        <pc:sldMkLst>
          <pc:docMk/>
          <pc:sldMk cId="2710265283" sldId="426"/>
        </pc:sldMkLst>
        <pc:spChg chg="mod">
          <ac:chgData name="SEBASTIAN MONTOYA VILLADA" userId="dffcc6c4-4ec2-40a3-ba2d-1adaa01cc26d" providerId="ADAL" clId="{90DBD907-C72E-48C0-A6C1-FAD54450EDE0}" dt="2025-02-09T16:13:58.240" v="383"/>
          <ac:spMkLst>
            <pc:docMk/>
            <pc:sldMk cId="2710265283" sldId="426"/>
            <ac:spMk id="13" creationId="{A9FA9BD4-2F42-0A9F-AC85-72F978389D7D}"/>
          </ac:spMkLst>
        </pc:spChg>
        <pc:spChg chg="mod">
          <ac:chgData name="SEBASTIAN MONTOYA VILLADA" userId="dffcc6c4-4ec2-40a3-ba2d-1adaa01cc26d" providerId="ADAL" clId="{90DBD907-C72E-48C0-A6C1-FAD54450EDE0}" dt="2025-02-09T16:14:15.470" v="391" actId="20577"/>
          <ac:spMkLst>
            <pc:docMk/>
            <pc:sldMk cId="2710265283" sldId="426"/>
            <ac:spMk id="17" creationId="{E283362F-5C3C-9ECF-9E96-48A573ECD402}"/>
          </ac:spMkLst>
        </pc:spChg>
        <pc:spChg chg="mod">
          <ac:chgData name="SEBASTIAN MONTOYA VILLADA" userId="dffcc6c4-4ec2-40a3-ba2d-1adaa01cc26d" providerId="ADAL" clId="{90DBD907-C72E-48C0-A6C1-FAD54450EDE0}" dt="2025-02-09T16:14:41.141" v="399" actId="20577"/>
          <ac:spMkLst>
            <pc:docMk/>
            <pc:sldMk cId="2710265283" sldId="426"/>
            <ac:spMk id="19" creationId="{B6F8A931-BD3E-9E47-8E9B-0D7FE3DEB9AE}"/>
          </ac:spMkLst>
        </pc:spChg>
        <pc:spChg chg="del">
          <ac:chgData name="SEBASTIAN MONTOYA VILLADA" userId="dffcc6c4-4ec2-40a3-ba2d-1adaa01cc26d" providerId="ADAL" clId="{90DBD907-C72E-48C0-A6C1-FAD54450EDE0}" dt="2025-02-09T16:15:07.070" v="401" actId="478"/>
          <ac:spMkLst>
            <pc:docMk/>
            <pc:sldMk cId="2710265283" sldId="426"/>
            <ac:spMk id="23" creationId="{8397E01D-A9AD-E6EC-3AE5-2CA75A2924CA}"/>
          </ac:spMkLst>
        </pc:spChg>
        <pc:graphicFrameChg chg="add mod modGraphic">
          <ac:chgData name="SEBASTIAN MONTOYA VILLADA" userId="dffcc6c4-4ec2-40a3-ba2d-1adaa01cc26d" providerId="ADAL" clId="{90DBD907-C72E-48C0-A6C1-FAD54450EDE0}" dt="2025-02-09T16:15:26.328" v="408" actId="122"/>
          <ac:graphicFrameMkLst>
            <pc:docMk/>
            <pc:sldMk cId="2710265283" sldId="426"/>
            <ac:graphicFrameMk id="2" creationId="{BEBA3265-A249-120E-AC20-98DD7E16916F}"/>
          </ac:graphicFrameMkLst>
        </pc:graphicFrameChg>
        <pc:picChg chg="del">
          <ac:chgData name="SEBASTIAN MONTOYA VILLADA" userId="dffcc6c4-4ec2-40a3-ba2d-1adaa01cc26d" providerId="ADAL" clId="{90DBD907-C72E-48C0-A6C1-FAD54450EDE0}" dt="2025-02-09T16:15:05.790" v="400" actId="478"/>
          <ac:picMkLst>
            <pc:docMk/>
            <pc:sldMk cId="2710265283" sldId="426"/>
            <ac:picMk id="21" creationId="{DB0C6F73-00EA-7823-8D65-3EC2867F55EB}"/>
          </ac:picMkLst>
        </pc:picChg>
        <pc:picChg chg="del">
          <ac:chgData name="SEBASTIAN MONTOYA VILLADA" userId="dffcc6c4-4ec2-40a3-ba2d-1adaa01cc26d" providerId="ADAL" clId="{90DBD907-C72E-48C0-A6C1-FAD54450EDE0}" dt="2025-02-09T16:15:08.125" v="402" actId="478"/>
          <ac:picMkLst>
            <pc:docMk/>
            <pc:sldMk cId="2710265283" sldId="426"/>
            <ac:picMk id="25" creationId="{33D7AA9E-754A-AF56-958F-56D046682A5B}"/>
          </ac:picMkLst>
        </pc:picChg>
      </pc:sldChg>
      <pc:sldChg chg="delSp modSp add mod">
        <pc:chgData name="SEBASTIAN MONTOYA VILLADA" userId="dffcc6c4-4ec2-40a3-ba2d-1adaa01cc26d" providerId="ADAL" clId="{90DBD907-C72E-48C0-A6C1-FAD54450EDE0}" dt="2025-02-09T16:37:56.411" v="437" actId="20577"/>
        <pc:sldMkLst>
          <pc:docMk/>
          <pc:sldMk cId="2088287798" sldId="427"/>
        </pc:sldMkLst>
        <pc:spChg chg="del">
          <ac:chgData name="SEBASTIAN MONTOYA VILLADA" userId="dffcc6c4-4ec2-40a3-ba2d-1adaa01cc26d" providerId="ADAL" clId="{90DBD907-C72E-48C0-A6C1-FAD54450EDE0}" dt="2025-02-09T16:37:11.429" v="410" actId="478"/>
          <ac:spMkLst>
            <pc:docMk/>
            <pc:sldMk cId="2088287798" sldId="427"/>
            <ac:spMk id="13" creationId="{0BAC386A-4813-2299-1F9D-65B8DA988603}"/>
          </ac:spMkLst>
        </pc:spChg>
        <pc:spChg chg="mod">
          <ac:chgData name="SEBASTIAN MONTOYA VILLADA" userId="dffcc6c4-4ec2-40a3-ba2d-1adaa01cc26d" providerId="ADAL" clId="{90DBD907-C72E-48C0-A6C1-FAD54450EDE0}" dt="2025-02-09T16:37:56.411" v="437" actId="20577"/>
          <ac:spMkLst>
            <pc:docMk/>
            <pc:sldMk cId="2088287798" sldId="427"/>
            <ac:spMk id="17" creationId="{4E80F85C-06FD-6F06-9C16-EA1481160B26}"/>
          </ac:spMkLst>
        </pc:spChg>
        <pc:spChg chg="del">
          <ac:chgData name="SEBASTIAN MONTOYA VILLADA" userId="dffcc6c4-4ec2-40a3-ba2d-1adaa01cc26d" providerId="ADAL" clId="{90DBD907-C72E-48C0-A6C1-FAD54450EDE0}" dt="2025-02-09T16:37:12.869" v="411" actId="478"/>
          <ac:spMkLst>
            <pc:docMk/>
            <pc:sldMk cId="2088287798" sldId="427"/>
            <ac:spMk id="19" creationId="{70634B1D-CDF8-7394-A6D8-F1AF679F372C}"/>
          </ac:spMkLst>
        </pc:spChg>
        <pc:graphicFrameChg chg="del">
          <ac:chgData name="SEBASTIAN MONTOYA VILLADA" userId="dffcc6c4-4ec2-40a3-ba2d-1adaa01cc26d" providerId="ADAL" clId="{90DBD907-C72E-48C0-A6C1-FAD54450EDE0}" dt="2025-02-09T16:37:13.925" v="412" actId="478"/>
          <ac:graphicFrameMkLst>
            <pc:docMk/>
            <pc:sldMk cId="2088287798" sldId="427"/>
            <ac:graphicFrameMk id="2" creationId="{716FA266-3F0E-69F4-1927-84358223986B}"/>
          </ac:graphicFrameMkLst>
        </pc:graphicFrameChg>
      </pc:sldChg>
      <pc:sldChg chg="addSp delSp modSp add mod ord">
        <pc:chgData name="SEBASTIAN MONTOYA VILLADA" userId="dffcc6c4-4ec2-40a3-ba2d-1adaa01cc26d" providerId="ADAL" clId="{90DBD907-C72E-48C0-A6C1-FAD54450EDE0}" dt="2025-02-09T16:41:22.047" v="451" actId="14100"/>
        <pc:sldMkLst>
          <pc:docMk/>
          <pc:sldMk cId="72377787" sldId="428"/>
        </pc:sldMkLst>
        <pc:spChg chg="mod">
          <ac:chgData name="SEBASTIAN MONTOYA VILLADA" userId="dffcc6c4-4ec2-40a3-ba2d-1adaa01cc26d" providerId="ADAL" clId="{90DBD907-C72E-48C0-A6C1-FAD54450EDE0}" dt="2025-02-09T16:41:07.759" v="443"/>
          <ac:spMkLst>
            <pc:docMk/>
            <pc:sldMk cId="72377787" sldId="428"/>
            <ac:spMk id="13" creationId="{132E8DB1-C796-A46C-E254-4B2008AB84FC}"/>
          </ac:spMkLst>
        </pc:spChg>
        <pc:spChg chg="add mod">
          <ac:chgData name="SEBASTIAN MONTOYA VILLADA" userId="dffcc6c4-4ec2-40a3-ba2d-1adaa01cc26d" providerId="ADAL" clId="{90DBD907-C72E-48C0-A6C1-FAD54450EDE0}" dt="2025-02-09T16:41:22.047" v="451" actId="14100"/>
          <ac:spMkLst>
            <pc:docMk/>
            <pc:sldMk cId="72377787" sldId="428"/>
            <ac:spMk id="15" creationId="{9B55E83A-F503-05C5-D6B7-DB19CEBDBF14}"/>
          </ac:spMkLst>
        </pc:spChg>
        <pc:spChg chg="del">
          <ac:chgData name="SEBASTIAN MONTOYA VILLADA" userId="dffcc6c4-4ec2-40a3-ba2d-1adaa01cc26d" providerId="ADAL" clId="{90DBD907-C72E-48C0-A6C1-FAD54450EDE0}" dt="2025-02-09T16:41:13.940" v="444" actId="478"/>
          <ac:spMkLst>
            <pc:docMk/>
            <pc:sldMk cId="72377787" sldId="428"/>
            <ac:spMk id="17" creationId="{D09EBC66-C45D-EA3E-B902-82D9DEC82385}"/>
          </ac:spMkLst>
        </pc:spChg>
        <pc:spChg chg="del">
          <ac:chgData name="SEBASTIAN MONTOYA VILLADA" userId="dffcc6c4-4ec2-40a3-ba2d-1adaa01cc26d" providerId="ADAL" clId="{90DBD907-C72E-48C0-A6C1-FAD54450EDE0}" dt="2025-02-09T16:41:15.117" v="445" actId="478"/>
          <ac:spMkLst>
            <pc:docMk/>
            <pc:sldMk cId="72377787" sldId="428"/>
            <ac:spMk id="19" creationId="{64D8EDA4-9204-13E6-1E7B-AEE5E2519664}"/>
          </ac:spMkLst>
        </pc:spChg>
        <pc:graphicFrameChg chg="del">
          <ac:chgData name="SEBASTIAN MONTOYA VILLADA" userId="dffcc6c4-4ec2-40a3-ba2d-1adaa01cc26d" providerId="ADAL" clId="{90DBD907-C72E-48C0-A6C1-FAD54450EDE0}" dt="2025-02-09T16:41:16.357" v="446" actId="478"/>
          <ac:graphicFrameMkLst>
            <pc:docMk/>
            <pc:sldMk cId="72377787" sldId="428"/>
            <ac:graphicFrameMk id="2" creationId="{C0170D6B-5DFF-6429-1F01-790D68EA8474}"/>
          </ac:graphicFrameMkLst>
        </pc:graphicFrameChg>
      </pc:sldChg>
      <pc:sldChg chg="addSp delSp modSp add mod">
        <pc:chgData name="SEBASTIAN MONTOYA VILLADA" userId="dffcc6c4-4ec2-40a3-ba2d-1adaa01cc26d" providerId="ADAL" clId="{90DBD907-C72E-48C0-A6C1-FAD54450EDE0}" dt="2025-02-09T16:43:00.507" v="467" actId="1076"/>
        <pc:sldMkLst>
          <pc:docMk/>
          <pc:sldMk cId="3625192548" sldId="429"/>
        </pc:sldMkLst>
        <pc:spChg chg="mod">
          <ac:chgData name="SEBASTIAN MONTOYA VILLADA" userId="dffcc6c4-4ec2-40a3-ba2d-1adaa01cc26d" providerId="ADAL" clId="{90DBD907-C72E-48C0-A6C1-FAD54450EDE0}" dt="2025-02-09T16:42:14.342" v="455"/>
          <ac:spMkLst>
            <pc:docMk/>
            <pc:sldMk cId="3625192548" sldId="429"/>
            <ac:spMk id="13" creationId="{14AF228C-8275-D641-9364-835E8FBFDC2D}"/>
          </ac:spMkLst>
        </pc:spChg>
        <pc:spChg chg="del mod">
          <ac:chgData name="SEBASTIAN MONTOYA VILLADA" userId="dffcc6c4-4ec2-40a3-ba2d-1adaa01cc26d" providerId="ADAL" clId="{90DBD907-C72E-48C0-A6C1-FAD54450EDE0}" dt="2025-02-09T16:42:58.531" v="465" actId="478"/>
          <ac:spMkLst>
            <pc:docMk/>
            <pc:sldMk cId="3625192548" sldId="429"/>
            <ac:spMk id="15" creationId="{F57E8ABF-613D-0160-32C5-E01553414075}"/>
          </ac:spMkLst>
        </pc:spChg>
        <pc:picChg chg="add mod">
          <ac:chgData name="SEBASTIAN MONTOYA VILLADA" userId="dffcc6c4-4ec2-40a3-ba2d-1adaa01cc26d" providerId="ADAL" clId="{90DBD907-C72E-48C0-A6C1-FAD54450EDE0}" dt="2025-02-09T16:43:00.507" v="467" actId="1076"/>
          <ac:picMkLst>
            <pc:docMk/>
            <pc:sldMk cId="3625192548" sldId="429"/>
            <ac:picMk id="14" creationId="{5DC4C30B-652F-8B06-4CC2-7F79B156D7B3}"/>
          </ac:picMkLst>
        </pc:picChg>
      </pc:sldChg>
      <pc:sldChg chg="add">
        <pc:chgData name="SEBASTIAN MONTOYA VILLADA" userId="dffcc6c4-4ec2-40a3-ba2d-1adaa01cc26d" providerId="ADAL" clId="{90DBD907-C72E-48C0-A6C1-FAD54450EDE0}" dt="2025-02-09T16:44:39.107" v="468" actId="2890"/>
        <pc:sldMkLst>
          <pc:docMk/>
          <pc:sldMk cId="2417110666" sldId="430"/>
        </pc:sldMkLst>
      </pc:sldChg>
      <pc:sldChg chg="addSp delSp modSp add mod">
        <pc:chgData name="SEBASTIAN MONTOYA VILLADA" userId="dffcc6c4-4ec2-40a3-ba2d-1adaa01cc26d" providerId="ADAL" clId="{90DBD907-C72E-48C0-A6C1-FAD54450EDE0}" dt="2025-02-09T16:46:39.667" v="502" actId="1076"/>
        <pc:sldMkLst>
          <pc:docMk/>
          <pc:sldMk cId="477694963" sldId="431"/>
        </pc:sldMkLst>
        <pc:spChg chg="del">
          <ac:chgData name="SEBASTIAN MONTOYA VILLADA" userId="dffcc6c4-4ec2-40a3-ba2d-1adaa01cc26d" providerId="ADAL" clId="{90DBD907-C72E-48C0-A6C1-FAD54450EDE0}" dt="2025-02-09T16:46:00.148" v="473" actId="478"/>
          <ac:spMkLst>
            <pc:docMk/>
            <pc:sldMk cId="477694963" sldId="431"/>
            <ac:spMk id="13" creationId="{71804608-B0BC-E46B-2073-E3FF6B355051}"/>
          </ac:spMkLst>
        </pc:spChg>
        <pc:spChg chg="add mod">
          <ac:chgData name="SEBASTIAN MONTOYA VILLADA" userId="dffcc6c4-4ec2-40a3-ba2d-1adaa01cc26d" providerId="ADAL" clId="{90DBD907-C72E-48C0-A6C1-FAD54450EDE0}" dt="2025-02-09T16:46:29.748" v="498" actId="20577"/>
          <ac:spMkLst>
            <pc:docMk/>
            <pc:sldMk cId="477694963" sldId="431"/>
            <ac:spMk id="17" creationId="{B4972CAA-C254-468F-F501-ACA296E8455B}"/>
          </ac:spMkLst>
        </pc:spChg>
        <pc:picChg chg="del">
          <ac:chgData name="SEBASTIAN MONTOYA VILLADA" userId="dffcc6c4-4ec2-40a3-ba2d-1adaa01cc26d" providerId="ADAL" clId="{90DBD907-C72E-48C0-A6C1-FAD54450EDE0}" dt="2025-02-09T16:45:40.211" v="470" actId="478"/>
          <ac:picMkLst>
            <pc:docMk/>
            <pc:sldMk cId="477694963" sldId="431"/>
            <ac:picMk id="14" creationId="{68F55279-6F40-69C0-F84E-F6CF1FA7B0A9}"/>
          </ac:picMkLst>
        </pc:picChg>
        <pc:picChg chg="add mod">
          <ac:chgData name="SEBASTIAN MONTOYA VILLADA" userId="dffcc6c4-4ec2-40a3-ba2d-1adaa01cc26d" providerId="ADAL" clId="{90DBD907-C72E-48C0-A6C1-FAD54450EDE0}" dt="2025-02-09T16:46:01.962" v="474" actId="1076"/>
          <ac:picMkLst>
            <pc:docMk/>
            <pc:sldMk cId="477694963" sldId="431"/>
            <ac:picMk id="15" creationId="{22CED553-30B3-F2A1-8508-6F55D08E31FB}"/>
          </ac:picMkLst>
        </pc:picChg>
        <pc:picChg chg="add mod">
          <ac:chgData name="SEBASTIAN MONTOYA VILLADA" userId="dffcc6c4-4ec2-40a3-ba2d-1adaa01cc26d" providerId="ADAL" clId="{90DBD907-C72E-48C0-A6C1-FAD54450EDE0}" dt="2025-02-09T16:46:39.667" v="502" actId="1076"/>
          <ac:picMkLst>
            <pc:docMk/>
            <pc:sldMk cId="477694963" sldId="431"/>
            <ac:picMk id="19" creationId="{5C872051-2863-CB6C-BCCC-14D515B7E6D7}"/>
          </ac:picMkLst>
        </pc:picChg>
      </pc:sldChg>
      <pc:sldChg chg="addSp delSp modSp add mod">
        <pc:chgData name="SEBASTIAN MONTOYA VILLADA" userId="dffcc6c4-4ec2-40a3-ba2d-1adaa01cc26d" providerId="ADAL" clId="{90DBD907-C72E-48C0-A6C1-FAD54450EDE0}" dt="2025-02-09T16:47:46.972" v="529" actId="20577"/>
        <pc:sldMkLst>
          <pc:docMk/>
          <pc:sldMk cId="4065517869" sldId="432"/>
        </pc:sldMkLst>
        <pc:spChg chg="add mod">
          <ac:chgData name="SEBASTIAN MONTOYA VILLADA" userId="dffcc6c4-4ec2-40a3-ba2d-1adaa01cc26d" providerId="ADAL" clId="{90DBD907-C72E-48C0-A6C1-FAD54450EDE0}" dt="2025-02-09T16:47:46.972" v="529" actId="20577"/>
          <ac:spMkLst>
            <pc:docMk/>
            <pc:sldMk cId="4065517869" sldId="432"/>
            <ac:spMk id="16" creationId="{CEBBBCB2-9E4A-B910-AEFB-5EE4BCA2D4A9}"/>
          </ac:spMkLst>
        </pc:spChg>
        <pc:spChg chg="del">
          <ac:chgData name="SEBASTIAN MONTOYA VILLADA" userId="dffcc6c4-4ec2-40a3-ba2d-1adaa01cc26d" providerId="ADAL" clId="{90DBD907-C72E-48C0-A6C1-FAD54450EDE0}" dt="2025-02-09T16:47:10.371" v="505" actId="478"/>
          <ac:spMkLst>
            <pc:docMk/>
            <pc:sldMk cId="4065517869" sldId="432"/>
            <ac:spMk id="17" creationId="{1B3C9056-2C35-A291-D158-974A2D635C27}"/>
          </ac:spMkLst>
        </pc:spChg>
        <pc:picChg chg="del">
          <ac:chgData name="SEBASTIAN MONTOYA VILLADA" userId="dffcc6c4-4ec2-40a3-ba2d-1adaa01cc26d" providerId="ADAL" clId="{90DBD907-C72E-48C0-A6C1-FAD54450EDE0}" dt="2025-02-09T16:47:08.109" v="504" actId="478"/>
          <ac:picMkLst>
            <pc:docMk/>
            <pc:sldMk cId="4065517869" sldId="432"/>
            <ac:picMk id="5" creationId="{C3DACE60-AAD3-4E55-CCAB-65C841978665}"/>
          </ac:picMkLst>
        </pc:picChg>
        <pc:picChg chg="del">
          <ac:chgData name="SEBASTIAN MONTOYA VILLADA" userId="dffcc6c4-4ec2-40a3-ba2d-1adaa01cc26d" providerId="ADAL" clId="{90DBD907-C72E-48C0-A6C1-FAD54450EDE0}" dt="2025-02-09T16:47:08.109" v="504" actId="478"/>
          <ac:picMkLst>
            <pc:docMk/>
            <pc:sldMk cId="4065517869" sldId="432"/>
            <ac:picMk id="9" creationId="{5D3744BC-5F1B-BF8E-1FA7-36C0D0421B08}"/>
          </ac:picMkLst>
        </pc:picChg>
        <pc:picChg chg="del">
          <ac:chgData name="SEBASTIAN MONTOYA VILLADA" userId="dffcc6c4-4ec2-40a3-ba2d-1adaa01cc26d" providerId="ADAL" clId="{90DBD907-C72E-48C0-A6C1-FAD54450EDE0}" dt="2025-02-09T16:47:08.109" v="504" actId="478"/>
          <ac:picMkLst>
            <pc:docMk/>
            <pc:sldMk cId="4065517869" sldId="432"/>
            <ac:picMk id="10" creationId="{DAD14C9E-699A-C77D-96DB-2882A1E0C085}"/>
          </ac:picMkLst>
        </pc:picChg>
        <pc:picChg chg="del">
          <ac:chgData name="SEBASTIAN MONTOYA VILLADA" userId="dffcc6c4-4ec2-40a3-ba2d-1adaa01cc26d" providerId="ADAL" clId="{90DBD907-C72E-48C0-A6C1-FAD54450EDE0}" dt="2025-02-09T16:47:08.109" v="504" actId="478"/>
          <ac:picMkLst>
            <pc:docMk/>
            <pc:sldMk cId="4065517869" sldId="432"/>
            <ac:picMk id="11" creationId="{F4D25FD4-B885-542E-493C-767200EA7FBD}"/>
          </ac:picMkLst>
        </pc:picChg>
        <pc:picChg chg="del">
          <ac:chgData name="SEBASTIAN MONTOYA VILLADA" userId="dffcc6c4-4ec2-40a3-ba2d-1adaa01cc26d" providerId="ADAL" clId="{90DBD907-C72E-48C0-A6C1-FAD54450EDE0}" dt="2025-02-09T16:47:08.109" v="504" actId="478"/>
          <ac:picMkLst>
            <pc:docMk/>
            <pc:sldMk cId="4065517869" sldId="432"/>
            <ac:picMk id="12" creationId="{DFE23ED6-B840-036F-ABF3-4370B85DF89B}"/>
          </ac:picMkLst>
        </pc:picChg>
        <pc:picChg chg="add mod">
          <ac:chgData name="SEBASTIAN MONTOYA VILLADA" userId="dffcc6c4-4ec2-40a3-ba2d-1adaa01cc26d" providerId="ADAL" clId="{90DBD907-C72E-48C0-A6C1-FAD54450EDE0}" dt="2025-02-09T16:47:15.699" v="509" actId="1076"/>
          <ac:picMkLst>
            <pc:docMk/>
            <pc:sldMk cId="4065517869" sldId="432"/>
            <ac:picMk id="13" creationId="{288E5DEA-6ADB-8F8C-CD33-25468D9BC77A}"/>
          </ac:picMkLst>
        </pc:picChg>
        <pc:picChg chg="del">
          <ac:chgData name="SEBASTIAN MONTOYA VILLADA" userId="dffcc6c4-4ec2-40a3-ba2d-1adaa01cc26d" providerId="ADAL" clId="{90DBD907-C72E-48C0-A6C1-FAD54450EDE0}" dt="2025-02-09T16:47:08.109" v="504" actId="478"/>
          <ac:picMkLst>
            <pc:docMk/>
            <pc:sldMk cId="4065517869" sldId="432"/>
            <ac:picMk id="15" creationId="{5FAB7423-EFE7-5D81-74BC-668C1A57B149}"/>
          </ac:picMkLst>
        </pc:picChg>
        <pc:picChg chg="del">
          <ac:chgData name="SEBASTIAN MONTOYA VILLADA" userId="dffcc6c4-4ec2-40a3-ba2d-1adaa01cc26d" providerId="ADAL" clId="{90DBD907-C72E-48C0-A6C1-FAD54450EDE0}" dt="2025-02-09T16:47:08.109" v="504" actId="478"/>
          <ac:picMkLst>
            <pc:docMk/>
            <pc:sldMk cId="4065517869" sldId="432"/>
            <ac:picMk id="19" creationId="{262C8342-DAAA-41C9-6AB5-60378D0EF4AF}"/>
          </ac:picMkLst>
        </pc:picChg>
      </pc:sldChg>
      <pc:sldChg chg="addSp delSp modSp add mod ord">
        <pc:chgData name="SEBASTIAN MONTOYA VILLADA" userId="dffcc6c4-4ec2-40a3-ba2d-1adaa01cc26d" providerId="ADAL" clId="{90DBD907-C72E-48C0-A6C1-FAD54450EDE0}" dt="2025-02-09T16:49:07.483" v="544" actId="1076"/>
        <pc:sldMkLst>
          <pc:docMk/>
          <pc:sldMk cId="2090354419" sldId="433"/>
        </pc:sldMkLst>
        <pc:spChg chg="mod">
          <ac:chgData name="SEBASTIAN MONTOYA VILLADA" userId="dffcc6c4-4ec2-40a3-ba2d-1adaa01cc26d" providerId="ADAL" clId="{90DBD907-C72E-48C0-A6C1-FAD54450EDE0}" dt="2025-02-09T16:48:59.498" v="541" actId="20577"/>
          <ac:spMkLst>
            <pc:docMk/>
            <pc:sldMk cId="2090354419" sldId="433"/>
            <ac:spMk id="17" creationId="{E1A9CABA-72BE-D3FB-EBA6-AF5202BED2B4}"/>
          </ac:spMkLst>
        </pc:spChg>
        <pc:picChg chg="add mod">
          <ac:chgData name="SEBASTIAN MONTOYA VILLADA" userId="dffcc6c4-4ec2-40a3-ba2d-1adaa01cc26d" providerId="ADAL" clId="{90DBD907-C72E-48C0-A6C1-FAD54450EDE0}" dt="2025-02-09T16:48:41.266" v="535" actId="1076"/>
          <ac:picMkLst>
            <pc:docMk/>
            <pc:sldMk cId="2090354419" sldId="433"/>
            <ac:picMk id="13" creationId="{94FE8201-1E80-08AE-9D0B-CD6757DC96ED}"/>
          </ac:picMkLst>
        </pc:picChg>
        <pc:picChg chg="del">
          <ac:chgData name="SEBASTIAN MONTOYA VILLADA" userId="dffcc6c4-4ec2-40a3-ba2d-1adaa01cc26d" providerId="ADAL" clId="{90DBD907-C72E-48C0-A6C1-FAD54450EDE0}" dt="2025-02-09T16:48:38.339" v="533" actId="478"/>
          <ac:picMkLst>
            <pc:docMk/>
            <pc:sldMk cId="2090354419" sldId="433"/>
            <ac:picMk id="15" creationId="{0C8974B0-4836-18B7-A773-A3ED75DE653B}"/>
          </ac:picMkLst>
        </pc:picChg>
        <pc:picChg chg="add mod">
          <ac:chgData name="SEBASTIAN MONTOYA VILLADA" userId="dffcc6c4-4ec2-40a3-ba2d-1adaa01cc26d" providerId="ADAL" clId="{90DBD907-C72E-48C0-A6C1-FAD54450EDE0}" dt="2025-02-09T16:49:07.483" v="544" actId="1076"/>
          <ac:picMkLst>
            <pc:docMk/>
            <pc:sldMk cId="2090354419" sldId="433"/>
            <ac:picMk id="16" creationId="{AE1C90A6-26D3-E119-4BBA-86CAAF407D16}"/>
          </ac:picMkLst>
        </pc:picChg>
        <pc:picChg chg="del">
          <ac:chgData name="SEBASTIAN MONTOYA VILLADA" userId="dffcc6c4-4ec2-40a3-ba2d-1adaa01cc26d" providerId="ADAL" clId="{90DBD907-C72E-48C0-A6C1-FAD54450EDE0}" dt="2025-02-09T16:49:01.386" v="542" actId="478"/>
          <ac:picMkLst>
            <pc:docMk/>
            <pc:sldMk cId="2090354419" sldId="433"/>
            <ac:picMk id="19" creationId="{9C06BA46-89EA-CB39-6423-3A423D61BDEB}"/>
          </ac:picMkLst>
        </pc:picChg>
      </pc:sldChg>
      <pc:sldChg chg="add">
        <pc:chgData name="SEBASTIAN MONTOYA VILLADA" userId="dffcc6c4-4ec2-40a3-ba2d-1adaa01cc26d" providerId="ADAL" clId="{90DBD907-C72E-48C0-A6C1-FAD54450EDE0}" dt="2025-02-09T16:49:12.279" v="545" actId="2890"/>
        <pc:sldMkLst>
          <pc:docMk/>
          <pc:sldMk cId="61169366" sldId="434"/>
        </pc:sldMkLst>
      </pc:sldChg>
      <pc:sldChg chg="addSp delSp modSp add mod">
        <pc:chgData name="SEBASTIAN MONTOYA VILLADA" userId="dffcc6c4-4ec2-40a3-ba2d-1adaa01cc26d" providerId="ADAL" clId="{90DBD907-C72E-48C0-A6C1-FAD54450EDE0}" dt="2025-02-09T16:49:31.155" v="550" actId="1076"/>
        <pc:sldMkLst>
          <pc:docMk/>
          <pc:sldMk cId="2704151960" sldId="435"/>
        </pc:sldMkLst>
        <pc:spChg chg="del">
          <ac:chgData name="SEBASTIAN MONTOYA VILLADA" userId="dffcc6c4-4ec2-40a3-ba2d-1adaa01cc26d" providerId="ADAL" clId="{90DBD907-C72E-48C0-A6C1-FAD54450EDE0}" dt="2025-02-09T16:49:29.203" v="548" actId="478"/>
          <ac:spMkLst>
            <pc:docMk/>
            <pc:sldMk cId="2704151960" sldId="435"/>
            <ac:spMk id="17" creationId="{7E57709A-9585-5D91-4817-09289F6C6B0D}"/>
          </ac:spMkLst>
        </pc:spChg>
        <pc:picChg chg="del">
          <ac:chgData name="SEBASTIAN MONTOYA VILLADA" userId="dffcc6c4-4ec2-40a3-ba2d-1adaa01cc26d" providerId="ADAL" clId="{90DBD907-C72E-48C0-A6C1-FAD54450EDE0}" dt="2025-02-09T16:49:26.147" v="547" actId="478"/>
          <ac:picMkLst>
            <pc:docMk/>
            <pc:sldMk cId="2704151960" sldId="435"/>
            <ac:picMk id="5" creationId="{A1B0FD8A-0ACA-B287-EF76-30C3CE6815BA}"/>
          </ac:picMkLst>
        </pc:picChg>
        <pc:picChg chg="del">
          <ac:chgData name="SEBASTIAN MONTOYA VILLADA" userId="dffcc6c4-4ec2-40a3-ba2d-1adaa01cc26d" providerId="ADAL" clId="{90DBD907-C72E-48C0-A6C1-FAD54450EDE0}" dt="2025-02-09T16:49:26.147" v="547" actId="478"/>
          <ac:picMkLst>
            <pc:docMk/>
            <pc:sldMk cId="2704151960" sldId="435"/>
            <ac:picMk id="6" creationId="{F5DA114D-84FE-9A76-6EC4-0BEF5DA28B84}"/>
          </ac:picMkLst>
        </pc:picChg>
        <pc:picChg chg="del">
          <ac:chgData name="SEBASTIAN MONTOYA VILLADA" userId="dffcc6c4-4ec2-40a3-ba2d-1adaa01cc26d" providerId="ADAL" clId="{90DBD907-C72E-48C0-A6C1-FAD54450EDE0}" dt="2025-02-09T16:49:26.147" v="547" actId="478"/>
          <ac:picMkLst>
            <pc:docMk/>
            <pc:sldMk cId="2704151960" sldId="435"/>
            <ac:picMk id="9" creationId="{B9165E9F-5326-7645-6BF1-2580485B7D55}"/>
          </ac:picMkLst>
        </pc:picChg>
        <pc:picChg chg="del">
          <ac:chgData name="SEBASTIAN MONTOYA VILLADA" userId="dffcc6c4-4ec2-40a3-ba2d-1adaa01cc26d" providerId="ADAL" clId="{90DBD907-C72E-48C0-A6C1-FAD54450EDE0}" dt="2025-02-09T16:49:26.147" v="547" actId="478"/>
          <ac:picMkLst>
            <pc:docMk/>
            <pc:sldMk cId="2704151960" sldId="435"/>
            <ac:picMk id="10" creationId="{067B36D0-A870-C9EA-7B61-D39E901FA572}"/>
          </ac:picMkLst>
        </pc:picChg>
        <pc:picChg chg="del">
          <ac:chgData name="SEBASTIAN MONTOYA VILLADA" userId="dffcc6c4-4ec2-40a3-ba2d-1adaa01cc26d" providerId="ADAL" clId="{90DBD907-C72E-48C0-A6C1-FAD54450EDE0}" dt="2025-02-09T16:49:26.147" v="547" actId="478"/>
          <ac:picMkLst>
            <pc:docMk/>
            <pc:sldMk cId="2704151960" sldId="435"/>
            <ac:picMk id="11" creationId="{9F2466B3-4CEA-E97A-F45A-1D6FB8EB64ED}"/>
          </ac:picMkLst>
        </pc:picChg>
        <pc:picChg chg="del">
          <ac:chgData name="SEBASTIAN MONTOYA VILLADA" userId="dffcc6c4-4ec2-40a3-ba2d-1adaa01cc26d" providerId="ADAL" clId="{90DBD907-C72E-48C0-A6C1-FAD54450EDE0}" dt="2025-02-09T16:49:26.147" v="547" actId="478"/>
          <ac:picMkLst>
            <pc:docMk/>
            <pc:sldMk cId="2704151960" sldId="435"/>
            <ac:picMk id="12" creationId="{AEBE14A2-BA5E-97A0-E84E-BA201EC77795}"/>
          </ac:picMkLst>
        </pc:picChg>
        <pc:picChg chg="del">
          <ac:chgData name="SEBASTIAN MONTOYA VILLADA" userId="dffcc6c4-4ec2-40a3-ba2d-1adaa01cc26d" providerId="ADAL" clId="{90DBD907-C72E-48C0-A6C1-FAD54450EDE0}" dt="2025-02-09T16:49:26.147" v="547" actId="478"/>
          <ac:picMkLst>
            <pc:docMk/>
            <pc:sldMk cId="2704151960" sldId="435"/>
            <ac:picMk id="13" creationId="{D5BF3184-F8ED-EF55-32B9-FCA9CAD28004}"/>
          </ac:picMkLst>
        </pc:picChg>
        <pc:picChg chg="add mod">
          <ac:chgData name="SEBASTIAN MONTOYA VILLADA" userId="dffcc6c4-4ec2-40a3-ba2d-1adaa01cc26d" providerId="ADAL" clId="{90DBD907-C72E-48C0-A6C1-FAD54450EDE0}" dt="2025-02-09T16:49:31.155" v="550" actId="1076"/>
          <ac:picMkLst>
            <pc:docMk/>
            <pc:sldMk cId="2704151960" sldId="435"/>
            <ac:picMk id="14" creationId="{4EFD5AF1-33E1-82AD-BF51-02A046B50993}"/>
          </ac:picMkLst>
        </pc:picChg>
        <pc:picChg chg="del">
          <ac:chgData name="SEBASTIAN MONTOYA VILLADA" userId="dffcc6c4-4ec2-40a3-ba2d-1adaa01cc26d" providerId="ADAL" clId="{90DBD907-C72E-48C0-A6C1-FAD54450EDE0}" dt="2025-02-09T16:49:26.147" v="547" actId="478"/>
          <ac:picMkLst>
            <pc:docMk/>
            <pc:sldMk cId="2704151960" sldId="435"/>
            <ac:picMk id="16" creationId="{A4462E84-9917-7D26-4C3D-26DE5904B322}"/>
          </ac:picMkLst>
        </pc:picChg>
      </pc:sldChg>
      <pc:sldChg chg="addSp delSp modSp add mod">
        <pc:chgData name="SEBASTIAN MONTOYA VILLADA" userId="dffcc6c4-4ec2-40a3-ba2d-1adaa01cc26d" providerId="ADAL" clId="{90DBD907-C72E-48C0-A6C1-FAD54450EDE0}" dt="2025-02-09T16:51:10.626" v="555" actId="1076"/>
        <pc:sldMkLst>
          <pc:docMk/>
          <pc:sldMk cId="2115969172" sldId="436"/>
        </pc:sldMkLst>
        <pc:picChg chg="add mod">
          <ac:chgData name="SEBASTIAN MONTOYA VILLADA" userId="dffcc6c4-4ec2-40a3-ba2d-1adaa01cc26d" providerId="ADAL" clId="{90DBD907-C72E-48C0-A6C1-FAD54450EDE0}" dt="2025-02-09T16:51:10.626" v="555" actId="1076"/>
          <ac:picMkLst>
            <pc:docMk/>
            <pc:sldMk cId="2115969172" sldId="436"/>
            <ac:picMk id="5" creationId="{84F3C012-83AC-EF42-4B38-7D66E4ED4FE3}"/>
          </ac:picMkLst>
        </pc:picChg>
        <pc:picChg chg="del">
          <ac:chgData name="SEBASTIAN MONTOYA VILLADA" userId="dffcc6c4-4ec2-40a3-ba2d-1adaa01cc26d" providerId="ADAL" clId="{90DBD907-C72E-48C0-A6C1-FAD54450EDE0}" dt="2025-02-09T16:51:06.418" v="552" actId="478"/>
          <ac:picMkLst>
            <pc:docMk/>
            <pc:sldMk cId="2115969172" sldId="436"/>
            <ac:picMk id="14" creationId="{88EFCD0A-4919-81A3-292C-47F23987B35B}"/>
          </ac:picMkLst>
        </pc:picChg>
      </pc:sldChg>
      <pc:sldChg chg="addSp delSp modSp add mod">
        <pc:chgData name="SEBASTIAN MONTOYA VILLADA" userId="dffcc6c4-4ec2-40a3-ba2d-1adaa01cc26d" providerId="ADAL" clId="{90DBD907-C72E-48C0-A6C1-FAD54450EDE0}" dt="2025-02-09T16:51:26.490" v="560" actId="1076"/>
        <pc:sldMkLst>
          <pc:docMk/>
          <pc:sldMk cId="3171399854" sldId="437"/>
        </pc:sldMkLst>
        <pc:picChg chg="del mod">
          <ac:chgData name="SEBASTIAN MONTOYA VILLADA" userId="dffcc6c4-4ec2-40a3-ba2d-1adaa01cc26d" providerId="ADAL" clId="{90DBD907-C72E-48C0-A6C1-FAD54450EDE0}" dt="2025-02-09T16:51:24.699" v="558" actId="478"/>
          <ac:picMkLst>
            <pc:docMk/>
            <pc:sldMk cId="3171399854" sldId="437"/>
            <ac:picMk id="5" creationId="{3C64B527-5675-438F-E847-76B08F94B82C}"/>
          </ac:picMkLst>
        </pc:picChg>
        <pc:picChg chg="add mod">
          <ac:chgData name="SEBASTIAN MONTOYA VILLADA" userId="dffcc6c4-4ec2-40a3-ba2d-1adaa01cc26d" providerId="ADAL" clId="{90DBD907-C72E-48C0-A6C1-FAD54450EDE0}" dt="2025-02-09T16:51:26.490" v="560" actId="1076"/>
          <ac:picMkLst>
            <pc:docMk/>
            <pc:sldMk cId="3171399854" sldId="437"/>
            <ac:picMk id="6" creationId="{F8FAD561-8757-519D-1E5A-0934CE97AC10}"/>
          </ac:picMkLst>
        </pc:picChg>
      </pc:sldChg>
      <pc:sldChg chg="addSp delSp modSp add mod">
        <pc:chgData name="SEBASTIAN MONTOYA VILLADA" userId="dffcc6c4-4ec2-40a3-ba2d-1adaa01cc26d" providerId="ADAL" clId="{90DBD907-C72E-48C0-A6C1-FAD54450EDE0}" dt="2025-02-09T16:55:17.266" v="564" actId="1076"/>
        <pc:sldMkLst>
          <pc:docMk/>
          <pc:sldMk cId="320813354" sldId="438"/>
        </pc:sldMkLst>
        <pc:picChg chg="add mod">
          <ac:chgData name="SEBASTIAN MONTOYA VILLADA" userId="dffcc6c4-4ec2-40a3-ba2d-1adaa01cc26d" providerId="ADAL" clId="{90DBD907-C72E-48C0-A6C1-FAD54450EDE0}" dt="2025-02-09T16:55:17.266" v="564" actId="1076"/>
          <ac:picMkLst>
            <pc:docMk/>
            <pc:sldMk cId="320813354" sldId="438"/>
            <ac:picMk id="5" creationId="{7A381C31-7A13-7791-2F2B-1B9025062394}"/>
          </ac:picMkLst>
        </pc:picChg>
        <pc:picChg chg="del">
          <ac:chgData name="SEBASTIAN MONTOYA VILLADA" userId="dffcc6c4-4ec2-40a3-ba2d-1adaa01cc26d" providerId="ADAL" clId="{90DBD907-C72E-48C0-A6C1-FAD54450EDE0}" dt="2025-02-09T16:55:15.578" v="562" actId="478"/>
          <ac:picMkLst>
            <pc:docMk/>
            <pc:sldMk cId="320813354" sldId="438"/>
            <ac:picMk id="6" creationId="{2A544C90-D88A-0A66-E53A-EE5D39667E79}"/>
          </ac:picMkLst>
        </pc:picChg>
      </pc:sldChg>
      <pc:sldChg chg="addSp delSp modSp add mod">
        <pc:chgData name="SEBASTIAN MONTOYA VILLADA" userId="dffcc6c4-4ec2-40a3-ba2d-1adaa01cc26d" providerId="ADAL" clId="{90DBD907-C72E-48C0-A6C1-FAD54450EDE0}" dt="2025-02-09T16:55:57.266" v="572" actId="14100"/>
        <pc:sldMkLst>
          <pc:docMk/>
          <pc:sldMk cId="3832741735" sldId="439"/>
        </pc:sldMkLst>
        <pc:picChg chg="del">
          <ac:chgData name="SEBASTIAN MONTOYA VILLADA" userId="dffcc6c4-4ec2-40a3-ba2d-1adaa01cc26d" providerId="ADAL" clId="{90DBD907-C72E-48C0-A6C1-FAD54450EDE0}" dt="2025-02-09T16:55:29.818" v="566" actId="478"/>
          <ac:picMkLst>
            <pc:docMk/>
            <pc:sldMk cId="3832741735" sldId="439"/>
            <ac:picMk id="5" creationId="{827A6B72-E90C-47F3-9078-4F1F00EC491D}"/>
          </ac:picMkLst>
        </pc:picChg>
        <pc:picChg chg="add mod">
          <ac:chgData name="SEBASTIAN MONTOYA VILLADA" userId="dffcc6c4-4ec2-40a3-ba2d-1adaa01cc26d" providerId="ADAL" clId="{90DBD907-C72E-48C0-A6C1-FAD54450EDE0}" dt="2025-02-09T16:55:34.042" v="569" actId="1076"/>
          <ac:picMkLst>
            <pc:docMk/>
            <pc:sldMk cId="3832741735" sldId="439"/>
            <ac:picMk id="6" creationId="{F798E86E-6D5D-294B-D4B2-779B94718545}"/>
          </ac:picMkLst>
        </pc:picChg>
        <pc:picChg chg="add mod">
          <ac:chgData name="SEBASTIAN MONTOYA VILLADA" userId="dffcc6c4-4ec2-40a3-ba2d-1adaa01cc26d" providerId="ADAL" clId="{90DBD907-C72E-48C0-A6C1-FAD54450EDE0}" dt="2025-02-09T16:55:57.266" v="572" actId="14100"/>
          <ac:picMkLst>
            <pc:docMk/>
            <pc:sldMk cId="3832741735" sldId="439"/>
            <ac:picMk id="10" creationId="{65F8E588-1064-FB93-2EF0-B9448B62E908}"/>
          </ac:picMkLst>
        </pc:picChg>
      </pc:sldChg>
    </pc:docChg>
  </pc:docChgLst>
  <pc:docChgLst>
    <pc:chgData name="SEBASTIAN MONTOYA VILLADA" userId="S::sebastianmontoya8118@correo.itm.edu.co::dffcc6c4-4ec2-40a3-ba2d-1adaa01cc26d" providerId="AD" clId="Web-{3A91F5CD-A652-B115-8286-A37AD3E13BE7}"/>
    <pc:docChg chg="delSld">
      <pc:chgData name="SEBASTIAN MONTOYA VILLADA" userId="S::sebastianmontoya8118@correo.itm.edu.co::dffcc6c4-4ec2-40a3-ba2d-1adaa01cc26d" providerId="AD" clId="Web-{3A91F5CD-A652-B115-8286-A37AD3E13BE7}" dt="2025-02-13T02:27:59.702" v="2"/>
      <pc:docMkLst>
        <pc:docMk/>
      </pc:docMkLst>
      <pc:sldChg chg="del">
        <pc:chgData name="SEBASTIAN MONTOYA VILLADA" userId="S::sebastianmontoya8118@correo.itm.edu.co::dffcc6c4-4ec2-40a3-ba2d-1adaa01cc26d" providerId="AD" clId="Web-{3A91F5CD-A652-B115-8286-A37AD3E13BE7}" dt="2025-02-13T02:27:59.702" v="2"/>
        <pc:sldMkLst>
          <pc:docMk/>
          <pc:sldMk cId="1777104875" sldId="360"/>
        </pc:sldMkLst>
      </pc:sldChg>
      <pc:sldChg chg="del">
        <pc:chgData name="SEBASTIAN MONTOYA VILLADA" userId="S::sebastianmontoya8118@correo.itm.edu.co::dffcc6c4-4ec2-40a3-ba2d-1adaa01cc26d" providerId="AD" clId="Web-{3A91F5CD-A652-B115-8286-A37AD3E13BE7}" dt="2025-02-13T02:12:23.913" v="0"/>
        <pc:sldMkLst>
          <pc:docMk/>
          <pc:sldMk cId="1374290648" sldId="416"/>
        </pc:sldMkLst>
      </pc:sldChg>
      <pc:sldChg chg="del">
        <pc:chgData name="SEBASTIAN MONTOYA VILLADA" userId="S::sebastianmontoya8118@correo.itm.edu.co::dffcc6c4-4ec2-40a3-ba2d-1adaa01cc26d" providerId="AD" clId="Web-{3A91F5CD-A652-B115-8286-A37AD3E13BE7}" dt="2025-02-13T02:12:31.725" v="1"/>
        <pc:sldMkLst>
          <pc:docMk/>
          <pc:sldMk cId="3806718512" sldId="420"/>
        </pc:sldMkLst>
      </pc:sldChg>
    </pc:docChg>
  </pc:docChgLst>
  <pc:docChgLst>
    <pc:chgData name="SEBASTIAN MONTOYA VILLADA" userId="dffcc6c4-4ec2-40a3-ba2d-1adaa01cc26d" providerId="ADAL" clId="{6D46D469-BC1F-453F-BD20-62AEDB8E0FB8}"/>
    <pc:docChg chg="modSld sldOrd">
      <pc:chgData name="SEBASTIAN MONTOYA VILLADA" userId="dffcc6c4-4ec2-40a3-ba2d-1adaa01cc26d" providerId="ADAL" clId="{6D46D469-BC1F-453F-BD20-62AEDB8E0FB8}" dt="2025-02-14T14:42:41.080" v="76"/>
      <pc:docMkLst>
        <pc:docMk/>
      </pc:docMkLst>
      <pc:sldChg chg="modAnim">
        <pc:chgData name="SEBASTIAN MONTOYA VILLADA" userId="dffcc6c4-4ec2-40a3-ba2d-1adaa01cc26d" providerId="ADAL" clId="{6D46D469-BC1F-453F-BD20-62AEDB8E0FB8}" dt="2025-02-14T14:38:38.110" v="11"/>
        <pc:sldMkLst>
          <pc:docMk/>
          <pc:sldMk cId="629573994" sldId="411"/>
        </pc:sldMkLst>
      </pc:sldChg>
      <pc:sldChg chg="modAnim">
        <pc:chgData name="SEBASTIAN MONTOYA VILLADA" userId="dffcc6c4-4ec2-40a3-ba2d-1adaa01cc26d" providerId="ADAL" clId="{6D46D469-BC1F-453F-BD20-62AEDB8E0FB8}" dt="2025-02-14T14:38:49.786" v="12"/>
        <pc:sldMkLst>
          <pc:docMk/>
          <pc:sldMk cId="1335480280" sldId="412"/>
        </pc:sldMkLst>
      </pc:sldChg>
      <pc:sldChg chg="modAnim">
        <pc:chgData name="SEBASTIAN MONTOYA VILLADA" userId="dffcc6c4-4ec2-40a3-ba2d-1adaa01cc26d" providerId="ADAL" clId="{6D46D469-BC1F-453F-BD20-62AEDB8E0FB8}" dt="2025-02-14T14:39:12.712" v="16"/>
        <pc:sldMkLst>
          <pc:docMk/>
          <pc:sldMk cId="2976623729" sldId="413"/>
        </pc:sldMkLst>
      </pc:sldChg>
      <pc:sldChg chg="modAnim">
        <pc:chgData name="SEBASTIAN MONTOYA VILLADA" userId="dffcc6c4-4ec2-40a3-ba2d-1adaa01cc26d" providerId="ADAL" clId="{6D46D469-BC1F-453F-BD20-62AEDB8E0FB8}" dt="2025-02-14T14:39:18.305" v="17"/>
        <pc:sldMkLst>
          <pc:docMk/>
          <pc:sldMk cId="2405667897" sldId="414"/>
        </pc:sldMkLst>
      </pc:sldChg>
      <pc:sldChg chg="modSp mod modAnim">
        <pc:chgData name="SEBASTIAN MONTOYA VILLADA" userId="dffcc6c4-4ec2-40a3-ba2d-1adaa01cc26d" providerId="ADAL" clId="{6D46D469-BC1F-453F-BD20-62AEDB8E0FB8}" dt="2025-02-14T14:39:25.713" v="20"/>
        <pc:sldMkLst>
          <pc:docMk/>
          <pc:sldMk cId="1582078650" sldId="415"/>
        </pc:sldMkLst>
        <pc:picChg chg="mod">
          <ac:chgData name="SEBASTIAN MONTOYA VILLADA" userId="dffcc6c4-4ec2-40a3-ba2d-1adaa01cc26d" providerId="ADAL" clId="{6D46D469-BC1F-453F-BD20-62AEDB8E0FB8}" dt="2025-02-14T14:39:22.223" v="18" actId="1076"/>
          <ac:picMkLst>
            <pc:docMk/>
            <pc:sldMk cId="1582078650" sldId="415"/>
            <ac:picMk id="16" creationId="{0C57ED18-3CAF-41AC-1D30-C138013B14C1}"/>
          </ac:picMkLst>
        </pc:picChg>
      </pc:sldChg>
      <pc:sldChg chg="modAnim">
        <pc:chgData name="SEBASTIAN MONTOYA VILLADA" userId="dffcc6c4-4ec2-40a3-ba2d-1adaa01cc26d" providerId="ADAL" clId="{6D46D469-BC1F-453F-BD20-62AEDB8E0FB8}" dt="2025-02-14T14:40:03.077" v="25"/>
        <pc:sldMkLst>
          <pc:docMk/>
          <pc:sldMk cId="2190988151" sldId="417"/>
        </pc:sldMkLst>
      </pc:sldChg>
      <pc:sldChg chg="modAnim">
        <pc:chgData name="SEBASTIAN MONTOYA VILLADA" userId="dffcc6c4-4ec2-40a3-ba2d-1adaa01cc26d" providerId="ADAL" clId="{6D46D469-BC1F-453F-BD20-62AEDB8E0FB8}" dt="2025-02-14T14:40:24.484" v="31"/>
        <pc:sldMkLst>
          <pc:docMk/>
          <pc:sldMk cId="3522418967" sldId="418"/>
        </pc:sldMkLst>
      </pc:sldChg>
      <pc:sldChg chg="modAnim">
        <pc:chgData name="SEBASTIAN MONTOYA VILLADA" userId="dffcc6c4-4ec2-40a3-ba2d-1adaa01cc26d" providerId="ADAL" clId="{6D46D469-BC1F-453F-BD20-62AEDB8E0FB8}" dt="2025-02-14T14:40:38.370" v="35"/>
        <pc:sldMkLst>
          <pc:docMk/>
          <pc:sldMk cId="484119467" sldId="419"/>
        </pc:sldMkLst>
      </pc:sldChg>
      <pc:sldChg chg="modAnim">
        <pc:chgData name="SEBASTIAN MONTOYA VILLADA" userId="dffcc6c4-4ec2-40a3-ba2d-1adaa01cc26d" providerId="ADAL" clId="{6D46D469-BC1F-453F-BD20-62AEDB8E0FB8}" dt="2025-02-14T14:40:40.992" v="36"/>
        <pc:sldMkLst>
          <pc:docMk/>
          <pc:sldMk cId="1862329469" sldId="421"/>
        </pc:sldMkLst>
      </pc:sldChg>
      <pc:sldChg chg="modSp modAnim">
        <pc:chgData name="SEBASTIAN MONTOYA VILLADA" userId="dffcc6c4-4ec2-40a3-ba2d-1adaa01cc26d" providerId="ADAL" clId="{6D46D469-BC1F-453F-BD20-62AEDB8E0FB8}" dt="2025-02-14T14:40:56.504" v="44"/>
        <pc:sldMkLst>
          <pc:docMk/>
          <pc:sldMk cId="646599838" sldId="422"/>
        </pc:sldMkLst>
        <pc:spChg chg="mod">
          <ac:chgData name="SEBASTIAN MONTOYA VILLADA" userId="dffcc6c4-4ec2-40a3-ba2d-1adaa01cc26d" providerId="ADAL" clId="{6D46D469-BC1F-453F-BD20-62AEDB8E0FB8}" dt="2025-02-14T14:40:48.109" v="40" actId="20577"/>
          <ac:spMkLst>
            <pc:docMk/>
            <pc:sldMk cId="646599838" sldId="422"/>
            <ac:spMk id="20" creationId="{6A1C2797-E487-AD18-3E48-989C999365CC}"/>
          </ac:spMkLst>
        </pc:spChg>
      </pc:sldChg>
      <pc:sldChg chg="modAnim">
        <pc:chgData name="SEBASTIAN MONTOYA VILLADA" userId="dffcc6c4-4ec2-40a3-ba2d-1adaa01cc26d" providerId="ADAL" clId="{6D46D469-BC1F-453F-BD20-62AEDB8E0FB8}" dt="2025-02-14T14:41:26.256" v="46"/>
        <pc:sldMkLst>
          <pc:docMk/>
          <pc:sldMk cId="3683945177" sldId="424"/>
        </pc:sldMkLst>
      </pc:sldChg>
      <pc:sldChg chg="modAnim">
        <pc:chgData name="SEBASTIAN MONTOYA VILLADA" userId="dffcc6c4-4ec2-40a3-ba2d-1adaa01cc26d" providerId="ADAL" clId="{6D46D469-BC1F-453F-BD20-62AEDB8E0FB8}" dt="2025-02-14T14:41:40.786" v="52"/>
        <pc:sldMkLst>
          <pc:docMk/>
          <pc:sldMk cId="1110925768" sldId="425"/>
        </pc:sldMkLst>
      </pc:sldChg>
      <pc:sldChg chg="modAnim">
        <pc:chgData name="SEBASTIAN MONTOYA VILLADA" userId="dffcc6c4-4ec2-40a3-ba2d-1adaa01cc26d" providerId="ADAL" clId="{6D46D469-BC1F-453F-BD20-62AEDB8E0FB8}" dt="2025-02-14T14:41:57.487" v="59"/>
        <pc:sldMkLst>
          <pc:docMk/>
          <pc:sldMk cId="2710265283" sldId="426"/>
        </pc:sldMkLst>
      </pc:sldChg>
      <pc:sldChg chg="modAnim">
        <pc:chgData name="SEBASTIAN MONTOYA VILLADA" userId="dffcc6c4-4ec2-40a3-ba2d-1adaa01cc26d" providerId="ADAL" clId="{6D46D469-BC1F-453F-BD20-62AEDB8E0FB8}" dt="2025-02-14T14:42:02.753" v="61"/>
        <pc:sldMkLst>
          <pc:docMk/>
          <pc:sldMk cId="2088287798" sldId="427"/>
        </pc:sldMkLst>
      </pc:sldChg>
      <pc:sldChg chg="modAnim">
        <pc:chgData name="SEBASTIAN MONTOYA VILLADA" userId="dffcc6c4-4ec2-40a3-ba2d-1adaa01cc26d" providerId="ADAL" clId="{6D46D469-BC1F-453F-BD20-62AEDB8E0FB8}" dt="2025-02-14T14:42:08.370" v="63"/>
        <pc:sldMkLst>
          <pc:docMk/>
          <pc:sldMk cId="72377787" sldId="428"/>
        </pc:sldMkLst>
      </pc:sldChg>
      <pc:sldChg chg="modAnim">
        <pc:chgData name="SEBASTIAN MONTOYA VILLADA" userId="dffcc6c4-4ec2-40a3-ba2d-1adaa01cc26d" providerId="ADAL" clId="{6D46D469-BC1F-453F-BD20-62AEDB8E0FB8}" dt="2025-02-14T14:42:25.416" v="69"/>
        <pc:sldMkLst>
          <pc:docMk/>
          <pc:sldMk cId="3625192548" sldId="429"/>
        </pc:sldMkLst>
      </pc:sldChg>
      <pc:sldChg chg="modAnim">
        <pc:chgData name="SEBASTIAN MONTOYA VILLADA" userId="dffcc6c4-4ec2-40a3-ba2d-1adaa01cc26d" providerId="ADAL" clId="{6D46D469-BC1F-453F-BD20-62AEDB8E0FB8}" dt="2025-02-14T14:42:36.696" v="74"/>
        <pc:sldMkLst>
          <pc:docMk/>
          <pc:sldMk cId="477694963" sldId="431"/>
        </pc:sldMkLst>
      </pc:sldChg>
      <pc:sldChg chg="modAnim">
        <pc:chgData name="SEBASTIAN MONTOYA VILLADA" userId="dffcc6c4-4ec2-40a3-ba2d-1adaa01cc26d" providerId="ADAL" clId="{6D46D469-BC1F-453F-BD20-62AEDB8E0FB8}" dt="2025-02-14T14:42:38.752" v="75"/>
        <pc:sldMkLst>
          <pc:docMk/>
          <pc:sldMk cId="2115969172" sldId="436"/>
        </pc:sldMkLst>
      </pc:sldChg>
      <pc:sldChg chg="modAnim">
        <pc:chgData name="SEBASTIAN MONTOYA VILLADA" userId="dffcc6c4-4ec2-40a3-ba2d-1adaa01cc26d" providerId="ADAL" clId="{6D46D469-BC1F-453F-BD20-62AEDB8E0FB8}" dt="2025-02-14T14:42:41.080" v="76"/>
        <pc:sldMkLst>
          <pc:docMk/>
          <pc:sldMk cId="3171399854" sldId="437"/>
        </pc:sldMkLst>
      </pc:sldChg>
      <pc:sldChg chg="modAnim">
        <pc:chgData name="SEBASTIAN MONTOYA VILLADA" userId="dffcc6c4-4ec2-40a3-ba2d-1adaa01cc26d" providerId="ADAL" clId="{6D46D469-BC1F-453F-BD20-62AEDB8E0FB8}" dt="2025-02-14T14:37:24.764" v="3"/>
        <pc:sldMkLst>
          <pc:docMk/>
          <pc:sldMk cId="1707326759" sldId="440"/>
        </pc:sldMkLst>
      </pc:sldChg>
      <pc:sldChg chg="ord modAnim">
        <pc:chgData name="SEBASTIAN MONTOYA VILLADA" userId="dffcc6c4-4ec2-40a3-ba2d-1adaa01cc26d" providerId="ADAL" clId="{6D46D469-BC1F-453F-BD20-62AEDB8E0FB8}" dt="2025-02-14T14:37:49.291" v="9"/>
        <pc:sldMkLst>
          <pc:docMk/>
          <pc:sldMk cId="1823246146" sldId="441"/>
        </pc:sldMkLst>
      </pc:sldChg>
      <pc:sldChg chg="modAnim">
        <pc:chgData name="SEBASTIAN MONTOYA VILLADA" userId="dffcc6c4-4ec2-40a3-ba2d-1adaa01cc26d" providerId="ADAL" clId="{6D46D469-BC1F-453F-BD20-62AEDB8E0FB8}" dt="2025-02-14T14:38:04.090" v="10"/>
        <pc:sldMkLst>
          <pc:docMk/>
          <pc:sldMk cId="2365500581" sldId="443"/>
        </pc:sldMkLst>
      </pc:sldChg>
      <pc:sldChg chg="modAnim">
        <pc:chgData name="SEBASTIAN MONTOYA VILLADA" userId="dffcc6c4-4ec2-40a3-ba2d-1adaa01cc26d" providerId="ADAL" clId="{6D46D469-BC1F-453F-BD20-62AEDB8E0FB8}" dt="2025-02-14T14:40:30.944" v="32"/>
        <pc:sldMkLst>
          <pc:docMk/>
          <pc:sldMk cId="97264434" sldId="444"/>
        </pc:sldMkLst>
      </pc:sldChg>
      <pc:sldChg chg="modAnim">
        <pc:chgData name="SEBASTIAN MONTOYA VILLADA" userId="dffcc6c4-4ec2-40a3-ba2d-1adaa01cc26d" providerId="ADAL" clId="{6D46D469-BC1F-453F-BD20-62AEDB8E0FB8}" dt="2025-02-14T14:41:44.320" v="53"/>
        <pc:sldMkLst>
          <pc:docMk/>
          <pc:sldMk cId="2939714144" sldId="445"/>
        </pc:sldMkLst>
      </pc:sldChg>
      <pc:sldChg chg="modAnim">
        <pc:chgData name="SEBASTIAN MONTOYA VILLADA" userId="dffcc6c4-4ec2-40a3-ba2d-1adaa01cc26d" providerId="ADAL" clId="{6D46D469-BC1F-453F-BD20-62AEDB8E0FB8}" dt="2025-02-14T14:41:49.440" v="55"/>
        <pc:sldMkLst>
          <pc:docMk/>
          <pc:sldMk cId="3113406980" sldId="446"/>
        </pc:sldMkLst>
      </pc:sldChg>
      <pc:sldChg chg="modAnim">
        <pc:chgData name="SEBASTIAN MONTOYA VILLADA" userId="dffcc6c4-4ec2-40a3-ba2d-1adaa01cc26d" providerId="ADAL" clId="{6D46D469-BC1F-453F-BD20-62AEDB8E0FB8}" dt="2025-02-14T14:42:20.671" v="67"/>
        <pc:sldMkLst>
          <pc:docMk/>
          <pc:sldMk cId="3163327589" sldId="447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E9A39C6-7AC7-DE48-A7E7-5D665BC0120C}" type="datetimeFigureOut">
              <a:rPr lang="es-CO" smtClean="0"/>
              <a:t>13/02/2026</a:t>
            </a:fld>
            <a:endParaRPr lang="es-CO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O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D6A6DC4-62F6-D744-9B5A-2471E53D227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8047317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6A6DC4-62F6-D744-9B5A-2471E53D2276}" type="slidenum">
              <a:rPr lang="es-CO" smtClean="0"/>
              <a:t>2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9580339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" name="Google Shape;110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" name="Google Shape;133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" name="Google Shape;9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3" name="Google Shape;153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1" name="Google Shape;181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2" name="Google Shape;222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0" name="Google Shape;240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5" name="Google Shape;14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6" name="Google Shape;166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5" name="Google Shape;185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2" name="Google Shape;202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>
          <a:extLst>
            <a:ext uri="{FF2B5EF4-FFF2-40B4-BE49-F238E27FC236}">
              <a16:creationId xmlns:a16="http://schemas.microsoft.com/office/drawing/2014/main" id="{89D31EA0-E725-AAB4-216D-496AC6A182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8:notes">
            <a:extLst>
              <a:ext uri="{FF2B5EF4-FFF2-40B4-BE49-F238E27FC236}">
                <a16:creationId xmlns:a16="http://schemas.microsoft.com/office/drawing/2014/main" id="{E957258F-0EF9-9825-D242-AC46F99AA4F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2" name="Google Shape;202;p8:notes">
            <a:extLst>
              <a:ext uri="{FF2B5EF4-FFF2-40B4-BE49-F238E27FC236}">
                <a16:creationId xmlns:a16="http://schemas.microsoft.com/office/drawing/2014/main" id="{1BD832BC-499D-C4DF-8A85-1C53D112695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57273121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" name="Google Shape;11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" name="Google Shape;13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4" name="Google Shape;15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1" name="Google Shape;171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2" name="Google Shape;19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7" name="Google Shape;217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6" name="Google Shape;236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5" name="Google Shape;265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" name="Google Shape;120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6" name="Google Shape;136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" name="Google Shape;15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9D9963-D81B-C570-0E4D-06513D167C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06B6027D-52B1-51EE-70B8-634DE9EE5D0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B1FBD836-D823-DC3B-B285-C2D56F84678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B4925920-0ADB-A6E2-CC9E-C851574ABA3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6A6DC4-62F6-D744-9B5A-2471E53D2276}" type="slidenum">
              <a:rPr lang="es-CO" smtClean="0"/>
              <a:t>27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05151027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5" name="Google Shape;14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" name="Google Shape;117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2" name="Google Shape;182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2" name="Google Shape;20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 hasCustomPrompt="1"/>
          </p:nvPr>
        </p:nvSpPr>
        <p:spPr>
          <a:xfrm>
            <a:off x="1524000" y="1122363"/>
            <a:ext cx="9144000" cy="2387600"/>
          </a:xfrm>
        </p:spPr>
        <p:txBody>
          <a:bodyPr anchor="b">
            <a:normAutofit/>
          </a:bodyPr>
          <a:lstStyle>
            <a:lvl1pPr algn="ctr">
              <a:defRPr sz="54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s-ES"/>
              <a:t>Título</a:t>
            </a:r>
            <a:endParaRPr lang="es-CO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9EB6C-330A-4556-AC8C-E5A501B46336}" type="datetimeFigureOut">
              <a:rPr lang="es-CO" smtClean="0"/>
              <a:t>13/02/2026</a:t>
            </a:fld>
            <a:endParaRPr lang="es-C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55957-1418-453C-A644-6E131A65201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6327584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9EB6C-330A-4556-AC8C-E5A501B46336}" type="datetimeFigureOut">
              <a:rPr lang="es-CO" smtClean="0"/>
              <a:t>13/02/2026</a:t>
            </a:fld>
            <a:endParaRPr lang="es-C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55957-1418-453C-A644-6E131A65201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7778142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9EB6C-330A-4556-AC8C-E5A501B46336}" type="datetimeFigureOut">
              <a:rPr lang="es-CO" smtClean="0"/>
              <a:t>13/02/2026</a:t>
            </a:fld>
            <a:endParaRPr lang="es-C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55957-1418-453C-A644-6E131A65201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4382828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9EB6C-330A-4556-AC8C-E5A501B46336}" type="datetimeFigureOut">
              <a:rPr lang="es-CO" smtClean="0"/>
              <a:t>13/02/2026</a:t>
            </a:fld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55957-1418-453C-A644-6E131A65201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4687701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9EB6C-330A-4556-AC8C-E5A501B46336}" type="datetimeFigureOut">
              <a:rPr lang="es-CO" smtClean="0"/>
              <a:t>13/02/2026</a:t>
            </a:fld>
            <a:endParaRPr lang="es-CO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55957-1418-453C-A644-6E131A65201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9049030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9EB6C-330A-4556-AC8C-E5A501B46336}" type="datetimeFigureOut">
              <a:rPr lang="es-CO" smtClean="0"/>
              <a:t>13/02/2026</a:t>
            </a:fld>
            <a:endParaRPr lang="es-CO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55957-1418-453C-A644-6E131A65201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6900727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9EB6C-330A-4556-AC8C-E5A501B46336}" type="datetimeFigureOut">
              <a:rPr lang="es-CO" smtClean="0"/>
              <a:t>13/02/2026</a:t>
            </a:fld>
            <a:endParaRPr lang="es-CO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55957-1418-453C-A644-6E131A65201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979118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9EB6C-330A-4556-AC8C-E5A501B46336}" type="datetimeFigureOut">
              <a:rPr lang="es-CO" smtClean="0"/>
              <a:t>13/02/2026</a:t>
            </a:fld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55957-1418-453C-A644-6E131A65201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9207697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9EB6C-330A-4556-AC8C-E5A501B46336}" type="datetimeFigureOut">
              <a:rPr lang="es-CO" smtClean="0"/>
              <a:t>13/02/2026</a:t>
            </a:fld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55957-1418-453C-A644-6E131A65201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8469613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9EB6C-330A-4556-AC8C-E5A501B46336}" type="datetimeFigureOut">
              <a:rPr lang="es-CO" smtClean="0"/>
              <a:t>13/02/2026</a:t>
            </a:fld>
            <a:endParaRPr lang="es-C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55957-1418-453C-A644-6E131A65201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6080255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9EB6C-330A-4556-AC8C-E5A501B46336}" type="datetimeFigureOut">
              <a:rPr lang="es-CO" smtClean="0"/>
              <a:t>13/02/2026</a:t>
            </a:fld>
            <a:endParaRPr lang="es-C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55957-1418-453C-A644-6E131A65201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64524238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0C7DC55F-43BB-FB49-985D-1CA2736A20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9EB6C-330A-4556-AC8C-E5A501B46336}" type="datetimeFigureOut">
              <a:rPr lang="es-CO" smtClean="0"/>
              <a:t>13/02/2026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323304A2-70B6-DF4D-80BD-AD524CAF4C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F85EBE7F-1BF7-4741-937F-BD93F139FF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55957-1418-453C-A644-6E131A65201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9316731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 hasCustomPrompt="1"/>
          </p:nvPr>
        </p:nvSpPr>
        <p:spPr>
          <a:xfrm>
            <a:off x="1524000" y="1122363"/>
            <a:ext cx="9144000" cy="2387600"/>
          </a:xfrm>
        </p:spPr>
        <p:txBody>
          <a:bodyPr anchor="b">
            <a:normAutofit/>
          </a:bodyPr>
          <a:lstStyle>
            <a:lvl1pPr algn="ctr">
              <a:defRPr sz="54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s-ES"/>
              <a:t>Título</a:t>
            </a:r>
            <a:endParaRPr lang="es-CO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9EB6C-330A-4556-AC8C-E5A501B46336}" type="datetimeFigureOut">
              <a:rPr lang="es-CO" smtClean="0"/>
              <a:t>13/02/2026</a:t>
            </a:fld>
            <a:endParaRPr lang="es-C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55957-1418-453C-A644-6E131A65201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41143934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9EB6C-330A-4556-AC8C-E5A501B46336}" type="datetimeFigureOut">
              <a:rPr lang="es-CO" smtClean="0"/>
              <a:t>13/02/2026</a:t>
            </a:fld>
            <a:endParaRPr lang="es-C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55957-1418-453C-A644-6E131A65201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40952739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9EB6C-330A-4556-AC8C-E5A501B46336}" type="datetimeFigureOut">
              <a:rPr lang="es-CO" smtClean="0"/>
              <a:t>13/02/2026</a:t>
            </a:fld>
            <a:endParaRPr lang="es-C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55957-1418-453C-A644-6E131A65201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85930160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9EB6C-330A-4556-AC8C-E5A501B46336}" type="datetimeFigureOut">
              <a:rPr lang="es-CO" smtClean="0"/>
              <a:t>13/02/2026</a:t>
            </a:fld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55957-1418-453C-A644-6E131A65201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10626478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9EB6C-330A-4556-AC8C-E5A501B46336}" type="datetimeFigureOut">
              <a:rPr lang="es-CO" smtClean="0"/>
              <a:t>13/02/2026</a:t>
            </a:fld>
            <a:endParaRPr lang="es-CO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55957-1418-453C-A644-6E131A65201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39428935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9EB6C-330A-4556-AC8C-E5A501B46336}" type="datetimeFigureOut">
              <a:rPr lang="es-CO" smtClean="0"/>
              <a:t>13/02/2026</a:t>
            </a:fld>
            <a:endParaRPr lang="es-CO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55957-1418-453C-A644-6E131A65201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42455096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9EB6C-330A-4556-AC8C-E5A501B46336}" type="datetimeFigureOut">
              <a:rPr lang="es-CO" smtClean="0"/>
              <a:t>13/02/2026</a:t>
            </a:fld>
            <a:endParaRPr lang="es-CO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55957-1418-453C-A644-6E131A65201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07831001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9EB6C-330A-4556-AC8C-E5A501B46336}" type="datetimeFigureOut">
              <a:rPr lang="es-CO" smtClean="0"/>
              <a:t>13/02/2026</a:t>
            </a:fld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55957-1418-453C-A644-6E131A65201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15336320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9EB6C-330A-4556-AC8C-E5A501B46336}" type="datetimeFigureOut">
              <a:rPr lang="es-CO" smtClean="0"/>
              <a:t>13/02/2026</a:t>
            </a:fld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55957-1418-453C-A644-6E131A65201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58539810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9EB6C-330A-4556-AC8C-E5A501B46336}" type="datetimeFigureOut">
              <a:rPr lang="es-CO" smtClean="0"/>
              <a:t>13/02/2026</a:t>
            </a:fld>
            <a:endParaRPr lang="es-C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55957-1418-453C-A644-6E131A65201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56832096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9EB6C-330A-4556-AC8C-E5A501B46336}" type="datetimeFigureOut">
              <a:rPr lang="es-CO" smtClean="0"/>
              <a:t>13/02/2026</a:t>
            </a:fld>
            <a:endParaRPr lang="es-C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55957-1418-453C-A644-6E131A65201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84645532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0C7DC55F-43BB-FB49-985D-1CA2736A20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9EB6C-330A-4556-AC8C-E5A501B46336}" type="datetimeFigureOut">
              <a:rPr lang="es-CO" smtClean="0"/>
              <a:t>13/02/2026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323304A2-70B6-DF4D-80BD-AD524CAF4C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F85EBE7F-1BF7-4741-937F-BD93F139FF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55957-1418-453C-A644-6E131A65201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6817747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5" Type="http://schemas.openxmlformats.org/officeDocument/2006/relationships/image" Target="../media/image3.jpeg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99EB6C-330A-4556-AC8C-E5A501B46336}" type="datetimeFigureOut">
              <a:rPr lang="es-CO" smtClean="0"/>
              <a:t>13/02/2026</a:t>
            </a:fld>
            <a:endParaRPr lang="es-C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455957-1418-453C-A644-6E131A65201F}" type="slidenum">
              <a:rPr lang="es-CO" smtClean="0"/>
              <a:t>‹Nº›</a:t>
            </a:fld>
            <a:endParaRPr lang="es-CO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FEBCE69C-0E9C-5945-8C5B-51CD63616BCB}"/>
              </a:ext>
            </a:extLst>
          </p:cNvPr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33155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697" r:id="rId11"/>
    <p:sldLayoutId id="2147483698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99EB6C-330A-4556-AC8C-E5A501B46336}" type="datetimeFigureOut">
              <a:rPr lang="es-CO" smtClean="0"/>
              <a:t>13/02/2026</a:t>
            </a:fld>
            <a:endParaRPr lang="es-C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455957-1418-453C-A644-6E131A65201F}" type="slidenum">
              <a:rPr lang="es-CO" smtClean="0"/>
              <a:t>‹Nº›</a:t>
            </a:fld>
            <a:endParaRPr lang="es-CO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13619E48-770E-3797-B2B5-4B5A3A2FE52A}"/>
              </a:ext>
            </a:extLst>
          </p:cNvPr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34749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12" Type="http://schemas.openxmlformats.org/officeDocument/2006/relationships/image" Target="../media/image15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11" Type="http://schemas.openxmlformats.org/officeDocument/2006/relationships/image" Target="../media/image14.png"/><Relationship Id="rId5" Type="http://schemas.openxmlformats.org/officeDocument/2006/relationships/image" Target="../media/image8.png"/><Relationship Id="rId10" Type="http://schemas.openxmlformats.org/officeDocument/2006/relationships/image" Target="../media/image13.png"/><Relationship Id="rId4" Type="http://schemas.openxmlformats.org/officeDocument/2006/relationships/image" Target="../media/image7.png"/><Relationship Id="rId9" Type="http://schemas.openxmlformats.org/officeDocument/2006/relationships/image" Target="../media/image12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3" Type="http://schemas.openxmlformats.org/officeDocument/2006/relationships/image" Target="../media/image29.png"/><Relationship Id="rId7" Type="http://schemas.openxmlformats.org/officeDocument/2006/relationships/image" Target="../media/image3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10" Type="http://schemas.openxmlformats.org/officeDocument/2006/relationships/image" Target="../media/image36.png"/><Relationship Id="rId4" Type="http://schemas.openxmlformats.org/officeDocument/2006/relationships/image" Target="../media/image30.png"/><Relationship Id="rId9" Type="http://schemas.openxmlformats.org/officeDocument/2006/relationships/image" Target="../media/image3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9.png"/><Relationship Id="rId5" Type="http://schemas.openxmlformats.org/officeDocument/2006/relationships/image" Target="../media/image33.png"/><Relationship Id="rId4" Type="http://schemas.openxmlformats.org/officeDocument/2006/relationships/image" Target="../media/image3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3.png"/><Relationship Id="rId5" Type="http://schemas.openxmlformats.org/officeDocument/2006/relationships/image" Target="../media/image39.png"/><Relationship Id="rId4" Type="http://schemas.openxmlformats.org/officeDocument/2006/relationships/image" Target="../media/image40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3" Type="http://schemas.openxmlformats.org/officeDocument/2006/relationships/image" Target="../media/image41.png"/><Relationship Id="rId7" Type="http://schemas.openxmlformats.org/officeDocument/2006/relationships/image" Target="../media/image3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4.png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png"/><Relationship Id="rId3" Type="http://schemas.openxmlformats.org/officeDocument/2006/relationships/image" Target="../media/image45.png"/><Relationship Id="rId7" Type="http://schemas.openxmlformats.org/officeDocument/2006/relationships/image" Target="../media/image4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8.png"/><Relationship Id="rId5" Type="http://schemas.openxmlformats.org/officeDocument/2006/relationships/image" Target="../media/image47.png"/><Relationship Id="rId4" Type="http://schemas.openxmlformats.org/officeDocument/2006/relationships/image" Target="../media/image4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7" Type="http://schemas.openxmlformats.org/officeDocument/2006/relationships/image" Target="../media/image5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4.png"/><Relationship Id="rId5" Type="http://schemas.openxmlformats.org/officeDocument/2006/relationships/image" Target="../media/image53.png"/><Relationship Id="rId4" Type="http://schemas.openxmlformats.org/officeDocument/2006/relationships/image" Target="../media/image5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9.png"/><Relationship Id="rId5" Type="http://schemas.openxmlformats.org/officeDocument/2006/relationships/image" Target="../media/image58.png"/><Relationship Id="rId4" Type="http://schemas.openxmlformats.org/officeDocument/2006/relationships/image" Target="../media/image5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2.png"/><Relationship Id="rId4" Type="http://schemas.openxmlformats.org/officeDocument/2006/relationships/image" Target="../media/image61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7.png"/><Relationship Id="rId4" Type="http://schemas.openxmlformats.org/officeDocument/2006/relationships/image" Target="../media/image6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0.png"/><Relationship Id="rId4" Type="http://schemas.openxmlformats.org/officeDocument/2006/relationships/image" Target="../media/image69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4.png"/><Relationship Id="rId4" Type="http://schemas.openxmlformats.org/officeDocument/2006/relationships/image" Target="../media/image7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7.png"/><Relationship Id="rId4" Type="http://schemas.openxmlformats.org/officeDocument/2006/relationships/image" Target="../media/image76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0.png"/><Relationship Id="rId4" Type="http://schemas.openxmlformats.org/officeDocument/2006/relationships/image" Target="../media/image79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2.png"/><Relationship Id="rId4" Type="http://schemas.openxmlformats.org/officeDocument/2006/relationships/image" Target="../media/image81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6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5.png"/><Relationship Id="rId5" Type="http://schemas.openxmlformats.org/officeDocument/2006/relationships/image" Target="../media/image84.png"/><Relationship Id="rId4" Type="http://schemas.openxmlformats.org/officeDocument/2006/relationships/image" Target="../media/image83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7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9.png"/><Relationship Id="rId4" Type="http://schemas.openxmlformats.org/officeDocument/2006/relationships/image" Target="../media/image88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3.png"/><Relationship Id="rId5" Type="http://schemas.openxmlformats.org/officeDocument/2006/relationships/image" Target="../media/image92.png"/><Relationship Id="rId4" Type="http://schemas.openxmlformats.org/officeDocument/2006/relationships/image" Target="../media/image91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4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12" Type="http://schemas.openxmlformats.org/officeDocument/2006/relationships/image" Target="../media/image15.jpe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11" Type="http://schemas.openxmlformats.org/officeDocument/2006/relationships/image" Target="../media/image14.png"/><Relationship Id="rId5" Type="http://schemas.openxmlformats.org/officeDocument/2006/relationships/image" Target="../media/image8.png"/><Relationship Id="rId10" Type="http://schemas.openxmlformats.org/officeDocument/2006/relationships/image" Target="../media/image13.png"/><Relationship Id="rId4" Type="http://schemas.openxmlformats.org/officeDocument/2006/relationships/image" Target="../media/image7.png"/><Relationship Id="rId9" Type="http://schemas.openxmlformats.org/officeDocument/2006/relationships/image" Target="../media/image12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5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6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7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9.png"/><Relationship Id="rId4" Type="http://schemas.openxmlformats.org/officeDocument/2006/relationships/image" Target="../media/image98.png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5.png"/><Relationship Id="rId3" Type="http://schemas.openxmlformats.org/officeDocument/2006/relationships/image" Target="../media/image100.png"/><Relationship Id="rId7" Type="http://schemas.openxmlformats.org/officeDocument/2006/relationships/image" Target="../media/image104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3.png"/><Relationship Id="rId5" Type="http://schemas.openxmlformats.org/officeDocument/2006/relationships/image" Target="../media/image102.png"/><Relationship Id="rId4" Type="http://schemas.openxmlformats.org/officeDocument/2006/relationships/image" Target="../media/image101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6.png"/><Relationship Id="rId7" Type="http://schemas.openxmlformats.org/officeDocument/2006/relationships/image" Target="../media/image110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9.png"/><Relationship Id="rId5" Type="http://schemas.openxmlformats.org/officeDocument/2006/relationships/image" Target="../media/image108.png"/><Relationship Id="rId4" Type="http://schemas.openxmlformats.org/officeDocument/2006/relationships/image" Target="../media/image107.png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6.png"/><Relationship Id="rId3" Type="http://schemas.openxmlformats.org/officeDocument/2006/relationships/image" Target="../media/image111.png"/><Relationship Id="rId7" Type="http://schemas.openxmlformats.org/officeDocument/2006/relationships/image" Target="../media/image115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4.png"/><Relationship Id="rId5" Type="http://schemas.openxmlformats.org/officeDocument/2006/relationships/image" Target="../media/image113.png"/><Relationship Id="rId4" Type="http://schemas.openxmlformats.org/officeDocument/2006/relationships/image" Target="../media/image1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2125503" y="1829841"/>
            <a:ext cx="7941000" cy="155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>
                <a:solidFill>
                  <a:srgbClr val="1E293B"/>
                </a:solidFill>
                <a:latin typeface="Montserrat"/>
                <a:ea typeface="Montserrat"/>
                <a:cs typeface="Montserrat"/>
                <a:sym typeface="Montserrat"/>
              </a:rPr>
              <a:t>Matemáticas para la informática</a:t>
            </a:r>
            <a:endParaRPr/>
          </a:p>
        </p:txBody>
      </p:sp>
      <p:sp>
        <p:nvSpPr>
          <p:cNvPr id="86" name="Google Shape;86;p13"/>
          <p:cNvSpPr/>
          <p:nvPr/>
        </p:nvSpPr>
        <p:spPr>
          <a:xfrm>
            <a:off x="5619750" y="3647033"/>
            <a:ext cx="952500" cy="381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3"/>
          <p:cNvSpPr txBox="1"/>
          <p:nvPr/>
        </p:nvSpPr>
        <p:spPr>
          <a:xfrm>
            <a:off x="2050494" y="3970883"/>
            <a:ext cx="8091011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64748B"/>
                </a:solidFill>
                <a:latin typeface="Montserrat"/>
                <a:ea typeface="Montserrat"/>
                <a:cs typeface="Montserrat"/>
                <a:sym typeface="Montserrat"/>
              </a:rPr>
              <a:t>Sesión 4: Formas Normales y Consecuencia Lógica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4542662" y="5157079"/>
            <a:ext cx="3106674" cy="4062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>
                <a:solidFill>
                  <a:srgbClr val="334155"/>
                </a:solidFill>
                <a:latin typeface="Roboto Medium"/>
                <a:ea typeface="Roboto Medium"/>
                <a:cs typeface="Roboto Medium"/>
                <a:sym typeface="Roboto Medium"/>
              </a:rPr>
              <a:t>Sebastian Montoya Villada</a:t>
            </a:r>
            <a:endParaRPr dirty="0"/>
          </a:p>
        </p:txBody>
      </p:sp>
      <p:sp>
        <p:nvSpPr>
          <p:cNvPr id="89" name="Google Shape;89;p13"/>
          <p:cNvSpPr txBox="1"/>
          <p:nvPr/>
        </p:nvSpPr>
        <p:spPr>
          <a:xfrm>
            <a:off x="5033962" y="5563344"/>
            <a:ext cx="2124075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94A3B8"/>
                </a:solidFill>
                <a:latin typeface="Roboto"/>
                <a:ea typeface="Roboto"/>
                <a:cs typeface="Roboto"/>
                <a:sym typeface="Roboto"/>
              </a:rPr>
              <a:t>Institución Universitaria ITM</a:t>
            </a:r>
            <a:endParaRPr/>
          </a:p>
        </p:txBody>
      </p:sp>
      <p:pic>
        <p:nvPicPr>
          <p:cNvPr id="90" name="Google Shape;90;p1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62625" y="877341"/>
            <a:ext cx="666750" cy="762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758608BC-D135-3952-FCDA-0F44F5D7DE7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31192" y="1412436"/>
            <a:ext cx="2405320" cy="2605007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B849383E-087E-ED41-E8E5-BAAEC0E5600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43804" y="3841660"/>
            <a:ext cx="2190048" cy="2371863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225B93AD-1553-D8CC-93F3-3012640D06C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01973" y="3742035"/>
            <a:ext cx="2405320" cy="2605007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EFBD22CF-BEED-2DD1-40DF-2CE2CD707AF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76941" y="1334130"/>
            <a:ext cx="2405320" cy="2605007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3FF2DA3B-0116-537A-2249-51A2D9605E6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08962" y="1657339"/>
            <a:ext cx="2405320" cy="2605007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900031E8-6C9E-0273-ABB5-AD5BBA600329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939" y="3608516"/>
            <a:ext cx="2363633" cy="2559859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7CBA9D42-52B7-AF3E-04AF-D9CF588E6F36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2497" y="3841660"/>
            <a:ext cx="2405320" cy="2605007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7A96831C-51AE-AD44-FD59-1067438E3294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11211" y="1657338"/>
            <a:ext cx="2405320" cy="2605007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E0D8FD56-1589-DA92-C5A8-DCBF3696EB32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0911" y="1553908"/>
            <a:ext cx="2405320" cy="2605007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2B91C210-D903-6B8A-7CD4-9F77B88C1B6E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12560"/>
            <a:ext cx="12192000" cy="6832879"/>
          </a:xfrm>
          <a:prstGeom prst="rect">
            <a:avLst/>
          </a:prstGeom>
        </p:spPr>
      </p:pic>
      <p:sp>
        <p:nvSpPr>
          <p:cNvPr id="2" name="CuadroTexto 1">
            <a:extLst>
              <a:ext uri="{FF2B5EF4-FFF2-40B4-BE49-F238E27FC236}">
                <a16:creationId xmlns:a16="http://schemas.microsoft.com/office/drawing/2014/main" id="{4923E7FD-A9EC-9B82-F517-6A05492B2425}"/>
              </a:ext>
            </a:extLst>
          </p:cNvPr>
          <p:cNvSpPr txBox="1"/>
          <p:nvPr/>
        </p:nvSpPr>
        <p:spPr>
          <a:xfrm>
            <a:off x="798682" y="1388845"/>
            <a:ext cx="155363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Contenido</a:t>
            </a:r>
            <a:endParaRPr lang="es-CO" sz="2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1941461A-9F52-B608-49EA-55D4E89FB01E}"/>
              </a:ext>
            </a:extLst>
          </p:cNvPr>
          <p:cNvSpPr txBox="1"/>
          <p:nvPr/>
        </p:nvSpPr>
        <p:spPr>
          <a:xfrm>
            <a:off x="784046" y="2015573"/>
            <a:ext cx="11461089" cy="25772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s-ES" sz="2200">
                <a:latin typeface="Times New Roman" panose="02020603050405020304" pitchFamily="18" charset="0"/>
                <a:cs typeface="Times New Roman" panose="02020603050405020304" pitchFamily="18" charset="0"/>
              </a:rPr>
              <a:t>Introducción a las Formas Normales</a:t>
            </a:r>
          </a:p>
          <a:p>
            <a:pPr>
              <a:lnSpc>
                <a:spcPct val="150000"/>
              </a:lnSpc>
            </a:pPr>
            <a:r>
              <a:rPr lang="es-ES" sz="2200">
                <a:latin typeface="Times New Roman" panose="02020603050405020304" pitchFamily="18" charset="0"/>
                <a:cs typeface="Times New Roman" panose="02020603050405020304" pitchFamily="18" charset="0"/>
              </a:rPr>
              <a:t>Forma Normal Conjuntiva (FNC)</a:t>
            </a:r>
          </a:p>
          <a:p>
            <a:pPr>
              <a:lnSpc>
                <a:spcPct val="150000"/>
              </a:lnSpc>
            </a:pPr>
            <a:r>
              <a:rPr lang="es-ES" sz="2200">
                <a:latin typeface="Times New Roman" panose="02020603050405020304" pitchFamily="18" charset="0"/>
                <a:cs typeface="Times New Roman" panose="02020603050405020304" pitchFamily="18" charset="0"/>
              </a:rPr>
              <a:t>Forma Normal Disyuntiva (FND)</a:t>
            </a:r>
          </a:p>
          <a:p>
            <a:pPr>
              <a:lnSpc>
                <a:spcPct val="150000"/>
              </a:lnSpc>
            </a:pPr>
            <a:r>
              <a:rPr lang="es-ES" sz="2200">
                <a:latin typeface="Times New Roman" panose="02020603050405020304" pitchFamily="18" charset="0"/>
                <a:cs typeface="Times New Roman" panose="02020603050405020304" pitchFamily="18" charset="0"/>
              </a:rPr>
              <a:t>Transformación a Formas Normales</a:t>
            </a:r>
          </a:p>
          <a:p>
            <a:pPr>
              <a:lnSpc>
                <a:spcPct val="150000"/>
              </a:lnSpc>
            </a:pPr>
            <a:r>
              <a:rPr lang="es-ES" sz="2200">
                <a:latin typeface="Times New Roman" panose="02020603050405020304" pitchFamily="18" charset="0"/>
                <a:cs typeface="Times New Roman" panose="02020603050405020304" pitchFamily="18" charset="0"/>
              </a:rPr>
              <a:t>Consecuencias Lógicas</a:t>
            </a:r>
            <a:endParaRPr lang="es-CO" sz="2200"/>
          </a:p>
        </p:txBody>
      </p:sp>
    </p:spTree>
    <p:extLst>
      <p:ext uri="{BB962C8B-B14F-4D97-AF65-F5344CB8AC3E}">
        <p14:creationId xmlns:p14="http://schemas.microsoft.com/office/powerpoint/2010/main" val="41347577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3" name="Google Shape;113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71525" y="3855840"/>
            <a:ext cx="5038725" cy="82480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Google Shape;114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71525" y="4823521"/>
            <a:ext cx="5038725" cy="82480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3688260"/>
            <a:ext cx="5038725" cy="82480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381750" y="4655940"/>
            <a:ext cx="5038725" cy="824805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5"/>
          <p:cNvSpPr txBox="1"/>
          <p:nvPr/>
        </p:nvSpPr>
        <p:spPr>
          <a:xfrm>
            <a:off x="771525" y="1209674"/>
            <a:ext cx="11181397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Leyes de </a:t>
            </a:r>
            <a:r>
              <a:rPr lang="en-US" sz="3600" b="1" i="0" u="none" strike="noStrike" cap="none" dirty="0" err="1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Dominación</a:t>
            </a:r>
            <a:r>
              <a:rPr lang="en-US" sz="3600" b="1" i="0" u="none" strike="noStrike" cap="none" dirty="0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 e Identidad</a:t>
            </a:r>
            <a:endParaRPr dirty="0"/>
          </a:p>
        </p:txBody>
      </p:sp>
      <p:sp>
        <p:nvSpPr>
          <p:cNvPr id="118" name="Google Shape;118;p15"/>
          <p:cNvSpPr/>
          <p:nvPr/>
        </p:nvSpPr>
        <p:spPr>
          <a:xfrm>
            <a:off x="771525" y="1924050"/>
            <a:ext cx="10648950" cy="1905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15"/>
          <p:cNvSpPr txBox="1"/>
          <p:nvPr/>
        </p:nvSpPr>
        <p:spPr>
          <a:xfrm>
            <a:off x="771525" y="2509244"/>
            <a:ext cx="5290661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0284C7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Leyes de Dominación</a:t>
            </a:r>
            <a:endParaRPr/>
          </a:p>
        </p:txBody>
      </p:sp>
      <p:sp>
        <p:nvSpPr>
          <p:cNvPr id="120" name="Google Shape;120;p15"/>
          <p:cNvSpPr txBox="1"/>
          <p:nvPr/>
        </p:nvSpPr>
        <p:spPr>
          <a:xfrm>
            <a:off x="771525" y="3042644"/>
            <a:ext cx="5038725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El valor "fuerte" determina el resultado sin importar la variable.</a:t>
            </a:r>
            <a:endParaRPr/>
          </a:p>
        </p:txBody>
      </p:sp>
      <p:sp>
        <p:nvSpPr>
          <p:cNvPr id="121" name="Google Shape;121;p15"/>
          <p:cNvSpPr txBox="1"/>
          <p:nvPr/>
        </p:nvSpPr>
        <p:spPr>
          <a:xfrm>
            <a:off x="6381750" y="2676824"/>
            <a:ext cx="5290661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0284C7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Leyes de Identidad</a:t>
            </a:r>
            <a:endParaRPr/>
          </a:p>
        </p:txBody>
      </p:sp>
      <p:sp>
        <p:nvSpPr>
          <p:cNvPr id="122" name="Google Shape;122;p15"/>
          <p:cNvSpPr txBox="1"/>
          <p:nvPr/>
        </p:nvSpPr>
        <p:spPr>
          <a:xfrm>
            <a:off x="6381750" y="3210224"/>
            <a:ext cx="5038725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El valor "neutro" deja la variable intacta.</a:t>
            </a:r>
            <a:endParaRPr/>
          </a:p>
        </p:txBody>
      </p:sp>
      <p:pic>
        <p:nvPicPr>
          <p:cNvPr id="123" name="Google Shape;123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71550" y="4055865"/>
            <a:ext cx="4638675" cy="133350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5"/>
          <p:cNvSpPr txBox="1"/>
          <p:nvPr/>
        </p:nvSpPr>
        <p:spPr>
          <a:xfrm>
            <a:off x="971550" y="4236840"/>
            <a:ext cx="4638675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64748B"/>
                </a:solidFill>
                <a:latin typeface="Roboto"/>
                <a:ea typeface="Roboto"/>
                <a:cs typeface="Roboto"/>
                <a:sym typeface="Roboto"/>
              </a:rPr>
              <a:t>(Verdadero domina en OR)</a:t>
            </a:r>
            <a:endParaRPr/>
          </a:p>
        </p:txBody>
      </p:sp>
      <p:pic>
        <p:nvPicPr>
          <p:cNvPr id="125" name="Google Shape;125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71550" y="5023546"/>
            <a:ext cx="4638675" cy="133350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5"/>
          <p:cNvSpPr txBox="1"/>
          <p:nvPr/>
        </p:nvSpPr>
        <p:spPr>
          <a:xfrm>
            <a:off x="971550" y="5204521"/>
            <a:ext cx="4638675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64748B"/>
                </a:solidFill>
                <a:latin typeface="Roboto"/>
                <a:ea typeface="Roboto"/>
                <a:cs typeface="Roboto"/>
                <a:sym typeface="Roboto"/>
              </a:rPr>
              <a:t>(Falso domina en AND)</a:t>
            </a:r>
            <a:endParaRPr/>
          </a:p>
        </p:txBody>
      </p:sp>
      <p:pic>
        <p:nvPicPr>
          <p:cNvPr id="127" name="Google Shape;127;p1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581775" y="3888285"/>
            <a:ext cx="4638675" cy="133350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15"/>
          <p:cNvSpPr txBox="1"/>
          <p:nvPr/>
        </p:nvSpPr>
        <p:spPr>
          <a:xfrm>
            <a:off x="6581775" y="4069260"/>
            <a:ext cx="4638675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64748B"/>
                </a:solidFill>
                <a:latin typeface="Roboto"/>
                <a:ea typeface="Roboto"/>
                <a:cs typeface="Roboto"/>
                <a:sym typeface="Roboto"/>
              </a:rPr>
              <a:t>(El 0 es neutro en OR)</a:t>
            </a:r>
            <a:endParaRPr/>
          </a:p>
        </p:txBody>
      </p:sp>
      <p:pic>
        <p:nvPicPr>
          <p:cNvPr id="129" name="Google Shape;129;p15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581775" y="4855965"/>
            <a:ext cx="4638675" cy="133350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15"/>
          <p:cNvSpPr txBox="1"/>
          <p:nvPr/>
        </p:nvSpPr>
        <p:spPr>
          <a:xfrm>
            <a:off x="6581775" y="5036940"/>
            <a:ext cx="4638675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64748B"/>
                </a:solidFill>
                <a:latin typeface="Roboto"/>
                <a:ea typeface="Roboto"/>
                <a:cs typeface="Roboto"/>
                <a:sym typeface="Roboto"/>
              </a:rPr>
              <a:t>(El 1 es neutro en AND)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" name="Google Shape;136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71525" y="2910780"/>
            <a:ext cx="5133975" cy="2962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" name="Google Shape;137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286500" y="2910780"/>
            <a:ext cx="5133975" cy="2962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" name="Google Shape;138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04900" y="3806130"/>
            <a:ext cx="4514850" cy="533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" name="Google Shape;139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619875" y="3806130"/>
            <a:ext cx="4514850" cy="533400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16"/>
          <p:cNvSpPr txBox="1"/>
          <p:nvPr/>
        </p:nvSpPr>
        <p:spPr>
          <a:xfrm>
            <a:off x="771525" y="975418"/>
            <a:ext cx="11181397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Leyes de Complemento</a:t>
            </a:r>
            <a:endParaRPr/>
          </a:p>
        </p:txBody>
      </p:sp>
      <p:sp>
        <p:nvSpPr>
          <p:cNvPr id="141" name="Google Shape;141;p16"/>
          <p:cNvSpPr/>
          <p:nvPr/>
        </p:nvSpPr>
        <p:spPr>
          <a:xfrm>
            <a:off x="771525" y="1718368"/>
            <a:ext cx="10648950" cy="1905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16"/>
          <p:cNvSpPr txBox="1"/>
          <p:nvPr/>
        </p:nvSpPr>
        <p:spPr>
          <a:xfrm>
            <a:off x="771525" y="2146994"/>
            <a:ext cx="1064895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Definen la relación entre una proposición y su negación.</a:t>
            </a:r>
            <a:endParaRPr/>
          </a:p>
        </p:txBody>
      </p:sp>
      <p:sp>
        <p:nvSpPr>
          <p:cNvPr id="143" name="Google Shape;143;p16"/>
          <p:cNvSpPr txBox="1"/>
          <p:nvPr/>
        </p:nvSpPr>
        <p:spPr>
          <a:xfrm>
            <a:off x="1104900" y="4530030"/>
            <a:ext cx="451485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Una proposición es verdadera o falsa, no hay punto medio. Siempre cubre todo el universo de posibilidades.</a:t>
            </a:r>
            <a:endParaRPr/>
          </a:p>
        </p:txBody>
      </p:sp>
      <p:sp>
        <p:nvSpPr>
          <p:cNvPr id="144" name="Google Shape;144;p16"/>
          <p:cNvSpPr txBox="1"/>
          <p:nvPr/>
        </p:nvSpPr>
        <p:spPr>
          <a:xfrm>
            <a:off x="6619875" y="4530030"/>
            <a:ext cx="45148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Una proposición no puede ser verdadera y falsa al mismo tiempo. Es una imposibilidad lógica.</a:t>
            </a:r>
            <a:endParaRPr/>
          </a:p>
        </p:txBody>
      </p:sp>
      <p:sp>
        <p:nvSpPr>
          <p:cNvPr id="145" name="Google Shape;145;p16"/>
          <p:cNvSpPr txBox="1"/>
          <p:nvPr/>
        </p:nvSpPr>
        <p:spPr>
          <a:xfrm>
            <a:off x="1104900" y="3196530"/>
            <a:ext cx="2380297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0284C7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Tercero Excluido</a:t>
            </a:r>
            <a:endParaRPr/>
          </a:p>
        </p:txBody>
      </p:sp>
      <p:pic>
        <p:nvPicPr>
          <p:cNvPr id="146" name="Google Shape;146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391150" y="3315592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" name="Google Shape;147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304925" y="4006155"/>
            <a:ext cx="4114800" cy="133350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6"/>
          <p:cNvSpPr txBox="1"/>
          <p:nvPr/>
        </p:nvSpPr>
        <p:spPr>
          <a:xfrm>
            <a:off x="6619875" y="3196530"/>
            <a:ext cx="2490311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0284C7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No Contradicción</a:t>
            </a:r>
            <a:endParaRPr/>
          </a:p>
        </p:txBody>
      </p:sp>
      <p:pic>
        <p:nvPicPr>
          <p:cNvPr id="149" name="Google Shape;149;p16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0906125" y="3315592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" name="Google Shape;150;p16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819900" y="4006155"/>
            <a:ext cx="4114800" cy="133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" name="Google Shape;96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71525" y="2936676"/>
            <a:ext cx="5038725" cy="2959893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4"/>
          <p:cNvSpPr txBox="1"/>
          <p:nvPr/>
        </p:nvSpPr>
        <p:spPr>
          <a:xfrm>
            <a:off x="771525" y="950714"/>
            <a:ext cx="11181397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 err="1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Contexto</a:t>
            </a:r>
            <a:r>
              <a:rPr lang="en-US" sz="3600" b="1" i="0" u="none" strike="noStrike" cap="none" dirty="0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: </a:t>
            </a:r>
            <a:r>
              <a:rPr lang="en-US" sz="3600" b="1" i="0" u="none" strike="noStrike" cap="none" dirty="0" err="1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Equivalencias</a:t>
            </a:r>
            <a:r>
              <a:rPr lang="en-US" sz="3600" b="1" i="0" u="none" strike="noStrike" cap="none" dirty="0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3600" b="1" i="0" u="none" strike="noStrike" cap="none" dirty="0" err="1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Lógicas</a:t>
            </a:r>
            <a:endParaRPr dirty="0"/>
          </a:p>
        </p:txBody>
      </p:sp>
      <p:sp>
        <p:nvSpPr>
          <p:cNvPr id="98" name="Google Shape;98;p14"/>
          <p:cNvSpPr/>
          <p:nvPr/>
        </p:nvSpPr>
        <p:spPr>
          <a:xfrm>
            <a:off x="771525" y="1522214"/>
            <a:ext cx="10648950" cy="1905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14"/>
          <p:cNvSpPr txBox="1"/>
          <p:nvPr/>
        </p:nvSpPr>
        <p:spPr>
          <a:xfrm>
            <a:off x="771525" y="1933575"/>
            <a:ext cx="10648950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Antes de </a:t>
            </a:r>
            <a:r>
              <a:rPr lang="en-US" sz="1650" b="0" i="0" u="none" strike="noStrike" cap="none" dirty="0" err="1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abordar</a:t>
            </a:r>
            <a:r>
              <a:rPr lang="en-US" sz="1650" b="0" i="0" u="none" strike="noStrike" cap="none" dirty="0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 las formas </a:t>
            </a:r>
            <a:r>
              <a:rPr lang="en-US" sz="1650" b="0" i="0" u="none" strike="noStrike" cap="none" dirty="0" err="1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normales</a:t>
            </a:r>
            <a:r>
              <a:rPr lang="en-US" sz="1650" b="0" i="0" u="none" strike="noStrike" cap="none" dirty="0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, </a:t>
            </a:r>
            <a:r>
              <a:rPr lang="en-US" sz="1650" b="0" i="0" u="none" strike="noStrike" cap="none" dirty="0" err="1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recordemos</a:t>
            </a:r>
            <a:r>
              <a:rPr lang="en-US" sz="1650" b="0" i="0" u="none" strike="noStrike" cap="none" dirty="0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650" b="0" i="0" u="none" strike="noStrike" cap="none" dirty="0" err="1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que</a:t>
            </a:r>
            <a:r>
              <a:rPr lang="en-US" sz="1650" b="0" i="0" u="none" strike="noStrike" cap="none" dirty="0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 la </a:t>
            </a:r>
            <a:r>
              <a:rPr lang="en-US" sz="1650" b="0" i="0" u="none" strike="noStrike" cap="none" dirty="0" err="1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simplificación</a:t>
            </a:r>
            <a:r>
              <a:rPr lang="en-US" sz="1650" b="0" i="0" u="none" strike="noStrike" cap="none" dirty="0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 de </a:t>
            </a:r>
            <a:r>
              <a:rPr lang="en-US" sz="1650" b="0" i="0" u="none" strike="noStrike" cap="none" dirty="0" err="1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expresiones</a:t>
            </a:r>
            <a:r>
              <a:rPr lang="en-US" sz="1650" b="0" i="0" u="none" strike="noStrike" cap="none" dirty="0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650" b="0" i="0" u="none" strike="noStrike" cap="none" dirty="0" err="1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lógicas</a:t>
            </a:r>
            <a:r>
              <a:rPr lang="en-US" sz="1650" b="0" i="0" u="none" strike="noStrike" cap="none" dirty="0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 es fundamental para </a:t>
            </a:r>
            <a:r>
              <a:rPr lang="en-US" sz="1650" b="0" i="0" u="none" strike="noStrike" cap="none" dirty="0" err="1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optimizar</a:t>
            </a:r>
            <a:r>
              <a:rPr lang="en-US" sz="1650" b="0" i="0" u="none" strike="noStrike" cap="none" dirty="0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650" b="0" i="0" u="none" strike="noStrike" cap="none" dirty="0" err="1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algoritmos</a:t>
            </a:r>
            <a:r>
              <a:rPr lang="en-US" sz="1650" b="0" i="0" u="none" strike="noStrike" cap="none" dirty="0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endParaRPr dirty="0"/>
          </a:p>
        </p:txBody>
      </p:sp>
      <p:sp>
        <p:nvSpPr>
          <p:cNvPr id="100" name="Google Shape;100;p14"/>
          <p:cNvSpPr txBox="1"/>
          <p:nvPr/>
        </p:nvSpPr>
        <p:spPr>
          <a:xfrm>
            <a:off x="1104900" y="3222426"/>
            <a:ext cx="464058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0284C7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¿Qué buscamos?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6381750" y="4042469"/>
            <a:ext cx="5038725" cy="10054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Las </a:t>
            </a:r>
            <a:r>
              <a:rPr lang="en-US" sz="1650" b="1" i="0" u="none" strike="noStrike" cap="non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Formas Normales</a:t>
            </a:r>
            <a:r>
              <a:rPr lang="en-US" sz="1650" b="0" i="0" u="none" strike="noStrike" cap="non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 son el siguiente paso: no solo simplifican, sino que </a:t>
            </a:r>
            <a:r>
              <a:rPr lang="en-US" sz="1650" b="0" i="1" u="none" strike="noStrike" cap="non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estandarizan</a:t>
            </a:r>
            <a:r>
              <a:rPr lang="en-US" sz="1650" b="0" i="0" u="none" strike="noStrike" cap="non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 la estructura para que pueda ser procesada por máquinas.</a:t>
            </a:r>
            <a:endParaRPr/>
          </a:p>
        </p:txBody>
      </p:sp>
      <p:sp>
        <p:nvSpPr>
          <p:cNvPr id="102" name="Google Shape;102;p14"/>
          <p:cNvSpPr txBox="1"/>
          <p:nvPr/>
        </p:nvSpPr>
        <p:spPr>
          <a:xfrm>
            <a:off x="1390650" y="3698676"/>
            <a:ext cx="413385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Reducir la complejidad de las condiciones.</a:t>
            </a:r>
            <a:endParaRPr/>
          </a:p>
        </p:txBody>
      </p:sp>
      <p:sp>
        <p:nvSpPr>
          <p:cNvPr id="103" name="Google Shape;103;p14"/>
          <p:cNvSpPr txBox="1"/>
          <p:nvPr/>
        </p:nvSpPr>
        <p:spPr>
          <a:xfrm>
            <a:off x="1390650" y="4224337"/>
            <a:ext cx="4133850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Estandarizar la forma en que escribimos el código.</a:t>
            </a:r>
            <a:endParaRPr/>
          </a:p>
        </p:txBody>
      </p:sp>
      <p:sp>
        <p:nvSpPr>
          <p:cNvPr id="104" name="Google Shape;104;p14"/>
          <p:cNvSpPr txBox="1"/>
          <p:nvPr/>
        </p:nvSpPr>
        <p:spPr>
          <a:xfrm>
            <a:off x="1390650" y="5085159"/>
            <a:ext cx="413385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Eliminar redundancias lógicas.</a:t>
            </a:r>
            <a:endParaRPr/>
          </a:p>
        </p:txBody>
      </p:sp>
      <p:sp>
        <p:nvSpPr>
          <p:cNvPr id="105" name="Google Shape;105;p14"/>
          <p:cNvSpPr txBox="1"/>
          <p:nvPr/>
        </p:nvSpPr>
        <p:spPr>
          <a:xfrm>
            <a:off x="1104900" y="3584376"/>
            <a:ext cx="1333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0284C7"/>
                </a:solidFill>
                <a:latin typeface="Roboto"/>
                <a:ea typeface="Roboto"/>
                <a:cs typeface="Roboto"/>
                <a:sym typeface="Roboto"/>
              </a:rPr>
              <a:t>•</a:t>
            </a:r>
            <a:endParaRPr/>
          </a:p>
        </p:txBody>
      </p:sp>
      <p:sp>
        <p:nvSpPr>
          <p:cNvPr id="106" name="Google Shape;106;p14"/>
          <p:cNvSpPr txBox="1"/>
          <p:nvPr/>
        </p:nvSpPr>
        <p:spPr>
          <a:xfrm>
            <a:off x="1104900" y="4110037"/>
            <a:ext cx="1333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0284C7"/>
                </a:solidFill>
                <a:latin typeface="Roboto"/>
                <a:ea typeface="Roboto"/>
                <a:cs typeface="Roboto"/>
                <a:sym typeface="Roboto"/>
              </a:rPr>
              <a:t>•</a:t>
            </a:r>
            <a:endParaRPr/>
          </a:p>
        </p:txBody>
      </p:sp>
      <p:sp>
        <p:nvSpPr>
          <p:cNvPr id="107" name="Google Shape;107;p14"/>
          <p:cNvSpPr txBox="1"/>
          <p:nvPr/>
        </p:nvSpPr>
        <p:spPr>
          <a:xfrm>
            <a:off x="1104900" y="4970859"/>
            <a:ext cx="1333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0284C7"/>
                </a:solidFill>
                <a:latin typeface="Roboto"/>
                <a:ea typeface="Roboto"/>
                <a:cs typeface="Roboto"/>
                <a:sym typeface="Roboto"/>
              </a:rPr>
              <a:t>•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6" name="Google Shape;156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71525" y="4802385"/>
            <a:ext cx="5038725" cy="1576982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2337494"/>
            <a:ext cx="5038725" cy="175825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81750" y="4476750"/>
            <a:ext cx="5038725" cy="1758255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17"/>
          <p:cNvSpPr txBox="1"/>
          <p:nvPr/>
        </p:nvSpPr>
        <p:spPr>
          <a:xfrm>
            <a:off x="771525" y="962025"/>
            <a:ext cx="11181397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¿Qué son las Formas Normales?</a:t>
            </a:r>
            <a:endParaRPr/>
          </a:p>
        </p:txBody>
      </p:sp>
      <p:sp>
        <p:nvSpPr>
          <p:cNvPr id="160" name="Google Shape;160;p17"/>
          <p:cNvSpPr/>
          <p:nvPr/>
        </p:nvSpPr>
        <p:spPr>
          <a:xfrm>
            <a:off x="771525" y="1704975"/>
            <a:ext cx="10648950" cy="1905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17"/>
          <p:cNvSpPr txBox="1"/>
          <p:nvPr/>
        </p:nvSpPr>
        <p:spPr>
          <a:xfrm>
            <a:off x="771525" y="2402681"/>
            <a:ext cx="5038725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Una </a:t>
            </a:r>
            <a:r>
              <a:rPr lang="en-US" sz="1650" b="1" i="0" u="none" strike="noStrike" cap="non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Forma Normal</a:t>
            </a:r>
            <a:r>
              <a:rPr lang="en-US" sz="1650" b="0" i="0" u="none" strike="noStrike" cap="non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 es una manera estandarizada de escribir una fórmula lógica utilizando únicamente:</a:t>
            </a:r>
            <a:endParaRPr/>
          </a:p>
        </p:txBody>
      </p:sp>
      <p:sp>
        <p:nvSpPr>
          <p:cNvPr id="162" name="Google Shape;162;p17"/>
          <p:cNvSpPr txBox="1"/>
          <p:nvPr/>
        </p:nvSpPr>
        <p:spPr>
          <a:xfrm>
            <a:off x="1057275" y="3225403"/>
            <a:ext cx="4752975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Negaciones ( ) sobre variables atómicas.</a:t>
            </a:r>
            <a:endParaRPr/>
          </a:p>
        </p:txBody>
      </p:sp>
      <p:sp>
        <p:nvSpPr>
          <p:cNvPr id="163" name="Google Shape;163;p17"/>
          <p:cNvSpPr txBox="1"/>
          <p:nvPr/>
        </p:nvSpPr>
        <p:spPr>
          <a:xfrm>
            <a:off x="1057275" y="3751064"/>
            <a:ext cx="4752975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Conjunciones ( ).</a:t>
            </a:r>
            <a:endParaRPr/>
          </a:p>
        </p:txBody>
      </p:sp>
      <p:sp>
        <p:nvSpPr>
          <p:cNvPr id="164" name="Google Shape;164;p17"/>
          <p:cNvSpPr txBox="1"/>
          <p:nvPr/>
        </p:nvSpPr>
        <p:spPr>
          <a:xfrm>
            <a:off x="1057275" y="4276725"/>
            <a:ext cx="4752975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Disyunciones ( ).</a:t>
            </a:r>
            <a:endParaRPr/>
          </a:p>
        </p:txBody>
      </p:sp>
      <p:sp>
        <p:nvSpPr>
          <p:cNvPr id="165" name="Google Shape;165;p17"/>
          <p:cNvSpPr txBox="1"/>
          <p:nvPr/>
        </p:nvSpPr>
        <p:spPr>
          <a:xfrm>
            <a:off x="1104900" y="5088135"/>
            <a:ext cx="441960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Roboto Medium"/>
                <a:ea typeface="Roboto Medium"/>
                <a:cs typeface="Roboto Medium"/>
                <a:sym typeface="Roboto Medium"/>
              </a:rPr>
              <a:t>Objetivo:</a:t>
            </a:r>
            <a:endParaRPr/>
          </a:p>
        </p:txBody>
      </p:sp>
      <p:sp>
        <p:nvSpPr>
          <p:cNvPr id="166" name="Google Shape;166;p17"/>
          <p:cNvSpPr txBox="1"/>
          <p:nvPr/>
        </p:nvSpPr>
        <p:spPr>
          <a:xfrm>
            <a:off x="1104900" y="5423296"/>
            <a:ext cx="4419600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Eliminar implicaciones ( ) y bicondicionales ( ) para facilitar el procesamiento.</a:t>
            </a:r>
            <a:endParaRPr/>
          </a:p>
        </p:txBody>
      </p:sp>
      <p:sp>
        <p:nvSpPr>
          <p:cNvPr id="167" name="Google Shape;167;p17"/>
          <p:cNvSpPr txBox="1"/>
          <p:nvPr/>
        </p:nvSpPr>
        <p:spPr>
          <a:xfrm>
            <a:off x="6715125" y="2623244"/>
            <a:ext cx="464058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0284C7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Aplicación 1: Hardware</a:t>
            </a:r>
            <a:endParaRPr/>
          </a:p>
        </p:txBody>
      </p:sp>
      <p:sp>
        <p:nvSpPr>
          <p:cNvPr id="168" name="Google Shape;168;p17"/>
          <p:cNvSpPr txBox="1"/>
          <p:nvPr/>
        </p:nvSpPr>
        <p:spPr>
          <a:xfrm>
            <a:off x="6715125" y="3118544"/>
            <a:ext cx="4419600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Diseño de circuitos digitales y compuertas lógicas estandarizadas.</a:t>
            </a:r>
            <a:endParaRPr/>
          </a:p>
        </p:txBody>
      </p:sp>
      <p:sp>
        <p:nvSpPr>
          <p:cNvPr id="169" name="Google Shape;169;p17"/>
          <p:cNvSpPr txBox="1"/>
          <p:nvPr/>
        </p:nvSpPr>
        <p:spPr>
          <a:xfrm>
            <a:off x="6715125" y="4762500"/>
            <a:ext cx="464058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0284C7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Aplicación 2: IA</a:t>
            </a:r>
            <a:endParaRPr/>
          </a:p>
        </p:txBody>
      </p:sp>
      <p:sp>
        <p:nvSpPr>
          <p:cNvPr id="170" name="Google Shape;170;p17"/>
          <p:cNvSpPr txBox="1"/>
          <p:nvPr/>
        </p:nvSpPr>
        <p:spPr>
          <a:xfrm>
            <a:off x="6715125" y="5257800"/>
            <a:ext cx="4419600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Algoritmos de demostración automática y solucionadores SAT.</a:t>
            </a:r>
            <a:endParaRPr/>
          </a:p>
        </p:txBody>
      </p:sp>
      <p:sp>
        <p:nvSpPr>
          <p:cNvPr id="171" name="Google Shape;171;p17"/>
          <p:cNvSpPr txBox="1"/>
          <p:nvPr/>
        </p:nvSpPr>
        <p:spPr>
          <a:xfrm>
            <a:off x="771525" y="3111103"/>
            <a:ext cx="1333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0284C7"/>
                </a:solidFill>
                <a:latin typeface="Roboto"/>
                <a:ea typeface="Roboto"/>
                <a:cs typeface="Roboto"/>
                <a:sym typeface="Roboto"/>
              </a:rPr>
              <a:t>•</a:t>
            </a:r>
            <a:endParaRPr/>
          </a:p>
        </p:txBody>
      </p:sp>
      <p:pic>
        <p:nvPicPr>
          <p:cNvPr id="172" name="Google Shape;172;p1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2120355" y="3415903"/>
            <a:ext cx="337095" cy="104775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17"/>
          <p:cNvSpPr txBox="1"/>
          <p:nvPr/>
        </p:nvSpPr>
        <p:spPr>
          <a:xfrm>
            <a:off x="771525" y="3636764"/>
            <a:ext cx="1333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0284C7"/>
                </a:solidFill>
                <a:latin typeface="Roboto"/>
                <a:ea typeface="Roboto"/>
                <a:cs typeface="Roboto"/>
                <a:sym typeface="Roboto"/>
              </a:rPr>
              <a:t>•</a:t>
            </a:r>
            <a:endParaRPr/>
          </a:p>
        </p:txBody>
      </p:sp>
      <p:pic>
        <p:nvPicPr>
          <p:cNvPr id="174" name="Google Shape;174;p17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2282952" y="3917752"/>
            <a:ext cx="381892" cy="161925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17"/>
          <p:cNvSpPr txBox="1"/>
          <p:nvPr/>
        </p:nvSpPr>
        <p:spPr>
          <a:xfrm>
            <a:off x="771525" y="4162425"/>
            <a:ext cx="1333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0284C7"/>
                </a:solidFill>
                <a:latin typeface="Roboto"/>
                <a:ea typeface="Roboto"/>
                <a:cs typeface="Roboto"/>
                <a:sym typeface="Roboto"/>
              </a:rPr>
              <a:t>•</a:t>
            </a:r>
            <a:endParaRPr/>
          </a:p>
        </p:txBody>
      </p:sp>
      <p:pic>
        <p:nvPicPr>
          <p:cNvPr id="176" name="Google Shape;176;p17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2266504" y="4443412"/>
            <a:ext cx="381892" cy="161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" name="Google Shape;177;p17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3217665" y="5670945"/>
            <a:ext cx="425648" cy="76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8" name="Google Shape;178;p17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5062276" y="5635297"/>
            <a:ext cx="425648" cy="76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" name="Google Shape;184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71525" y="3408015"/>
            <a:ext cx="10648950" cy="1085850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18"/>
          <p:cNvSpPr txBox="1"/>
          <p:nvPr/>
        </p:nvSpPr>
        <p:spPr>
          <a:xfrm>
            <a:off x="771525" y="904875"/>
            <a:ext cx="11181397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Forma Normal Conjuntiva (FNC)</a:t>
            </a:r>
            <a:endParaRPr/>
          </a:p>
        </p:txBody>
      </p:sp>
      <p:sp>
        <p:nvSpPr>
          <p:cNvPr id="186" name="Google Shape;186;p18"/>
          <p:cNvSpPr/>
          <p:nvPr/>
        </p:nvSpPr>
        <p:spPr>
          <a:xfrm>
            <a:off x="771525" y="1647825"/>
            <a:ext cx="10648950" cy="1905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18"/>
          <p:cNvSpPr txBox="1"/>
          <p:nvPr/>
        </p:nvSpPr>
        <p:spPr>
          <a:xfrm>
            <a:off x="771525" y="2314575"/>
            <a:ext cx="10648950" cy="4266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334155"/>
                </a:solidFill>
                <a:latin typeface="Roboto Light"/>
                <a:ea typeface="Roboto Light"/>
                <a:cs typeface="Roboto Light"/>
                <a:sym typeface="Roboto Light"/>
              </a:rPr>
              <a:t>"Una </a:t>
            </a:r>
            <a:r>
              <a:rPr lang="en-US" sz="2100" b="0" i="0" u="none" strike="noStrike" cap="non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conjunción</a:t>
            </a:r>
            <a:r>
              <a:rPr lang="en-US" sz="2100" b="0" i="0" u="none" strike="noStrike" cap="none">
                <a:solidFill>
                  <a:srgbClr val="334155"/>
                </a:solidFill>
                <a:latin typeface="Roboto Light"/>
                <a:ea typeface="Roboto Light"/>
                <a:cs typeface="Roboto Light"/>
                <a:sym typeface="Roboto Light"/>
              </a:rPr>
              <a:t> de </a:t>
            </a:r>
            <a:r>
              <a:rPr lang="en-US" sz="2100" b="0" i="0" u="none" strike="noStrike" cap="non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disyunciones</a:t>
            </a:r>
            <a:r>
              <a:rPr lang="en-US" sz="2100" b="0" i="0" u="none" strike="noStrike" cap="none">
                <a:solidFill>
                  <a:srgbClr val="334155"/>
                </a:solidFill>
                <a:latin typeface="Roboto Light"/>
                <a:ea typeface="Roboto Light"/>
                <a:cs typeface="Roboto Light"/>
                <a:sym typeface="Roboto Light"/>
              </a:rPr>
              <a:t>"</a:t>
            </a:r>
            <a:endParaRPr/>
          </a:p>
        </p:txBody>
      </p:sp>
      <p:pic>
        <p:nvPicPr>
          <p:cNvPr id="188" name="Google Shape;188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71575" y="3808065"/>
            <a:ext cx="9848850" cy="285750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18"/>
          <p:cNvSpPr txBox="1"/>
          <p:nvPr/>
        </p:nvSpPr>
        <p:spPr>
          <a:xfrm>
            <a:off x="1057275" y="5017740"/>
            <a:ext cx="1036320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El operador principal (externo) es el </a:t>
            </a:r>
            <a:r>
              <a:rPr lang="en-US" sz="1650" b="1" i="0" u="none" strike="noStrike" cap="non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AND</a:t>
            </a:r>
            <a:r>
              <a:rPr lang="en-US" sz="1650" b="0" i="0" u="none" strike="noStrike" cap="non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 ( ).</a:t>
            </a:r>
            <a:endParaRPr/>
          </a:p>
        </p:txBody>
      </p:sp>
      <p:sp>
        <p:nvSpPr>
          <p:cNvPr id="190" name="Google Shape;190;p18"/>
          <p:cNvSpPr txBox="1"/>
          <p:nvPr/>
        </p:nvSpPr>
        <p:spPr>
          <a:xfrm>
            <a:off x="1057275" y="5543401"/>
            <a:ext cx="1036320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Los grupos internos están unidos por </a:t>
            </a:r>
            <a:r>
              <a:rPr lang="en-US" sz="1650" b="1" i="0" u="none" strike="noStrike" cap="non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OR</a:t>
            </a:r>
            <a:r>
              <a:rPr lang="en-US" sz="1650" b="0" i="0" u="none" strike="noStrike" cap="non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 ( ).</a:t>
            </a:r>
            <a:endParaRPr/>
          </a:p>
        </p:txBody>
      </p:sp>
      <p:sp>
        <p:nvSpPr>
          <p:cNvPr id="191" name="Google Shape;191;p18"/>
          <p:cNvSpPr txBox="1"/>
          <p:nvPr/>
        </p:nvSpPr>
        <p:spPr>
          <a:xfrm>
            <a:off x="1057275" y="6069062"/>
            <a:ext cx="1036320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También conocida como </a:t>
            </a:r>
            <a:r>
              <a:rPr lang="en-US" sz="1650" b="1" i="0" u="none" strike="noStrike" cap="non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Producto de Sumas</a:t>
            </a:r>
            <a:r>
              <a:rPr lang="en-US" sz="1650" b="0" i="0" u="none" strike="noStrike" cap="non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endParaRPr/>
          </a:p>
        </p:txBody>
      </p:sp>
      <p:sp>
        <p:nvSpPr>
          <p:cNvPr id="192" name="Google Shape;192;p18"/>
          <p:cNvSpPr txBox="1"/>
          <p:nvPr/>
        </p:nvSpPr>
        <p:spPr>
          <a:xfrm>
            <a:off x="771525" y="4903440"/>
            <a:ext cx="1333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0284C7"/>
                </a:solidFill>
                <a:latin typeface="Roboto"/>
                <a:ea typeface="Roboto"/>
                <a:cs typeface="Roboto"/>
                <a:sym typeface="Roboto"/>
              </a:rPr>
              <a:t>•</a:t>
            </a:r>
            <a:endParaRPr/>
          </a:p>
        </p:txBody>
      </p:sp>
      <p:pic>
        <p:nvPicPr>
          <p:cNvPr id="193" name="Google Shape;193;p1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972050" y="5093940"/>
            <a:ext cx="381892" cy="161925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18"/>
          <p:cNvSpPr txBox="1"/>
          <p:nvPr/>
        </p:nvSpPr>
        <p:spPr>
          <a:xfrm>
            <a:off x="771525" y="5429101"/>
            <a:ext cx="1333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0284C7"/>
                </a:solidFill>
                <a:latin typeface="Roboto"/>
                <a:ea typeface="Roboto"/>
                <a:cs typeface="Roboto"/>
                <a:sym typeface="Roboto"/>
              </a:rPr>
              <a:t>•</a:t>
            </a:r>
            <a:endParaRPr/>
          </a:p>
        </p:txBody>
      </p:sp>
      <p:pic>
        <p:nvPicPr>
          <p:cNvPr id="195" name="Google Shape;195;p18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962525" y="5619601"/>
            <a:ext cx="381892" cy="161925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18"/>
          <p:cNvSpPr txBox="1"/>
          <p:nvPr/>
        </p:nvSpPr>
        <p:spPr>
          <a:xfrm>
            <a:off x="771525" y="5954762"/>
            <a:ext cx="1333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0284C7"/>
                </a:solidFill>
                <a:latin typeface="Roboto"/>
                <a:ea typeface="Roboto"/>
                <a:cs typeface="Roboto"/>
                <a:sym typeface="Roboto"/>
              </a:rPr>
              <a:t>•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" name="Google Shape;225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19150" y="3360390"/>
            <a:ext cx="10648950" cy="1085850"/>
          </a:xfrm>
          <a:prstGeom prst="rect">
            <a:avLst/>
          </a:prstGeom>
          <a:noFill/>
          <a:ln>
            <a:noFill/>
          </a:ln>
        </p:spPr>
      </p:pic>
      <p:sp>
        <p:nvSpPr>
          <p:cNvPr id="226" name="Google Shape;226;p20"/>
          <p:cNvSpPr txBox="1"/>
          <p:nvPr/>
        </p:nvSpPr>
        <p:spPr>
          <a:xfrm>
            <a:off x="819150" y="904875"/>
            <a:ext cx="11181397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Forma Normal Disyuntiva (FND)</a:t>
            </a:r>
            <a:endParaRPr/>
          </a:p>
        </p:txBody>
      </p:sp>
      <p:sp>
        <p:nvSpPr>
          <p:cNvPr id="227" name="Google Shape;227;p20"/>
          <p:cNvSpPr/>
          <p:nvPr/>
        </p:nvSpPr>
        <p:spPr>
          <a:xfrm>
            <a:off x="819150" y="1600200"/>
            <a:ext cx="10648950" cy="1905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20"/>
          <p:cNvSpPr txBox="1"/>
          <p:nvPr/>
        </p:nvSpPr>
        <p:spPr>
          <a:xfrm>
            <a:off x="819150" y="2266950"/>
            <a:ext cx="10648950" cy="4266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334155"/>
                </a:solidFill>
                <a:latin typeface="Roboto Light"/>
                <a:ea typeface="Roboto Light"/>
                <a:cs typeface="Roboto Light"/>
                <a:sym typeface="Roboto Light"/>
              </a:rPr>
              <a:t>"Una </a:t>
            </a:r>
            <a:r>
              <a:rPr lang="en-US" sz="2100" b="0" i="0" u="none" strike="noStrike" cap="non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disyunción</a:t>
            </a:r>
            <a:r>
              <a:rPr lang="en-US" sz="2100" b="0" i="0" u="none" strike="noStrike" cap="none">
                <a:solidFill>
                  <a:srgbClr val="334155"/>
                </a:solidFill>
                <a:latin typeface="Roboto Light"/>
                <a:ea typeface="Roboto Light"/>
                <a:cs typeface="Roboto Light"/>
                <a:sym typeface="Roboto Light"/>
              </a:rPr>
              <a:t> de </a:t>
            </a:r>
            <a:r>
              <a:rPr lang="en-US" sz="2100" b="0" i="0" u="none" strike="noStrike" cap="non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conjunciones</a:t>
            </a:r>
            <a:r>
              <a:rPr lang="en-US" sz="2100" b="0" i="0" u="none" strike="noStrike" cap="none">
                <a:solidFill>
                  <a:srgbClr val="334155"/>
                </a:solidFill>
                <a:latin typeface="Roboto Light"/>
                <a:ea typeface="Roboto Light"/>
                <a:cs typeface="Roboto Light"/>
                <a:sym typeface="Roboto Light"/>
              </a:rPr>
              <a:t>"</a:t>
            </a:r>
            <a:endParaRPr/>
          </a:p>
        </p:txBody>
      </p:sp>
      <p:pic>
        <p:nvPicPr>
          <p:cNvPr id="229" name="Google Shape;229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219200" y="3760440"/>
            <a:ext cx="9848850" cy="285750"/>
          </a:xfrm>
          <a:prstGeom prst="rect">
            <a:avLst/>
          </a:prstGeom>
          <a:noFill/>
          <a:ln>
            <a:noFill/>
          </a:ln>
        </p:spPr>
      </p:pic>
      <p:sp>
        <p:nvSpPr>
          <p:cNvPr id="230" name="Google Shape;230;p20"/>
          <p:cNvSpPr txBox="1"/>
          <p:nvPr/>
        </p:nvSpPr>
        <p:spPr>
          <a:xfrm>
            <a:off x="1104900" y="4970115"/>
            <a:ext cx="1036320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El operador principal (externo) es el </a:t>
            </a:r>
            <a:r>
              <a:rPr lang="en-US" sz="1650" b="1" i="0" u="none" strike="noStrike" cap="non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OR</a:t>
            </a:r>
            <a:r>
              <a:rPr lang="en-US" sz="1650" b="0" i="0" u="none" strike="noStrike" cap="non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 ( ).</a:t>
            </a:r>
            <a:endParaRPr/>
          </a:p>
        </p:txBody>
      </p:sp>
      <p:sp>
        <p:nvSpPr>
          <p:cNvPr id="231" name="Google Shape;231;p20"/>
          <p:cNvSpPr txBox="1"/>
          <p:nvPr/>
        </p:nvSpPr>
        <p:spPr>
          <a:xfrm>
            <a:off x="1104900" y="5495776"/>
            <a:ext cx="1036320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Los grupos internos están unidos por </a:t>
            </a:r>
            <a:r>
              <a:rPr lang="en-US" sz="1650" b="1" i="0" u="none" strike="noStrike" cap="non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AND</a:t>
            </a:r>
            <a:r>
              <a:rPr lang="en-US" sz="1650" b="0" i="0" u="none" strike="noStrike" cap="non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 ( ).</a:t>
            </a:r>
            <a:endParaRPr/>
          </a:p>
        </p:txBody>
      </p:sp>
      <p:sp>
        <p:nvSpPr>
          <p:cNvPr id="232" name="Google Shape;232;p20"/>
          <p:cNvSpPr txBox="1"/>
          <p:nvPr/>
        </p:nvSpPr>
        <p:spPr>
          <a:xfrm>
            <a:off x="1104900" y="6021437"/>
            <a:ext cx="1036320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También conocida como </a:t>
            </a:r>
            <a:r>
              <a:rPr lang="en-US" sz="1650" b="1" i="0" u="none" strike="noStrike" cap="non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Suma de Productos</a:t>
            </a:r>
            <a:r>
              <a:rPr lang="en-US" sz="1650" b="0" i="0" u="none" strike="noStrike" cap="non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 (Muy usada en diseño de circuitos).</a:t>
            </a:r>
            <a:endParaRPr/>
          </a:p>
        </p:txBody>
      </p:sp>
      <p:sp>
        <p:nvSpPr>
          <p:cNvPr id="233" name="Google Shape;233;p20"/>
          <p:cNvSpPr txBox="1"/>
          <p:nvPr/>
        </p:nvSpPr>
        <p:spPr>
          <a:xfrm>
            <a:off x="819150" y="4855815"/>
            <a:ext cx="1333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0284C7"/>
                </a:solidFill>
                <a:latin typeface="Roboto"/>
                <a:ea typeface="Roboto"/>
                <a:cs typeface="Roboto"/>
                <a:sym typeface="Roboto"/>
              </a:rPr>
              <a:t>•</a:t>
            </a:r>
            <a:endParaRPr/>
          </a:p>
        </p:txBody>
      </p:sp>
      <p:pic>
        <p:nvPicPr>
          <p:cNvPr id="234" name="Google Shape;234;p2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867275" y="5046315"/>
            <a:ext cx="381892" cy="161925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20"/>
          <p:cNvSpPr txBox="1"/>
          <p:nvPr/>
        </p:nvSpPr>
        <p:spPr>
          <a:xfrm>
            <a:off x="819150" y="5381476"/>
            <a:ext cx="1333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0284C7"/>
                </a:solidFill>
                <a:latin typeface="Roboto"/>
                <a:ea typeface="Roboto"/>
                <a:cs typeface="Roboto"/>
                <a:sym typeface="Roboto"/>
              </a:rPr>
              <a:t>•</a:t>
            </a:r>
            <a:endParaRPr/>
          </a:p>
        </p:txBody>
      </p:sp>
      <p:pic>
        <p:nvPicPr>
          <p:cNvPr id="236" name="Google Shape;236;p20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162550" y="5571976"/>
            <a:ext cx="381892" cy="161925"/>
          </a:xfrm>
          <a:prstGeom prst="rect">
            <a:avLst/>
          </a:prstGeom>
          <a:noFill/>
          <a:ln>
            <a:noFill/>
          </a:ln>
        </p:spPr>
      </p:pic>
      <p:sp>
        <p:nvSpPr>
          <p:cNvPr id="237" name="Google Shape;237;p20"/>
          <p:cNvSpPr txBox="1"/>
          <p:nvPr/>
        </p:nvSpPr>
        <p:spPr>
          <a:xfrm>
            <a:off x="819150" y="5907137"/>
            <a:ext cx="1333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0284C7"/>
                </a:solidFill>
                <a:latin typeface="Roboto"/>
                <a:ea typeface="Roboto"/>
                <a:cs typeface="Roboto"/>
                <a:sym typeface="Roboto"/>
              </a:rPr>
              <a:t>•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3" name="Google Shape;243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09625" y="2076450"/>
            <a:ext cx="5038725" cy="4552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4" name="Google Shape;244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419850" y="2076450"/>
            <a:ext cx="5038725" cy="4552950"/>
          </a:xfrm>
          <a:prstGeom prst="rect">
            <a:avLst/>
          </a:prstGeom>
          <a:noFill/>
          <a:ln>
            <a:noFill/>
          </a:ln>
        </p:spPr>
      </p:pic>
      <p:sp>
        <p:nvSpPr>
          <p:cNvPr id="245" name="Google Shape;245;p21"/>
          <p:cNvSpPr txBox="1"/>
          <p:nvPr/>
        </p:nvSpPr>
        <p:spPr>
          <a:xfrm>
            <a:off x="809625" y="933450"/>
            <a:ext cx="11181397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Resumen: FNC vs FND</a:t>
            </a:r>
            <a:endParaRPr/>
          </a:p>
        </p:txBody>
      </p:sp>
      <p:sp>
        <p:nvSpPr>
          <p:cNvPr id="246" name="Google Shape;246;p21"/>
          <p:cNvSpPr/>
          <p:nvPr/>
        </p:nvSpPr>
        <p:spPr>
          <a:xfrm>
            <a:off x="809625" y="1676400"/>
            <a:ext cx="10648950" cy="1905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21"/>
          <p:cNvSpPr txBox="1"/>
          <p:nvPr/>
        </p:nvSpPr>
        <p:spPr>
          <a:xfrm>
            <a:off x="993695" y="2371725"/>
            <a:ext cx="4670583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0369A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FNC</a:t>
            </a:r>
            <a:endParaRPr/>
          </a:p>
        </p:txBody>
      </p:sp>
      <p:sp>
        <p:nvSpPr>
          <p:cNvPr id="248" name="Google Shape;248;p21"/>
          <p:cNvSpPr txBox="1"/>
          <p:nvPr/>
        </p:nvSpPr>
        <p:spPr>
          <a:xfrm>
            <a:off x="6603920" y="2371725"/>
            <a:ext cx="4670583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C2410C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FND</a:t>
            </a:r>
            <a:endParaRPr/>
          </a:p>
        </p:txBody>
      </p:sp>
      <p:pic>
        <p:nvPicPr>
          <p:cNvPr id="249" name="Google Shape;249;p2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062287" y="3028950"/>
            <a:ext cx="53340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50" name="Google Shape;250;p21"/>
          <p:cNvSpPr txBox="1"/>
          <p:nvPr/>
        </p:nvSpPr>
        <p:spPr>
          <a:xfrm>
            <a:off x="1390650" y="3695700"/>
            <a:ext cx="4162425" cy="4062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 dirty="0" err="1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Estructura</a:t>
            </a:r>
            <a:r>
              <a:rPr lang="en-US" sz="1650" b="1" i="0" u="none" strike="noStrike" cap="none" dirty="0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:</a:t>
            </a:r>
            <a:r>
              <a:rPr lang="en-US" sz="1650" b="0" i="0" u="none" strike="noStrike" cap="none" dirty="0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 (A    B)    (C    D)</a:t>
            </a:r>
            <a:endParaRPr dirty="0"/>
          </a:p>
        </p:txBody>
      </p:sp>
      <p:sp>
        <p:nvSpPr>
          <p:cNvPr id="251" name="Google Shape;251;p21"/>
          <p:cNvSpPr txBox="1"/>
          <p:nvPr/>
        </p:nvSpPr>
        <p:spPr>
          <a:xfrm>
            <a:off x="1390650" y="4221360"/>
            <a:ext cx="4162425" cy="4062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 dirty="0" err="1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Operador</a:t>
            </a:r>
            <a:r>
              <a:rPr lang="en-US" sz="1650" b="1" i="0" u="none" strike="noStrike" cap="none" dirty="0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 Principal:</a:t>
            </a:r>
            <a:r>
              <a:rPr lang="en-US" sz="1650" b="0" i="0" u="none" strike="noStrike" cap="none" dirty="0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650" b="0" i="0" u="none" strike="noStrike" cap="none" dirty="0" err="1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conjunción</a:t>
            </a:r>
            <a:endParaRPr dirty="0"/>
          </a:p>
        </p:txBody>
      </p:sp>
      <p:sp>
        <p:nvSpPr>
          <p:cNvPr id="252" name="Google Shape;252;p21"/>
          <p:cNvSpPr txBox="1"/>
          <p:nvPr/>
        </p:nvSpPr>
        <p:spPr>
          <a:xfrm>
            <a:off x="1390650" y="4747021"/>
            <a:ext cx="4162425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Uso clave:</a:t>
            </a:r>
            <a:r>
              <a:rPr lang="en-US" sz="1650" b="0" i="0" u="none" strike="noStrike" cap="non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 Demostración de teoremas, Análisis de satisfacibilidad.</a:t>
            </a:r>
            <a:endParaRPr/>
          </a:p>
        </p:txBody>
      </p:sp>
      <p:pic>
        <p:nvPicPr>
          <p:cNvPr id="253" name="Google Shape;253;p21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701087" y="3028950"/>
            <a:ext cx="476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54" name="Google Shape;254;p21"/>
          <p:cNvSpPr txBox="1"/>
          <p:nvPr/>
        </p:nvSpPr>
        <p:spPr>
          <a:xfrm>
            <a:off x="7000875" y="3695700"/>
            <a:ext cx="4162425" cy="4062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 dirty="0" err="1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Estructura</a:t>
            </a:r>
            <a:r>
              <a:rPr lang="en-US" sz="1650" b="1" i="0" u="none" strike="noStrike" cap="none" dirty="0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:</a:t>
            </a:r>
            <a:r>
              <a:rPr lang="en-US" sz="1650" b="0" i="0" u="none" strike="noStrike" cap="none" dirty="0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 (A   B)    (C   D)</a:t>
            </a:r>
            <a:endParaRPr dirty="0"/>
          </a:p>
        </p:txBody>
      </p:sp>
      <p:sp>
        <p:nvSpPr>
          <p:cNvPr id="255" name="Google Shape;255;p21"/>
          <p:cNvSpPr txBox="1"/>
          <p:nvPr/>
        </p:nvSpPr>
        <p:spPr>
          <a:xfrm>
            <a:off x="7000875" y="4221360"/>
            <a:ext cx="4162425" cy="4062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 dirty="0" err="1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Operador</a:t>
            </a:r>
            <a:r>
              <a:rPr lang="en-US" sz="1650" b="1" i="0" u="none" strike="noStrike" cap="none" dirty="0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 Principal:</a:t>
            </a:r>
            <a:r>
              <a:rPr lang="en-US" sz="1650" b="0" i="0" u="none" strike="noStrike" cap="none" dirty="0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650" b="0" i="0" u="none" strike="noStrike" cap="none" dirty="0" err="1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Disyunción</a:t>
            </a:r>
            <a:endParaRPr dirty="0"/>
          </a:p>
        </p:txBody>
      </p:sp>
      <p:sp>
        <p:nvSpPr>
          <p:cNvPr id="256" name="Google Shape;256;p21"/>
          <p:cNvSpPr txBox="1"/>
          <p:nvPr/>
        </p:nvSpPr>
        <p:spPr>
          <a:xfrm>
            <a:off x="7000875" y="4747021"/>
            <a:ext cx="4162425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Uso clave:</a:t>
            </a:r>
            <a:r>
              <a:rPr lang="en-US" sz="1650" b="0" i="0" u="none" strike="noStrike" cap="non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 Circuitos lógicos programables, Bases de datos.</a:t>
            </a:r>
            <a:endParaRPr/>
          </a:p>
        </p:txBody>
      </p:sp>
      <p:sp>
        <p:nvSpPr>
          <p:cNvPr id="257" name="Google Shape;257;p21"/>
          <p:cNvSpPr txBox="1"/>
          <p:nvPr/>
        </p:nvSpPr>
        <p:spPr>
          <a:xfrm>
            <a:off x="1104900" y="3581400"/>
            <a:ext cx="1333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0284C7"/>
                </a:solidFill>
                <a:latin typeface="Roboto"/>
                <a:ea typeface="Roboto"/>
                <a:cs typeface="Roboto"/>
                <a:sym typeface="Roboto"/>
              </a:rPr>
              <a:t>•</a:t>
            </a:r>
            <a:endParaRPr/>
          </a:p>
        </p:txBody>
      </p:sp>
      <p:sp>
        <p:nvSpPr>
          <p:cNvPr id="258" name="Google Shape;258;p21"/>
          <p:cNvSpPr txBox="1"/>
          <p:nvPr/>
        </p:nvSpPr>
        <p:spPr>
          <a:xfrm>
            <a:off x="1104900" y="4107060"/>
            <a:ext cx="1333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0284C7"/>
                </a:solidFill>
                <a:latin typeface="Roboto"/>
                <a:ea typeface="Roboto"/>
                <a:cs typeface="Roboto"/>
                <a:sym typeface="Roboto"/>
              </a:rPr>
              <a:t>•</a:t>
            </a:r>
            <a:endParaRPr/>
          </a:p>
        </p:txBody>
      </p:sp>
      <p:sp>
        <p:nvSpPr>
          <p:cNvPr id="259" name="Google Shape;259;p21"/>
          <p:cNvSpPr txBox="1"/>
          <p:nvPr/>
        </p:nvSpPr>
        <p:spPr>
          <a:xfrm>
            <a:off x="1104900" y="4632721"/>
            <a:ext cx="1333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0284C7"/>
                </a:solidFill>
                <a:latin typeface="Roboto"/>
                <a:ea typeface="Roboto"/>
                <a:cs typeface="Roboto"/>
                <a:sym typeface="Roboto"/>
              </a:rPr>
              <a:t>•</a:t>
            </a:r>
            <a:endParaRPr/>
          </a:p>
        </p:txBody>
      </p:sp>
      <p:sp>
        <p:nvSpPr>
          <p:cNvPr id="260" name="Google Shape;260;p21"/>
          <p:cNvSpPr txBox="1"/>
          <p:nvPr/>
        </p:nvSpPr>
        <p:spPr>
          <a:xfrm>
            <a:off x="6715125" y="3581400"/>
            <a:ext cx="1333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0284C7"/>
                </a:solidFill>
                <a:latin typeface="Roboto"/>
                <a:ea typeface="Roboto"/>
                <a:cs typeface="Roboto"/>
                <a:sym typeface="Roboto"/>
              </a:rPr>
              <a:t>•</a:t>
            </a:r>
            <a:endParaRPr/>
          </a:p>
        </p:txBody>
      </p:sp>
      <p:sp>
        <p:nvSpPr>
          <p:cNvPr id="261" name="Google Shape;261;p21"/>
          <p:cNvSpPr txBox="1"/>
          <p:nvPr/>
        </p:nvSpPr>
        <p:spPr>
          <a:xfrm>
            <a:off x="6715125" y="4107060"/>
            <a:ext cx="1333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0284C7"/>
                </a:solidFill>
                <a:latin typeface="Roboto"/>
                <a:ea typeface="Roboto"/>
                <a:cs typeface="Roboto"/>
                <a:sym typeface="Roboto"/>
              </a:rPr>
              <a:t>•</a:t>
            </a:r>
            <a:endParaRPr/>
          </a:p>
        </p:txBody>
      </p:sp>
      <p:sp>
        <p:nvSpPr>
          <p:cNvPr id="262" name="Google Shape;262;p21"/>
          <p:cNvSpPr txBox="1"/>
          <p:nvPr/>
        </p:nvSpPr>
        <p:spPr>
          <a:xfrm>
            <a:off x="6715125" y="4632721"/>
            <a:ext cx="1333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0284C7"/>
                </a:solidFill>
                <a:latin typeface="Roboto"/>
                <a:ea typeface="Roboto"/>
                <a:cs typeface="Roboto"/>
                <a:sym typeface="Roboto"/>
              </a:rPr>
              <a:t>•</a:t>
            </a:r>
            <a:endParaRPr/>
          </a:p>
        </p:txBody>
      </p:sp>
      <p:pic>
        <p:nvPicPr>
          <p:cNvPr id="2" name="Google Shape;193;p18" descr="image.png">
            <a:extLst>
              <a:ext uri="{FF2B5EF4-FFF2-40B4-BE49-F238E27FC236}">
                <a16:creationId xmlns:a16="http://schemas.microsoft.com/office/drawing/2014/main" id="{8D6B6EDF-EC40-595F-82E9-5C1ED7F71C43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181594" y="3844299"/>
            <a:ext cx="381892" cy="161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Google Shape;193;p18" descr="image.png">
            <a:extLst>
              <a:ext uri="{FF2B5EF4-FFF2-40B4-BE49-F238E27FC236}">
                <a16:creationId xmlns:a16="http://schemas.microsoft.com/office/drawing/2014/main" id="{057665DB-5AAA-8B5A-C62C-B673F0DCE1D7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3012752" y="3824250"/>
            <a:ext cx="381892" cy="161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Google Shape;234;p20" descr="image.png">
            <a:extLst>
              <a:ext uri="{FF2B5EF4-FFF2-40B4-BE49-F238E27FC236}">
                <a16:creationId xmlns:a16="http://schemas.microsoft.com/office/drawing/2014/main" id="{22FA27F5-A265-21E7-8D80-5C49A44F5453}"/>
              </a:ext>
            </a:extLst>
          </p:cNvPr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2556191" y="3824250"/>
            <a:ext cx="381892" cy="161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Google Shape;234;p20" descr="image.png">
            <a:extLst>
              <a:ext uri="{FF2B5EF4-FFF2-40B4-BE49-F238E27FC236}">
                <a16:creationId xmlns:a16="http://schemas.microsoft.com/office/drawing/2014/main" id="{9D2661C6-0A2A-0619-51EC-9A6B0E6F7448}"/>
              </a:ext>
            </a:extLst>
          </p:cNvPr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3404741" y="3857134"/>
            <a:ext cx="381892" cy="161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Google Shape;193;p18" descr="image.png">
            <a:extLst>
              <a:ext uri="{FF2B5EF4-FFF2-40B4-BE49-F238E27FC236}">
                <a16:creationId xmlns:a16="http://schemas.microsoft.com/office/drawing/2014/main" id="{D546D0DC-BEA0-3687-55CA-E4E8249CD3B6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962579" y="3824249"/>
            <a:ext cx="381892" cy="161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Google Shape;234;p20" descr="image.png">
            <a:extLst>
              <a:ext uri="{FF2B5EF4-FFF2-40B4-BE49-F238E27FC236}">
                <a16:creationId xmlns:a16="http://schemas.microsoft.com/office/drawing/2014/main" id="{55A10F6C-6A1B-5166-93EB-2430F64DA39C}"/>
              </a:ext>
            </a:extLst>
          </p:cNvPr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8557319" y="3844299"/>
            <a:ext cx="381892" cy="161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Google Shape;93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2000" y="3267075"/>
            <a:ext cx="3333750" cy="2905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429125" y="3267075"/>
            <a:ext cx="3333750" cy="2905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096250" y="3267075"/>
            <a:ext cx="3333750" cy="2905125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4"/>
          <p:cNvSpPr txBox="1"/>
          <p:nvPr/>
        </p:nvSpPr>
        <p:spPr>
          <a:xfrm>
            <a:off x="733425" y="1042988"/>
            <a:ext cx="11201400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 dirty="0" err="1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rPr>
              <a:t>Algoritmo</a:t>
            </a:r>
            <a:r>
              <a:rPr lang="en-US" sz="3150" b="1" i="0" u="none" strike="noStrike" cap="none" dirty="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rPr>
              <a:t> General de </a:t>
            </a:r>
            <a:r>
              <a:rPr lang="en-US" sz="3150" b="1" i="0" u="none" strike="noStrike" cap="none" dirty="0" err="1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rPr>
              <a:t>Conversión</a:t>
            </a:r>
            <a:endParaRPr dirty="0"/>
          </a:p>
        </p:txBody>
      </p:sp>
      <p:sp>
        <p:nvSpPr>
          <p:cNvPr id="97" name="Google Shape;97;p14"/>
          <p:cNvSpPr/>
          <p:nvPr/>
        </p:nvSpPr>
        <p:spPr>
          <a:xfrm>
            <a:off x="762000" y="1500950"/>
            <a:ext cx="10668000" cy="28575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14"/>
          <p:cNvSpPr txBox="1"/>
          <p:nvPr/>
        </p:nvSpPr>
        <p:spPr>
          <a:xfrm>
            <a:off x="762000" y="1971675"/>
            <a:ext cx="106680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Para transformar cualquier expresión lógica a su Forma Normal, seguimos siempre estos 3 pasos secuenciales: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978693" y="4295775"/>
            <a:ext cx="2900362" cy="352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2980B9"/>
                </a:solidFill>
                <a:latin typeface="Arial"/>
                <a:ea typeface="Arial"/>
                <a:cs typeface="Arial"/>
                <a:sym typeface="Arial"/>
              </a:rPr>
              <a:t>1. Limpieza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1047750" y="4838700"/>
            <a:ext cx="276225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Eliminar 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500" b="0" i="0" u="none" strike="noStrike" cap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Implicaciones (→) y Bicondicionales (↔)</a:t>
            </a:r>
            <a:endParaRPr/>
          </a:p>
        </p:txBody>
      </p:sp>
      <p:pic>
        <p:nvPicPr>
          <p:cNvPr id="101" name="Google Shape;101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095750" y="4529137"/>
            <a:ext cx="333375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4"/>
          <p:cNvSpPr txBox="1"/>
          <p:nvPr/>
        </p:nvSpPr>
        <p:spPr>
          <a:xfrm>
            <a:off x="4645818" y="4295775"/>
            <a:ext cx="2900362" cy="352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2980B9"/>
                </a:solidFill>
                <a:latin typeface="Arial"/>
                <a:ea typeface="Arial"/>
                <a:cs typeface="Arial"/>
                <a:sym typeface="Arial"/>
              </a:rPr>
              <a:t>2. Interiorización</a:t>
            </a:r>
            <a:endParaRPr/>
          </a:p>
        </p:txBody>
      </p:sp>
      <p:sp>
        <p:nvSpPr>
          <p:cNvPr id="103" name="Google Shape;103;p14"/>
          <p:cNvSpPr txBox="1"/>
          <p:nvPr/>
        </p:nvSpPr>
        <p:spPr>
          <a:xfrm>
            <a:off x="4714875" y="4838700"/>
            <a:ext cx="27622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Mover Negaciones (¬) hacia adentro (Leyes De Morgan)</a:t>
            </a:r>
            <a:endParaRPr/>
          </a:p>
        </p:txBody>
      </p:sp>
      <p:pic>
        <p:nvPicPr>
          <p:cNvPr id="104" name="Google Shape;104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762875" y="4529137"/>
            <a:ext cx="333375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8312943" y="4295775"/>
            <a:ext cx="2900362" cy="352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2980B9"/>
                </a:solidFill>
                <a:latin typeface="Arial"/>
                <a:ea typeface="Arial"/>
                <a:cs typeface="Arial"/>
                <a:sym typeface="Arial"/>
              </a:rPr>
              <a:t>3. Distribución</a:t>
            </a:r>
            <a:endParaRPr/>
          </a:p>
        </p:txBody>
      </p:sp>
      <p:sp>
        <p:nvSpPr>
          <p:cNvPr id="106" name="Google Shape;106;p14"/>
          <p:cNvSpPr txBox="1"/>
          <p:nvPr/>
        </p:nvSpPr>
        <p:spPr>
          <a:xfrm>
            <a:off x="8382000" y="4838700"/>
            <a:ext cx="27622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Aplicar Distributividad según el objetivo (FNC o FND)</a:t>
            </a:r>
            <a:endParaRPr/>
          </a:p>
        </p:txBody>
      </p:sp>
      <p:pic>
        <p:nvPicPr>
          <p:cNvPr id="107" name="Google Shape;107;p1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2162175" y="3571875"/>
            <a:ext cx="53340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Google Shape;108;p14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857875" y="3571875"/>
            <a:ext cx="476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14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9496425" y="3571875"/>
            <a:ext cx="533400" cy="476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7" name="Google Shape;147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381750" y="1533526"/>
            <a:ext cx="5048250" cy="2716492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" name="Google Shape;148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4705350"/>
            <a:ext cx="5048250" cy="200653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62000" y="3752850"/>
            <a:ext cx="5048250" cy="676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" name="Google Shape;150;p1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553200" y="3107359"/>
            <a:ext cx="4876800" cy="1028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" name="Google Shape;151;p17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553200" y="5535891"/>
            <a:ext cx="4705350" cy="1028700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17"/>
          <p:cNvSpPr txBox="1"/>
          <p:nvPr/>
        </p:nvSpPr>
        <p:spPr>
          <a:xfrm>
            <a:off x="3594258" y="552450"/>
            <a:ext cx="11201400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rPr>
              <a:t>Paso 3: Propiedad Distributiva</a:t>
            </a:r>
            <a:endParaRPr/>
          </a:p>
        </p:txBody>
      </p:sp>
      <p:sp>
        <p:nvSpPr>
          <p:cNvPr id="153" name="Google Shape;153;p17"/>
          <p:cNvSpPr/>
          <p:nvPr/>
        </p:nvSpPr>
        <p:spPr>
          <a:xfrm>
            <a:off x="762000" y="1123950"/>
            <a:ext cx="10668000" cy="28575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17"/>
          <p:cNvSpPr txBox="1"/>
          <p:nvPr/>
        </p:nvSpPr>
        <p:spPr>
          <a:xfrm>
            <a:off x="762000" y="1533525"/>
            <a:ext cx="5300662" cy="352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2980B9"/>
                </a:solidFill>
                <a:latin typeface="Arial"/>
                <a:ea typeface="Arial"/>
                <a:cs typeface="Arial"/>
                <a:sym typeface="Arial"/>
              </a:rPr>
              <a:t>¿Cuál usar?</a:t>
            </a:r>
            <a:endParaRPr/>
          </a:p>
        </p:txBody>
      </p:sp>
      <p:sp>
        <p:nvSpPr>
          <p:cNvPr id="155" name="Google Shape;155;p17"/>
          <p:cNvSpPr txBox="1"/>
          <p:nvPr/>
        </p:nvSpPr>
        <p:spPr>
          <a:xfrm>
            <a:off x="762000" y="2114550"/>
            <a:ext cx="504825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Depende de qué Forma Normal necesites. Este es el paso donde los caminos se separan.</a:t>
            </a:r>
            <a:endParaRPr/>
          </a:p>
        </p:txBody>
      </p:sp>
      <p:sp>
        <p:nvSpPr>
          <p:cNvPr id="156" name="Google Shape;156;p17"/>
          <p:cNvSpPr txBox="1"/>
          <p:nvPr/>
        </p:nvSpPr>
        <p:spPr>
          <a:xfrm>
            <a:off x="762000" y="3181350"/>
            <a:ext cx="504825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Analogía Aritmética:</a:t>
            </a:r>
            <a:endParaRPr/>
          </a:p>
        </p:txBody>
      </p:sp>
      <p:sp>
        <p:nvSpPr>
          <p:cNvPr id="157" name="Google Shape;157;p17"/>
          <p:cNvSpPr txBox="1"/>
          <p:nvPr/>
        </p:nvSpPr>
        <p:spPr>
          <a:xfrm>
            <a:off x="762000" y="4657725"/>
            <a:ext cx="504825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Multiplicación distribuye sobre suma.</a:t>
            </a:r>
            <a:endParaRPr/>
          </a:p>
        </p:txBody>
      </p:sp>
      <p:sp>
        <p:nvSpPr>
          <p:cNvPr id="158" name="Google Shape;158;p17"/>
          <p:cNvSpPr txBox="1"/>
          <p:nvPr/>
        </p:nvSpPr>
        <p:spPr>
          <a:xfrm>
            <a:off x="6724650" y="1724025"/>
            <a:ext cx="494061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>
                <a:solidFill>
                  <a:srgbClr val="2980B9"/>
                </a:solidFill>
                <a:latin typeface="Arial"/>
                <a:ea typeface="Arial"/>
                <a:cs typeface="Arial"/>
                <a:sym typeface="Arial"/>
              </a:rPr>
              <a:t>Para FNC</a:t>
            </a:r>
            <a:endParaRPr dirty="0"/>
          </a:p>
        </p:txBody>
      </p:sp>
      <p:sp>
        <p:nvSpPr>
          <p:cNvPr id="159" name="Google Shape;159;p17"/>
          <p:cNvSpPr txBox="1"/>
          <p:nvPr/>
        </p:nvSpPr>
        <p:spPr>
          <a:xfrm>
            <a:off x="6724650" y="2657475"/>
            <a:ext cx="4705350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 err="1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Distribuimos</a:t>
            </a:r>
            <a:r>
              <a:rPr lang="en-US" sz="1800" b="0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800" b="1" i="0" u="none" strike="noStrike" cap="none" dirty="0" err="1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disyuncion</a:t>
            </a:r>
            <a:r>
              <a:rPr lang="en-US" sz="1800" b="0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800" b="0" i="0" u="none" strike="noStrike" cap="none" dirty="0" err="1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sobre</a:t>
            </a:r>
            <a:r>
              <a:rPr lang="en-US" sz="1800" b="0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800" b="1" i="0" u="none" strike="noStrike" cap="none" dirty="0" err="1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conjuncion</a:t>
            </a:r>
            <a:r>
              <a:rPr lang="en-US" sz="1800" b="0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dirty="0"/>
          </a:p>
        </p:txBody>
      </p:sp>
      <p:sp>
        <p:nvSpPr>
          <p:cNvPr id="160" name="Google Shape;160;p17"/>
          <p:cNvSpPr txBox="1"/>
          <p:nvPr/>
        </p:nvSpPr>
        <p:spPr>
          <a:xfrm>
            <a:off x="6553200" y="4764366"/>
            <a:ext cx="494061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>
                <a:solidFill>
                  <a:srgbClr val="2980B9"/>
                </a:solidFill>
                <a:latin typeface="Arial"/>
                <a:ea typeface="Arial"/>
                <a:cs typeface="Arial"/>
                <a:sym typeface="Arial"/>
              </a:rPr>
              <a:t>Para FND</a:t>
            </a:r>
            <a:endParaRPr dirty="0"/>
          </a:p>
        </p:txBody>
      </p:sp>
      <p:sp>
        <p:nvSpPr>
          <p:cNvPr id="161" name="Google Shape;161;p17"/>
          <p:cNvSpPr txBox="1"/>
          <p:nvPr/>
        </p:nvSpPr>
        <p:spPr>
          <a:xfrm>
            <a:off x="6553200" y="5126316"/>
            <a:ext cx="4705350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 err="1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Distribuimos</a:t>
            </a:r>
            <a:r>
              <a:rPr lang="en-US" sz="1800" b="0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800" b="1" i="0" u="none" strike="noStrike" cap="none" dirty="0" err="1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conjuncion</a:t>
            </a:r>
            <a:r>
              <a:rPr lang="en-US" sz="1800" b="0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800" b="0" i="0" u="none" strike="noStrike" cap="none" dirty="0" err="1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sobre</a:t>
            </a:r>
            <a:r>
              <a:rPr lang="en-US" sz="1800" b="0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b="1" dirty="0" err="1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disyuncion</a:t>
            </a:r>
            <a:r>
              <a:rPr lang="en-US" sz="1800" b="0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dirty="0"/>
          </a:p>
        </p:txBody>
      </p:sp>
      <p:sp>
        <p:nvSpPr>
          <p:cNvPr id="162" name="Google Shape;162;p17"/>
          <p:cNvSpPr txBox="1"/>
          <p:nvPr/>
        </p:nvSpPr>
        <p:spPr>
          <a:xfrm>
            <a:off x="7997948" y="3678859"/>
            <a:ext cx="1815851" cy="24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C0392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(P ∨ Q) ∧ (P ∨ R)</a:t>
            </a:r>
            <a:endParaRPr dirty="0"/>
          </a:p>
        </p:txBody>
      </p:sp>
      <p:sp>
        <p:nvSpPr>
          <p:cNvPr id="163" name="Google Shape;163;p17"/>
          <p:cNvSpPr txBox="1"/>
          <p:nvPr/>
        </p:nvSpPr>
        <p:spPr>
          <a:xfrm>
            <a:off x="7997948" y="6050241"/>
            <a:ext cx="1815851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C0392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(P ∧ Q) ∨ (P ∧ R)</a:t>
            </a:r>
            <a:endParaRPr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8" name="Google Shape;168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381750" y="1438275"/>
            <a:ext cx="5048250" cy="5191125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18"/>
          <p:cNvSpPr txBox="1"/>
          <p:nvPr/>
        </p:nvSpPr>
        <p:spPr>
          <a:xfrm>
            <a:off x="762000" y="981075"/>
            <a:ext cx="9596199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 dirty="0" err="1">
                <a:solidFill>
                  <a:srgbClr val="D35400"/>
                </a:solidFill>
                <a:latin typeface="Arial"/>
                <a:ea typeface="Arial"/>
                <a:cs typeface="Arial"/>
                <a:sym typeface="Arial"/>
              </a:rPr>
              <a:t>Ejemplo</a:t>
            </a:r>
            <a:r>
              <a:rPr lang="en-US" sz="3150" b="1" i="0" u="none" strike="noStrike" cap="none" dirty="0">
                <a:solidFill>
                  <a:srgbClr val="D354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150" b="1" i="0" u="none" strike="noStrike" cap="none" dirty="0" err="1">
                <a:solidFill>
                  <a:srgbClr val="D35400"/>
                </a:solidFill>
                <a:latin typeface="Arial"/>
                <a:ea typeface="Arial"/>
                <a:cs typeface="Arial"/>
                <a:sym typeface="Arial"/>
              </a:rPr>
              <a:t>Completo</a:t>
            </a:r>
            <a:r>
              <a:rPr lang="en-US" sz="3150" b="1" i="0" u="none" strike="noStrike" cap="none" dirty="0">
                <a:solidFill>
                  <a:srgbClr val="D35400"/>
                </a:solidFill>
                <a:latin typeface="Arial"/>
                <a:ea typeface="Arial"/>
                <a:cs typeface="Arial"/>
                <a:sym typeface="Arial"/>
              </a:rPr>
              <a:t>: A FNC</a:t>
            </a:r>
            <a:endParaRPr dirty="0"/>
          </a:p>
        </p:txBody>
      </p:sp>
      <p:sp>
        <p:nvSpPr>
          <p:cNvPr id="174" name="Google Shape;174;p18"/>
          <p:cNvSpPr txBox="1"/>
          <p:nvPr/>
        </p:nvSpPr>
        <p:spPr>
          <a:xfrm>
            <a:off x="762000" y="1666875"/>
            <a:ext cx="504825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Expresión Inicial:</a:t>
            </a:r>
            <a:endParaRPr/>
          </a:p>
        </p:txBody>
      </p:sp>
      <p:sp>
        <p:nvSpPr>
          <p:cNvPr id="175" name="Google Shape;175;p18"/>
          <p:cNvSpPr txBox="1"/>
          <p:nvPr/>
        </p:nvSpPr>
        <p:spPr>
          <a:xfrm>
            <a:off x="6572250" y="1857375"/>
            <a:ext cx="466725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Paso 1 (De Morgan):</a:t>
            </a:r>
            <a:endParaRPr/>
          </a:p>
        </p:txBody>
      </p:sp>
      <p:sp>
        <p:nvSpPr>
          <p:cNvPr id="176" name="Google Shape;176;p18"/>
          <p:cNvSpPr txBox="1"/>
          <p:nvPr/>
        </p:nvSpPr>
        <p:spPr>
          <a:xfrm>
            <a:off x="6572250" y="3495675"/>
            <a:ext cx="4667250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Paso 2 (</a:t>
            </a:r>
            <a:r>
              <a:rPr lang="en-US" sz="1800" b="1" i="0" u="none" strike="noStrike" cap="none" dirty="0" err="1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Distributiva</a:t>
            </a:r>
            <a:r>
              <a:rPr lang="en-US" sz="1800" b="1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):</a:t>
            </a:r>
            <a:endParaRPr dirty="0"/>
          </a:p>
        </p:txBody>
      </p:sp>
      <p:sp>
        <p:nvSpPr>
          <p:cNvPr id="178" name="Google Shape;178;p18"/>
          <p:cNvSpPr txBox="1"/>
          <p:nvPr/>
        </p:nvSpPr>
        <p:spPr>
          <a:xfrm>
            <a:off x="6572250" y="6010275"/>
            <a:ext cx="4667250" cy="31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>
                <a:solidFill>
                  <a:srgbClr val="D35400"/>
                </a:solidFill>
                <a:latin typeface="Arial"/>
                <a:ea typeface="Arial"/>
                <a:cs typeface="Arial"/>
                <a:sym typeface="Arial"/>
              </a:rPr>
              <a:t>*Es </a:t>
            </a:r>
            <a:r>
              <a:rPr lang="en-US" sz="1350" b="0" i="0" u="none" strike="noStrike" cap="none" dirty="0" err="1">
                <a:solidFill>
                  <a:srgbClr val="D35400"/>
                </a:solidFill>
                <a:latin typeface="Arial"/>
                <a:ea typeface="Arial"/>
                <a:cs typeface="Arial"/>
                <a:sym typeface="Arial"/>
              </a:rPr>
              <a:t>una</a:t>
            </a:r>
            <a:r>
              <a:rPr lang="en-US" sz="1350" b="0" i="0" u="none" strike="noStrike" cap="none" dirty="0">
                <a:solidFill>
                  <a:srgbClr val="D35400"/>
                </a:solidFill>
                <a:latin typeface="Arial"/>
                <a:ea typeface="Arial"/>
                <a:cs typeface="Arial"/>
                <a:sym typeface="Arial"/>
              </a:rPr>
              <a:t> FNC </a:t>
            </a:r>
            <a:r>
              <a:rPr lang="en-US" sz="1350" b="0" i="0" u="none" strike="noStrike" cap="none" dirty="0" err="1">
                <a:solidFill>
                  <a:srgbClr val="D35400"/>
                </a:solidFill>
                <a:latin typeface="Arial"/>
                <a:ea typeface="Arial"/>
                <a:cs typeface="Arial"/>
                <a:sym typeface="Arial"/>
              </a:rPr>
              <a:t>válida</a:t>
            </a:r>
            <a:endParaRPr dirty="0"/>
          </a:p>
        </p:txBody>
      </p:sp>
      <p:sp>
        <p:nvSpPr>
          <p:cNvPr id="179" name="Google Shape;179;p18"/>
          <p:cNvSpPr txBox="1"/>
          <p:nvPr/>
        </p:nvSpPr>
        <p:spPr>
          <a:xfrm>
            <a:off x="1238250" y="3362325"/>
            <a:ext cx="4572000" cy="12464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 err="1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Análisis</a:t>
            </a:r>
            <a:r>
              <a:rPr lang="en-US" sz="1800" b="1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r>
              <a:rPr lang="en-US" sz="1800" b="0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800" b="0" i="0" u="none" strike="noStrike" cap="none" dirty="0" err="1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Tenemos</a:t>
            </a:r>
            <a:r>
              <a:rPr lang="en-US" sz="1800" b="0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800" b="0" i="0" u="none" strike="noStrike" cap="none" dirty="0" err="1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una</a:t>
            </a:r>
            <a:r>
              <a:rPr lang="en-US" sz="1800" b="0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dirty="0" err="1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disyuncion</a:t>
            </a:r>
            <a:r>
              <a:rPr lang="en-US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800" b="0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fuera. Pero </a:t>
            </a:r>
            <a:r>
              <a:rPr lang="en-US" sz="1800" b="0" i="0" u="none" strike="noStrike" cap="none" dirty="0" err="1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dentro</a:t>
            </a:r>
            <a:r>
              <a:rPr lang="en-US" sz="1800" b="0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del </a:t>
            </a:r>
            <a:r>
              <a:rPr lang="en-US" sz="1800" b="0" i="0" u="none" strike="noStrike" cap="none" dirty="0" err="1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paréntesis</a:t>
            </a:r>
            <a:r>
              <a:rPr lang="en-US" sz="1800" b="0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hay un AND "</a:t>
            </a:r>
            <a:r>
              <a:rPr lang="en-US" sz="1800" b="0" i="0" u="none" strike="noStrike" cap="none" dirty="0" err="1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atrapado</a:t>
            </a:r>
            <a:r>
              <a:rPr lang="en-US" sz="1800" b="0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" </a:t>
            </a:r>
            <a:r>
              <a:rPr lang="en-US" sz="1800" b="0" i="0" u="none" strike="noStrike" cap="none" dirty="0" err="1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por</a:t>
            </a:r>
            <a:r>
              <a:rPr lang="en-US" sz="1800" b="0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800" b="0" i="0" u="none" strike="noStrike" cap="none" dirty="0" err="1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una</a:t>
            </a:r>
            <a:r>
              <a:rPr lang="en-US" sz="1800" b="0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800" b="0" i="0" u="none" strike="noStrike" cap="none" dirty="0" err="1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negación</a:t>
            </a:r>
            <a:r>
              <a:rPr lang="en-US" sz="1800" b="0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dirty="0"/>
          </a:p>
        </p:txBody>
      </p:sp>
      <p:sp>
        <p:nvSpPr>
          <p:cNvPr id="180" name="Google Shape;180;p18"/>
          <p:cNvSpPr txBox="1"/>
          <p:nvPr/>
        </p:nvSpPr>
        <p:spPr>
          <a:xfrm>
            <a:off x="1238250" y="4533900"/>
            <a:ext cx="45720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Acción:</a:t>
            </a:r>
            <a:r>
              <a:rPr lang="en-US" sz="1800" b="0" i="0" u="none" strike="noStrike" cap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Aplicar De Morgan para liberar el paréntesis.</a:t>
            </a:r>
            <a:endParaRPr/>
          </a:p>
        </p:txBody>
      </p:sp>
      <p:sp>
        <p:nvSpPr>
          <p:cNvPr id="181" name="Google Shape;181;p18"/>
          <p:cNvSpPr txBox="1"/>
          <p:nvPr/>
        </p:nvSpPr>
        <p:spPr>
          <a:xfrm>
            <a:off x="952500" y="3314700"/>
            <a:ext cx="104775" cy="428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0" i="0" u="none" strike="noStrike" cap="none">
                <a:solidFill>
                  <a:srgbClr val="3498DB"/>
                </a:solidFill>
                <a:latin typeface="Arial"/>
                <a:ea typeface="Arial"/>
                <a:cs typeface="Arial"/>
                <a:sym typeface="Arial"/>
              </a:rPr>
              <a:t>▪</a:t>
            </a:r>
            <a:endParaRPr/>
          </a:p>
        </p:txBody>
      </p:sp>
      <p:sp>
        <p:nvSpPr>
          <p:cNvPr id="182" name="Google Shape;182;p18"/>
          <p:cNvSpPr txBox="1"/>
          <p:nvPr/>
        </p:nvSpPr>
        <p:spPr>
          <a:xfrm>
            <a:off x="952500" y="4486275"/>
            <a:ext cx="104775" cy="428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0" i="0" u="none" strike="noStrike" cap="none">
                <a:solidFill>
                  <a:srgbClr val="3498DB"/>
                </a:solidFill>
                <a:latin typeface="Arial"/>
                <a:ea typeface="Arial"/>
                <a:cs typeface="Arial"/>
                <a:sym typeface="Arial"/>
              </a:rPr>
              <a:t>▪</a:t>
            </a:r>
            <a:endParaRPr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70EAC3DA-ABFD-AFE8-DB8B-D4CEAF4867B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39885" y="2428875"/>
            <a:ext cx="1786685" cy="533826"/>
          </a:xfrm>
          <a:prstGeom prst="rect">
            <a:avLst/>
          </a:prstGeom>
        </p:spPr>
      </p:pic>
      <p:pic>
        <p:nvPicPr>
          <p:cNvPr id="5" name="Imagen 4" descr="Imagen que contiene Texto&#10;&#10;El contenido generado por IA puede ser incorrecto.">
            <a:extLst>
              <a:ext uri="{FF2B5EF4-FFF2-40B4-BE49-F238E27FC236}">
                <a16:creationId xmlns:a16="http://schemas.microsoft.com/office/drawing/2014/main" id="{A7AC8A1D-091E-6B8E-0D16-2E60212CD38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8374" y="2505075"/>
            <a:ext cx="2255002" cy="685799"/>
          </a:xfrm>
          <a:prstGeom prst="rect">
            <a:avLst/>
          </a:prstGeom>
        </p:spPr>
      </p:pic>
      <p:pic>
        <p:nvPicPr>
          <p:cNvPr id="7" name="Imagen 6" descr="Imagen que contiene Forma&#10;&#10;El contenido generado por IA puede ser incorrecto.">
            <a:extLst>
              <a:ext uri="{FF2B5EF4-FFF2-40B4-BE49-F238E27FC236}">
                <a16:creationId xmlns:a16="http://schemas.microsoft.com/office/drawing/2014/main" id="{CD408E51-8858-8D2A-823B-08EA29FD22C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15809" y="4331826"/>
            <a:ext cx="2695951" cy="60968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7" name="Google Shape;187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381750" y="1438275"/>
            <a:ext cx="5048250" cy="4943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2000" y="2238375"/>
            <a:ext cx="5048250" cy="838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1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572250" y="3000375"/>
            <a:ext cx="4667250" cy="838200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19"/>
          <p:cNvSpPr txBox="1"/>
          <p:nvPr/>
        </p:nvSpPr>
        <p:spPr>
          <a:xfrm>
            <a:off x="762000" y="1019175"/>
            <a:ext cx="9672771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 dirty="0" err="1">
                <a:solidFill>
                  <a:srgbClr val="27AE60"/>
                </a:solidFill>
                <a:latin typeface="Arial"/>
                <a:ea typeface="Arial"/>
                <a:cs typeface="Arial"/>
                <a:sym typeface="Arial"/>
              </a:rPr>
              <a:t>Ejemplo</a:t>
            </a:r>
            <a:r>
              <a:rPr lang="en-US" sz="3150" b="1" i="0" u="none" strike="noStrike" cap="none" dirty="0">
                <a:solidFill>
                  <a:srgbClr val="27AE6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150" b="1" i="0" u="none" strike="noStrike" cap="none" dirty="0" err="1">
                <a:solidFill>
                  <a:srgbClr val="27AE60"/>
                </a:solidFill>
                <a:latin typeface="Arial"/>
                <a:ea typeface="Arial"/>
                <a:cs typeface="Arial"/>
                <a:sym typeface="Arial"/>
              </a:rPr>
              <a:t>Completo</a:t>
            </a:r>
            <a:r>
              <a:rPr lang="en-US" sz="3150" b="1" i="0" u="none" strike="noStrike" cap="none" dirty="0">
                <a:solidFill>
                  <a:srgbClr val="27AE60"/>
                </a:solidFill>
                <a:latin typeface="Arial"/>
                <a:ea typeface="Arial"/>
                <a:cs typeface="Arial"/>
                <a:sym typeface="Arial"/>
              </a:rPr>
              <a:t>: A FND</a:t>
            </a:r>
            <a:endParaRPr dirty="0"/>
          </a:p>
        </p:txBody>
      </p:sp>
      <p:sp>
        <p:nvSpPr>
          <p:cNvPr id="192" name="Google Shape;192;p19"/>
          <p:cNvSpPr txBox="1"/>
          <p:nvPr/>
        </p:nvSpPr>
        <p:spPr>
          <a:xfrm>
            <a:off x="762000" y="1666875"/>
            <a:ext cx="504825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Expresión Inicial:</a:t>
            </a:r>
            <a:endParaRPr/>
          </a:p>
        </p:txBody>
      </p:sp>
      <p:sp>
        <p:nvSpPr>
          <p:cNvPr id="193" name="Google Shape;193;p19"/>
          <p:cNvSpPr txBox="1"/>
          <p:nvPr/>
        </p:nvSpPr>
        <p:spPr>
          <a:xfrm>
            <a:off x="6572250" y="1857375"/>
            <a:ext cx="466725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Paso Único (Distributividad):</a:t>
            </a:r>
            <a:endParaRPr/>
          </a:p>
        </p:txBody>
      </p:sp>
      <p:sp>
        <p:nvSpPr>
          <p:cNvPr id="194" name="Google Shape;194;p19"/>
          <p:cNvSpPr txBox="1"/>
          <p:nvPr/>
        </p:nvSpPr>
        <p:spPr>
          <a:xfrm>
            <a:off x="6572250" y="2428875"/>
            <a:ext cx="466725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Repartimos </a:t>
            </a:r>
            <a:r>
              <a:rPr lang="en-US" sz="1800" b="1" i="0" u="none" strike="noStrike" cap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P ∧</a:t>
            </a:r>
            <a:r>
              <a:rPr lang="en-US" sz="1800" b="0" i="0" u="none" strike="noStrike" cap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a cada término:</a:t>
            </a:r>
            <a:endParaRPr/>
          </a:p>
        </p:txBody>
      </p:sp>
      <p:sp>
        <p:nvSpPr>
          <p:cNvPr id="195" name="Google Shape;195;p19"/>
          <p:cNvSpPr txBox="1"/>
          <p:nvPr/>
        </p:nvSpPr>
        <p:spPr>
          <a:xfrm>
            <a:off x="6572250" y="4029075"/>
            <a:ext cx="466725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1E8449"/>
                </a:solidFill>
                <a:latin typeface="Arial"/>
                <a:ea typeface="Arial"/>
                <a:cs typeface="Arial"/>
                <a:sym typeface="Arial"/>
              </a:rPr>
              <a:t>1. Grupo AND: (P ∧ Q)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500" b="0" i="0" u="none" strike="noStrike" cap="none">
                <a:solidFill>
                  <a:srgbClr val="1E8449"/>
                </a:solidFill>
                <a:latin typeface="Arial"/>
                <a:ea typeface="Arial"/>
                <a:cs typeface="Arial"/>
                <a:sym typeface="Arial"/>
              </a:rPr>
              <a:t> 2. Conector: ∨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500" b="0" i="0" u="none" strike="noStrike" cap="none">
                <a:solidFill>
                  <a:srgbClr val="1E8449"/>
                </a:solidFill>
                <a:latin typeface="Arial"/>
                <a:ea typeface="Arial"/>
                <a:cs typeface="Arial"/>
                <a:sym typeface="Arial"/>
              </a:rPr>
              <a:t> 3. Grupo AND: (P ∧ ¬R)</a:t>
            </a:r>
            <a:endParaRPr/>
          </a:p>
        </p:txBody>
      </p:sp>
      <p:sp>
        <p:nvSpPr>
          <p:cNvPr id="196" name="Google Shape;196;p19"/>
          <p:cNvSpPr txBox="1"/>
          <p:nvPr/>
        </p:nvSpPr>
        <p:spPr>
          <a:xfrm>
            <a:off x="1238250" y="3362325"/>
            <a:ext cx="4572000" cy="12464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 err="1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Análisis</a:t>
            </a:r>
            <a:r>
              <a:rPr lang="en-US" sz="1800" b="1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r>
              <a:rPr lang="en-US" sz="1800" b="0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El </a:t>
            </a:r>
            <a:r>
              <a:rPr lang="en-US" sz="1800" b="0" i="0" u="none" strike="noStrike" cap="none" dirty="0" err="1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operador</a:t>
            </a:r>
            <a:r>
              <a:rPr lang="en-US" sz="1800" b="0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principal es </a:t>
            </a:r>
            <a:r>
              <a:rPr lang="en-US" sz="1800" b="0" i="0" u="none" strike="noStrike" cap="none" dirty="0" err="1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conjuncion</a:t>
            </a:r>
            <a:r>
              <a:rPr lang="en-US" sz="1800" b="0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. Para FND, </a:t>
            </a:r>
            <a:r>
              <a:rPr lang="en-US" sz="1800" b="0" i="0" u="none" strike="noStrike" cap="none" dirty="0" err="1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el</a:t>
            </a:r>
            <a:r>
              <a:rPr lang="en-US" sz="1800" b="0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800" b="0" i="0" u="none" strike="noStrike" cap="none" dirty="0" err="1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operador</a:t>
            </a:r>
            <a:r>
              <a:rPr lang="en-US" sz="1800" b="0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principal </a:t>
            </a:r>
            <a:r>
              <a:rPr lang="en-US" sz="1800" b="0" i="0" u="none" strike="noStrike" cap="none" dirty="0" err="1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debe</a:t>
            </a:r>
            <a:r>
              <a:rPr lang="en-US" sz="1800" b="0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ser </a:t>
            </a:r>
            <a:r>
              <a:rPr lang="en-US" sz="1800" b="0" i="0" u="none" strike="noStrike" cap="none" dirty="0" err="1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disyuncion</a:t>
            </a:r>
            <a:r>
              <a:rPr lang="en-US" sz="1800" b="0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dirty="0"/>
          </a:p>
        </p:txBody>
      </p:sp>
      <p:sp>
        <p:nvSpPr>
          <p:cNvPr id="197" name="Google Shape;197;p19"/>
          <p:cNvSpPr txBox="1"/>
          <p:nvPr/>
        </p:nvSpPr>
        <p:spPr>
          <a:xfrm>
            <a:off x="1238250" y="4654540"/>
            <a:ext cx="45720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 err="1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Acción</a:t>
            </a:r>
            <a:r>
              <a:rPr lang="en-US" sz="1800" b="1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r>
              <a:rPr lang="en-US" sz="1800" b="0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800" b="0" i="0" u="none" strike="noStrike" cap="none" dirty="0" err="1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Aplicar</a:t>
            </a:r>
            <a:r>
              <a:rPr lang="en-US" sz="1800" b="0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800" b="0" i="0" u="none" strike="noStrike" cap="none" dirty="0" err="1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Distributividad</a:t>
            </a:r>
            <a:r>
              <a:rPr lang="en-US" sz="1800" b="0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(meter </a:t>
            </a:r>
            <a:r>
              <a:rPr lang="en-US" sz="1800" b="0" i="0" u="none" strike="noStrike" cap="none" dirty="0" err="1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el</a:t>
            </a:r>
            <a:r>
              <a:rPr lang="en-US" sz="1800" b="0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P).</a:t>
            </a:r>
            <a:endParaRPr dirty="0"/>
          </a:p>
        </p:txBody>
      </p:sp>
      <p:sp>
        <p:nvSpPr>
          <p:cNvPr id="198" name="Google Shape;198;p19"/>
          <p:cNvSpPr txBox="1"/>
          <p:nvPr/>
        </p:nvSpPr>
        <p:spPr>
          <a:xfrm>
            <a:off x="952500" y="3314700"/>
            <a:ext cx="104775" cy="428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0" i="0" u="none" strike="noStrike" cap="none">
                <a:solidFill>
                  <a:srgbClr val="3498DB"/>
                </a:solidFill>
                <a:latin typeface="Arial"/>
                <a:ea typeface="Arial"/>
                <a:cs typeface="Arial"/>
                <a:sym typeface="Arial"/>
              </a:rPr>
              <a:t>▪</a:t>
            </a:r>
            <a:endParaRPr/>
          </a:p>
        </p:txBody>
      </p:sp>
      <p:sp>
        <p:nvSpPr>
          <p:cNvPr id="199" name="Google Shape;199;p19"/>
          <p:cNvSpPr txBox="1"/>
          <p:nvPr/>
        </p:nvSpPr>
        <p:spPr>
          <a:xfrm>
            <a:off x="957834" y="4568815"/>
            <a:ext cx="104775" cy="428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0" i="0" u="none" strike="noStrike" cap="none" dirty="0">
                <a:solidFill>
                  <a:srgbClr val="3498DB"/>
                </a:solidFill>
                <a:latin typeface="Arial"/>
                <a:ea typeface="Arial"/>
                <a:cs typeface="Arial"/>
                <a:sym typeface="Arial"/>
              </a:rPr>
              <a:t>▪</a:t>
            </a:r>
            <a:endParaRPr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20"/>
          <p:cNvSpPr txBox="1"/>
          <p:nvPr/>
        </p:nvSpPr>
        <p:spPr>
          <a:xfrm>
            <a:off x="762000" y="1081088"/>
            <a:ext cx="11201400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 dirty="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rPr>
              <a:t>Reglas de </a:t>
            </a:r>
            <a:r>
              <a:rPr lang="en-US" sz="3150" b="1" i="0" u="none" strike="noStrike" cap="none" dirty="0" err="1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rPr>
              <a:t>Transformación</a:t>
            </a:r>
            <a:endParaRPr dirty="0"/>
          </a:p>
        </p:txBody>
      </p:sp>
      <p:sp>
        <p:nvSpPr>
          <p:cNvPr id="205" name="Google Shape;205;p20"/>
          <p:cNvSpPr/>
          <p:nvPr/>
        </p:nvSpPr>
        <p:spPr>
          <a:xfrm>
            <a:off x="762000" y="1728788"/>
            <a:ext cx="10668000" cy="28575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06" name="Google Shape;206;p20"/>
          <p:cNvGraphicFramePr/>
          <p:nvPr>
            <p:extLst>
              <p:ext uri="{D42A27DB-BD31-4B8C-83A1-F6EECF244321}">
                <p14:modId xmlns:p14="http://schemas.microsoft.com/office/powerpoint/2010/main" val="3457972862"/>
              </p:ext>
            </p:extLst>
          </p:nvPr>
        </p:nvGraphicFramePr>
        <p:xfrm>
          <a:off x="762000" y="2138362"/>
          <a:ext cx="10668000" cy="3638550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2766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87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14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064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dirty="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Nombre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Regla / Fórmula</a:t>
                      </a:r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dirty="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Uso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64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i="0" u="none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Implicación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>
                          <a:solidFill>
                            <a:srgbClr val="33333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 → B ≡ ¬A ∨ B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dirty="0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Paso 1: </a:t>
                      </a:r>
                      <a:r>
                        <a:rPr lang="en-US" sz="1800" b="0" i="0" u="none" dirty="0" err="1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Limpieza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64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i="0" u="none" dirty="0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 Morgan 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dirty="0">
                          <a:solidFill>
                            <a:srgbClr val="33333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¬(A ∨ B) ≡ ¬A ∧ ¬B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Paso 2: Meter negación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64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i="0" u="none" dirty="0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 Morgan 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>
                          <a:solidFill>
                            <a:srgbClr val="33333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¬(A ∧ B) ≡ ¬A ∨ ¬B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Paso 2: Meter negación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64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i="0" u="none" dirty="0" err="1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Distributiva</a:t>
                      </a:r>
                      <a:r>
                        <a:rPr lang="en-US" sz="1800" b="1" i="0" u="none" dirty="0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(FNC)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>
                          <a:solidFill>
                            <a:srgbClr val="33333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 ∨ (B ∧ C) ≡ (A∨B) ∧ (A∨C)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dirty="0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Paso 3: Crear </a:t>
                      </a:r>
                      <a:r>
                        <a:rPr lang="en-US" sz="1800" b="0" i="0" u="none" dirty="0" err="1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grupos</a:t>
                      </a:r>
                      <a:r>
                        <a:rPr lang="en-US" sz="1800" b="0" i="0" u="none" dirty="0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r>
                        <a:rPr lang="en-US" sz="1800" b="0" i="0" u="none" dirty="0" err="1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disyuntivos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3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64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i="0" u="none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Distributiva (FND)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F8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dirty="0">
                          <a:solidFill>
                            <a:srgbClr val="33333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 ∧ (B ∨ C) ≡ (A∧B) ∨ (A∧C)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F8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dirty="0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Paso 3: Crear </a:t>
                      </a:r>
                      <a:r>
                        <a:rPr lang="en-US" sz="1800" b="0" i="0" u="none" dirty="0" err="1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grupos</a:t>
                      </a:r>
                      <a:r>
                        <a:rPr lang="en-US" sz="1800" b="0" i="0" u="none" dirty="0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r>
                        <a:rPr lang="en-US" sz="1800" b="0" i="0" u="none" dirty="0" err="1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conjuntivos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F8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>
          <a:extLst>
            <a:ext uri="{FF2B5EF4-FFF2-40B4-BE49-F238E27FC236}">
              <a16:creationId xmlns:a16="http://schemas.microsoft.com/office/drawing/2014/main" id="{DBED9066-DE6B-750A-22BD-07E790B31F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84;p13" descr="image.png">
            <a:extLst>
              <a:ext uri="{FF2B5EF4-FFF2-40B4-BE49-F238E27FC236}">
                <a16:creationId xmlns:a16="http://schemas.microsoft.com/office/drawing/2014/main" id="{51E8C3F5-B16B-EBD3-3AAB-220EF965770E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535489" y="2151888"/>
            <a:ext cx="5267325" cy="85725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Google Shape;87;p13">
            <a:extLst>
              <a:ext uri="{FF2B5EF4-FFF2-40B4-BE49-F238E27FC236}">
                <a16:creationId xmlns:a16="http://schemas.microsoft.com/office/drawing/2014/main" id="{8364ABF8-41FC-16D1-B8A4-F282FC5CEE98}"/>
              </a:ext>
            </a:extLst>
          </p:cNvPr>
          <p:cNvSpPr txBox="1"/>
          <p:nvPr/>
        </p:nvSpPr>
        <p:spPr>
          <a:xfrm>
            <a:off x="3040189" y="818388"/>
            <a:ext cx="6257925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0" i="0" u="none" strike="noStrike" cap="none">
                <a:solidFill>
                  <a:srgbClr val="64748B"/>
                </a:solidFill>
                <a:latin typeface="Montserrat"/>
                <a:ea typeface="Montserrat"/>
                <a:cs typeface="Montserrat"/>
                <a:sym typeface="Montserrat"/>
              </a:rPr>
              <a:t>De Expresión Compleja a FNC y FND</a:t>
            </a:r>
            <a:endParaRPr/>
          </a:p>
        </p:txBody>
      </p:sp>
      <p:sp>
        <p:nvSpPr>
          <p:cNvPr id="4" name="Google Shape;88;p13">
            <a:extLst>
              <a:ext uri="{FF2B5EF4-FFF2-40B4-BE49-F238E27FC236}">
                <a16:creationId xmlns:a16="http://schemas.microsoft.com/office/drawing/2014/main" id="{082C3953-F110-0C1E-69DD-BBE1167D60B3}"/>
              </a:ext>
            </a:extLst>
          </p:cNvPr>
          <p:cNvSpPr txBox="1"/>
          <p:nvPr/>
        </p:nvSpPr>
        <p:spPr>
          <a:xfrm>
            <a:off x="3926014" y="2351913"/>
            <a:ext cx="4486275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2563EB"/>
                </a:solidFill>
                <a:latin typeface="Roboto Mono"/>
                <a:ea typeface="Roboto Mono"/>
                <a:cs typeface="Roboto Mono"/>
                <a:sym typeface="Roboto Mono"/>
              </a:rPr>
              <a:t>¬</a:t>
            </a:r>
            <a:r>
              <a:rPr lang="en-US" sz="2400" b="0" i="0" u="none" strike="noStrike" cap="none">
                <a:solidFill>
                  <a:srgbClr val="334155"/>
                </a:solidFill>
                <a:latin typeface="Roboto Mono"/>
                <a:ea typeface="Roboto Mono"/>
                <a:cs typeface="Roboto Mono"/>
                <a:sym typeface="Roboto Mono"/>
              </a:rPr>
              <a:t> [ (P </a:t>
            </a:r>
            <a:r>
              <a:rPr lang="en-US" sz="2400" b="1" i="0" u="none" strike="noStrike" cap="none">
                <a:solidFill>
                  <a:srgbClr val="2563EB"/>
                </a:solidFill>
                <a:latin typeface="Roboto Mono"/>
                <a:ea typeface="Roboto Mono"/>
                <a:cs typeface="Roboto Mono"/>
                <a:sym typeface="Roboto Mono"/>
              </a:rPr>
              <a:t>→</a:t>
            </a:r>
            <a:r>
              <a:rPr lang="en-US" sz="2400" b="0" i="0" u="none" strike="noStrike" cap="none">
                <a:solidFill>
                  <a:srgbClr val="334155"/>
                </a:solidFill>
                <a:latin typeface="Roboto Mono"/>
                <a:ea typeface="Roboto Mono"/>
                <a:cs typeface="Roboto Mono"/>
                <a:sym typeface="Roboto Mono"/>
              </a:rPr>
              <a:t> Q) </a:t>
            </a:r>
            <a:r>
              <a:rPr lang="en-US" sz="2400" b="1" i="0" u="none" strike="noStrike" cap="none">
                <a:solidFill>
                  <a:srgbClr val="2563EB"/>
                </a:solidFill>
                <a:latin typeface="Roboto Mono"/>
                <a:ea typeface="Roboto Mono"/>
                <a:cs typeface="Roboto Mono"/>
                <a:sym typeface="Roboto Mono"/>
              </a:rPr>
              <a:t>∧</a:t>
            </a:r>
            <a:r>
              <a:rPr lang="en-US" sz="2400" b="0" i="0" u="none" strike="noStrike" cap="none">
                <a:solidFill>
                  <a:srgbClr val="334155"/>
                </a:solidFill>
                <a:latin typeface="Roboto Mono"/>
                <a:ea typeface="Roboto Mono"/>
                <a:cs typeface="Roboto Mono"/>
                <a:sym typeface="Roboto Mono"/>
              </a:rPr>
              <a:t> (Q </a:t>
            </a:r>
            <a:r>
              <a:rPr lang="en-US" sz="2400" b="1" i="0" u="none" strike="noStrike" cap="none">
                <a:solidFill>
                  <a:srgbClr val="2563EB"/>
                </a:solidFill>
                <a:latin typeface="Roboto Mono"/>
                <a:ea typeface="Roboto Mono"/>
                <a:cs typeface="Roboto Mono"/>
                <a:sym typeface="Roboto Mono"/>
              </a:rPr>
              <a:t>→</a:t>
            </a:r>
            <a:r>
              <a:rPr lang="en-US" sz="2400" b="0" i="0" u="none" strike="noStrike" cap="none">
                <a:solidFill>
                  <a:srgbClr val="334155"/>
                </a:solidFill>
                <a:latin typeface="Roboto Mono"/>
                <a:ea typeface="Roboto Mono"/>
                <a:cs typeface="Roboto Mono"/>
                <a:sym typeface="Roboto Mono"/>
              </a:rPr>
              <a:t> R) ]</a:t>
            </a:r>
            <a:endParaRPr/>
          </a:p>
        </p:txBody>
      </p:sp>
      <p:sp>
        <p:nvSpPr>
          <p:cNvPr id="25" name="Google Shape;95;p14">
            <a:extLst>
              <a:ext uri="{FF2B5EF4-FFF2-40B4-BE49-F238E27FC236}">
                <a16:creationId xmlns:a16="http://schemas.microsoft.com/office/drawing/2014/main" id="{BB6E90E0-A258-9972-45AB-0E86F49A1D33}"/>
              </a:ext>
            </a:extLst>
          </p:cNvPr>
          <p:cNvSpPr txBox="1"/>
          <p:nvPr/>
        </p:nvSpPr>
        <p:spPr>
          <a:xfrm>
            <a:off x="495300" y="3209163"/>
            <a:ext cx="112014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1. Eliminar Implicaciones</a:t>
            </a:r>
            <a:endParaRPr/>
          </a:p>
        </p:txBody>
      </p:sp>
      <p:sp>
        <p:nvSpPr>
          <p:cNvPr id="28" name="Google Shape;98;p14">
            <a:extLst>
              <a:ext uri="{FF2B5EF4-FFF2-40B4-BE49-F238E27FC236}">
                <a16:creationId xmlns:a16="http://schemas.microsoft.com/office/drawing/2014/main" id="{B241FE42-B58B-E969-465D-AB079AD5D2FF}"/>
              </a:ext>
            </a:extLst>
          </p:cNvPr>
          <p:cNvSpPr txBox="1"/>
          <p:nvPr/>
        </p:nvSpPr>
        <p:spPr>
          <a:xfrm>
            <a:off x="495300" y="4030694"/>
            <a:ext cx="5095875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 err="1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Objetivo</a:t>
            </a:r>
            <a:r>
              <a:rPr lang="en-US" sz="1800" b="1" i="0" u="none" strike="noStrike" cap="none" dirty="0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: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Deshacernos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 de las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flechas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 (</a:t>
            </a:r>
            <a:r>
              <a:rPr lang="en-US" sz="1800" b="1" i="0" u="none" strike="noStrike" cap="none" dirty="0">
                <a:solidFill>
                  <a:srgbClr val="2563EB"/>
                </a:solidFill>
                <a:latin typeface="Montserrat"/>
                <a:ea typeface="Montserrat"/>
                <a:cs typeface="Montserrat"/>
                <a:sym typeface="Montserrat"/>
              </a:rPr>
              <a:t>→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).</a:t>
            </a:r>
            <a:endParaRPr dirty="0"/>
          </a:p>
        </p:txBody>
      </p:sp>
      <p:sp>
        <p:nvSpPr>
          <p:cNvPr id="29" name="Google Shape;99;p14">
            <a:extLst>
              <a:ext uri="{FF2B5EF4-FFF2-40B4-BE49-F238E27FC236}">
                <a16:creationId xmlns:a16="http://schemas.microsoft.com/office/drawing/2014/main" id="{F0070541-0416-F03B-D0C5-D0E9D01840EE}"/>
              </a:ext>
            </a:extLst>
          </p:cNvPr>
          <p:cNvSpPr txBox="1"/>
          <p:nvPr/>
        </p:nvSpPr>
        <p:spPr>
          <a:xfrm>
            <a:off x="514350" y="4573619"/>
            <a:ext cx="5095875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Regla: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b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800" b="0" i="0" u="none" strike="noStrike" cap="none" dirty="0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A → B ≡ ¬A ∨ B</a:t>
            </a:r>
            <a:endParaRPr dirty="0"/>
          </a:p>
        </p:txBody>
      </p:sp>
      <p:sp>
        <p:nvSpPr>
          <p:cNvPr id="30" name="Google Shape;100;p14">
            <a:extLst>
              <a:ext uri="{FF2B5EF4-FFF2-40B4-BE49-F238E27FC236}">
                <a16:creationId xmlns:a16="http://schemas.microsoft.com/office/drawing/2014/main" id="{9BE6D7B4-8D79-813D-6813-7FFC587EA784}"/>
              </a:ext>
            </a:extLst>
          </p:cNvPr>
          <p:cNvSpPr txBox="1"/>
          <p:nvPr/>
        </p:nvSpPr>
        <p:spPr>
          <a:xfrm>
            <a:off x="809625" y="6871525"/>
            <a:ext cx="66675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•</a:t>
            </a:r>
            <a:endParaRPr/>
          </a:p>
        </p:txBody>
      </p:sp>
      <p:sp>
        <p:nvSpPr>
          <p:cNvPr id="31" name="Google Shape;101;p14">
            <a:extLst>
              <a:ext uri="{FF2B5EF4-FFF2-40B4-BE49-F238E27FC236}">
                <a16:creationId xmlns:a16="http://schemas.microsoft.com/office/drawing/2014/main" id="{F56E898D-A3AC-9938-B545-5814ED6840B9}"/>
              </a:ext>
            </a:extLst>
          </p:cNvPr>
          <p:cNvSpPr txBox="1"/>
          <p:nvPr/>
        </p:nvSpPr>
        <p:spPr>
          <a:xfrm>
            <a:off x="514350" y="5595175"/>
            <a:ext cx="4714875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 err="1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Aplicamos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 la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regla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dentro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 de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cada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paréntesis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interno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  <a:endParaRPr dirty="0"/>
          </a:p>
        </p:txBody>
      </p:sp>
      <p:sp>
        <p:nvSpPr>
          <p:cNvPr id="32" name="Google Shape;102;p14">
            <a:extLst>
              <a:ext uri="{FF2B5EF4-FFF2-40B4-BE49-F238E27FC236}">
                <a16:creationId xmlns:a16="http://schemas.microsoft.com/office/drawing/2014/main" id="{8488EDEA-E6FB-2678-2078-D5DD5D434C29}"/>
              </a:ext>
            </a:extLst>
          </p:cNvPr>
          <p:cNvSpPr txBox="1"/>
          <p:nvPr/>
        </p:nvSpPr>
        <p:spPr>
          <a:xfrm>
            <a:off x="809625" y="7557325"/>
            <a:ext cx="66675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•</a:t>
            </a:r>
            <a:endParaRPr/>
          </a:p>
        </p:txBody>
      </p:sp>
      <p:pic>
        <p:nvPicPr>
          <p:cNvPr id="42" name="Imagen 41" descr="Interfaz de usuario gráfica, Texto, Aplicación, Chat o mensaje de texto&#10;&#10;El contenido generado por IA puede ser incorrecto.">
            <a:extLst>
              <a:ext uri="{FF2B5EF4-FFF2-40B4-BE49-F238E27FC236}">
                <a16:creationId xmlns:a16="http://schemas.microsoft.com/office/drawing/2014/main" id="{208D33FE-E619-4036-2C8E-D42304FB238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61099" y="3587228"/>
            <a:ext cx="3540631" cy="30967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029130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" name="Google Shape;115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2000" y="3181350"/>
            <a:ext cx="10668000" cy="1143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2000" y="5286375"/>
            <a:ext cx="10668000" cy="1143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5"/>
          <p:cNvSpPr txBox="1"/>
          <p:nvPr/>
        </p:nvSpPr>
        <p:spPr>
          <a:xfrm>
            <a:off x="762000" y="1047750"/>
            <a:ext cx="112014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2. Interiorizar Negación (De Morgan)</a:t>
            </a:r>
            <a:endParaRPr/>
          </a:p>
        </p:txBody>
      </p:sp>
      <p:sp>
        <p:nvSpPr>
          <p:cNvPr id="118" name="Google Shape;118;p15"/>
          <p:cNvSpPr/>
          <p:nvPr/>
        </p:nvSpPr>
        <p:spPr>
          <a:xfrm>
            <a:off x="762000" y="1733550"/>
            <a:ext cx="10668000" cy="381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15"/>
          <p:cNvSpPr txBox="1"/>
          <p:nvPr/>
        </p:nvSpPr>
        <p:spPr>
          <a:xfrm>
            <a:off x="762000" y="2286000"/>
            <a:ext cx="10668000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La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negación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 externa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debe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entrar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. Al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hacerlo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, cambia </a:t>
            </a:r>
            <a:r>
              <a:rPr lang="en-US" dirty="0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la </a:t>
            </a:r>
            <a:r>
              <a:rPr lang="en-US" dirty="0" err="1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conjuncion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 central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por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una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disyuncion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 y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niega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cada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grupo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  <a:endParaRPr dirty="0"/>
          </a:p>
        </p:txBody>
      </p:sp>
      <p:sp>
        <p:nvSpPr>
          <p:cNvPr id="121" name="Google Shape;121;p15"/>
          <p:cNvSpPr txBox="1"/>
          <p:nvPr/>
        </p:nvSpPr>
        <p:spPr>
          <a:xfrm>
            <a:off x="762000" y="6438900"/>
            <a:ext cx="10668000" cy="47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1" u="none" strike="noStrike" cap="none" dirty="0" err="1">
                <a:solidFill>
                  <a:srgbClr val="64748B"/>
                </a:solidFill>
                <a:latin typeface="Montserrat"/>
                <a:ea typeface="Montserrat"/>
                <a:cs typeface="Montserrat"/>
                <a:sym typeface="Montserrat"/>
              </a:rPr>
              <a:t>Ahora</a:t>
            </a:r>
            <a:r>
              <a:rPr lang="en-US" sz="1500" b="0" i="1" u="none" strike="noStrike" cap="none" dirty="0">
                <a:solidFill>
                  <a:srgbClr val="64748B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500" b="0" i="1" u="none" strike="noStrike" cap="none" dirty="0" err="1">
                <a:solidFill>
                  <a:srgbClr val="64748B"/>
                </a:solidFill>
                <a:latin typeface="Montserrat"/>
                <a:ea typeface="Montserrat"/>
                <a:cs typeface="Montserrat"/>
                <a:sym typeface="Montserrat"/>
              </a:rPr>
              <a:t>tenemos</a:t>
            </a:r>
            <a:r>
              <a:rPr lang="en-US" sz="1500" b="0" i="1" u="none" strike="noStrike" cap="none" dirty="0">
                <a:solidFill>
                  <a:srgbClr val="64748B"/>
                </a:solidFill>
                <a:latin typeface="Montserrat"/>
                <a:ea typeface="Montserrat"/>
                <a:cs typeface="Montserrat"/>
                <a:sym typeface="Montserrat"/>
              </a:rPr>
              <a:t> dos </a:t>
            </a:r>
            <a:r>
              <a:rPr lang="en-US" sz="1500" b="0" i="1" u="none" strike="noStrike" cap="none" dirty="0" err="1">
                <a:solidFill>
                  <a:srgbClr val="64748B"/>
                </a:solidFill>
                <a:latin typeface="Montserrat"/>
                <a:ea typeface="Montserrat"/>
                <a:cs typeface="Montserrat"/>
                <a:sym typeface="Montserrat"/>
              </a:rPr>
              <a:t>negaciones</a:t>
            </a:r>
            <a:r>
              <a:rPr lang="en-US" sz="1500" b="0" i="1" u="none" strike="noStrike" cap="none" dirty="0">
                <a:solidFill>
                  <a:srgbClr val="64748B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500" b="0" i="1" u="none" strike="noStrike" cap="none" dirty="0" err="1">
                <a:solidFill>
                  <a:srgbClr val="64748B"/>
                </a:solidFill>
                <a:latin typeface="Montserrat"/>
                <a:ea typeface="Montserrat"/>
                <a:cs typeface="Montserrat"/>
                <a:sym typeface="Montserrat"/>
              </a:rPr>
              <a:t>nuevas</a:t>
            </a:r>
            <a:r>
              <a:rPr lang="en-US" sz="1500" b="0" i="1" u="none" strike="noStrike" cap="none" dirty="0">
                <a:solidFill>
                  <a:srgbClr val="64748B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500" b="0" i="1" u="none" strike="noStrike" cap="none" dirty="0" err="1">
                <a:solidFill>
                  <a:srgbClr val="64748B"/>
                </a:solidFill>
                <a:latin typeface="Montserrat"/>
                <a:ea typeface="Montserrat"/>
                <a:cs typeface="Montserrat"/>
                <a:sym typeface="Montserrat"/>
              </a:rPr>
              <a:t>listas</a:t>
            </a:r>
            <a:r>
              <a:rPr lang="en-US" sz="1500" b="0" i="1" u="none" strike="noStrike" cap="none" dirty="0">
                <a:solidFill>
                  <a:srgbClr val="64748B"/>
                </a:solidFill>
                <a:latin typeface="Montserrat"/>
                <a:ea typeface="Montserrat"/>
                <a:cs typeface="Montserrat"/>
                <a:sym typeface="Montserrat"/>
              </a:rPr>
              <a:t> para </a:t>
            </a:r>
            <a:r>
              <a:rPr lang="en-US" sz="1500" b="0" i="1" u="none" strike="noStrike" cap="none" dirty="0" err="1">
                <a:solidFill>
                  <a:srgbClr val="64748B"/>
                </a:solidFill>
                <a:latin typeface="Montserrat"/>
                <a:ea typeface="Montserrat"/>
                <a:cs typeface="Montserrat"/>
                <a:sym typeface="Montserrat"/>
              </a:rPr>
              <a:t>entrar</a:t>
            </a:r>
            <a:r>
              <a:rPr lang="en-US" sz="1500" b="0" i="1" u="none" strike="noStrike" cap="none" dirty="0">
                <a:solidFill>
                  <a:srgbClr val="64748B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500" b="0" i="1" u="none" strike="noStrike" cap="none" dirty="0" err="1">
                <a:solidFill>
                  <a:srgbClr val="64748B"/>
                </a:solidFill>
                <a:latin typeface="Montserrat"/>
                <a:ea typeface="Montserrat"/>
                <a:cs typeface="Montserrat"/>
                <a:sym typeface="Montserrat"/>
              </a:rPr>
              <a:t>en</a:t>
            </a:r>
            <a:r>
              <a:rPr lang="en-US" sz="1500" b="0" i="1" u="none" strike="noStrike" cap="none" dirty="0">
                <a:solidFill>
                  <a:srgbClr val="64748B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500" b="0" i="1" u="none" strike="noStrike" cap="none" dirty="0" err="1">
                <a:solidFill>
                  <a:srgbClr val="64748B"/>
                </a:solidFill>
                <a:latin typeface="Montserrat"/>
                <a:ea typeface="Montserrat"/>
                <a:cs typeface="Montserrat"/>
                <a:sym typeface="Montserrat"/>
              </a:rPr>
              <a:t>el</a:t>
            </a:r>
            <a:r>
              <a:rPr lang="en-US" sz="1500" b="0" i="1" u="none" strike="noStrike" cap="none" dirty="0">
                <a:solidFill>
                  <a:srgbClr val="64748B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500" b="0" i="1" u="none" strike="noStrike" cap="none" dirty="0" err="1">
                <a:solidFill>
                  <a:srgbClr val="64748B"/>
                </a:solidFill>
                <a:latin typeface="Montserrat"/>
                <a:ea typeface="Montserrat"/>
                <a:cs typeface="Montserrat"/>
                <a:sym typeface="Montserrat"/>
              </a:rPr>
              <a:t>siguiente</a:t>
            </a:r>
            <a:r>
              <a:rPr lang="en-US" sz="1500" b="0" i="1" u="none" strike="noStrike" cap="none" dirty="0">
                <a:solidFill>
                  <a:srgbClr val="64748B"/>
                </a:solidFill>
                <a:latin typeface="Montserrat"/>
                <a:ea typeface="Montserrat"/>
                <a:cs typeface="Montserrat"/>
                <a:sym typeface="Montserrat"/>
              </a:rPr>
              <a:t> paso.</a:t>
            </a:r>
            <a:endParaRPr dirty="0"/>
          </a:p>
        </p:txBody>
      </p:sp>
      <p:sp>
        <p:nvSpPr>
          <p:cNvPr id="122" name="Google Shape;122;p15"/>
          <p:cNvSpPr txBox="1"/>
          <p:nvPr/>
        </p:nvSpPr>
        <p:spPr>
          <a:xfrm>
            <a:off x="3105894" y="3486150"/>
            <a:ext cx="228600" cy="504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DC2626"/>
                </a:solidFill>
                <a:latin typeface="Roboto Mono"/>
                <a:ea typeface="Roboto Mono"/>
                <a:cs typeface="Roboto Mono"/>
                <a:sym typeface="Roboto Mono"/>
              </a:rPr>
              <a:t>¬</a:t>
            </a:r>
            <a:endParaRPr/>
          </a:p>
        </p:txBody>
      </p:sp>
      <p:sp>
        <p:nvSpPr>
          <p:cNvPr id="123" name="Google Shape;123;p15"/>
          <p:cNvSpPr txBox="1"/>
          <p:nvPr/>
        </p:nvSpPr>
        <p:spPr>
          <a:xfrm>
            <a:off x="6166098" y="3486150"/>
            <a:ext cx="317003" cy="504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2563EB"/>
                </a:solidFill>
                <a:latin typeface="Roboto Mono"/>
                <a:ea typeface="Roboto Mono"/>
                <a:cs typeface="Roboto Mono"/>
                <a:sym typeface="Roboto Mono"/>
              </a:rPr>
              <a:t>∧</a:t>
            </a:r>
            <a:endParaRPr/>
          </a:p>
        </p:txBody>
      </p:sp>
      <p:pic>
        <p:nvPicPr>
          <p:cNvPr id="124" name="Google Shape;124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953125" y="4476750"/>
            <a:ext cx="28575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15"/>
          <p:cNvSpPr txBox="1"/>
          <p:nvPr/>
        </p:nvSpPr>
        <p:spPr>
          <a:xfrm>
            <a:off x="3563094" y="5591175"/>
            <a:ext cx="228600" cy="504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DC2626"/>
                </a:solidFill>
                <a:latin typeface="Roboto Mono"/>
                <a:ea typeface="Roboto Mono"/>
                <a:cs typeface="Roboto Mono"/>
                <a:sym typeface="Roboto Mono"/>
              </a:rPr>
              <a:t>¬</a:t>
            </a:r>
            <a:endParaRPr/>
          </a:p>
        </p:txBody>
      </p:sp>
      <p:sp>
        <p:nvSpPr>
          <p:cNvPr id="126" name="Google Shape;126;p15"/>
          <p:cNvSpPr txBox="1"/>
          <p:nvPr/>
        </p:nvSpPr>
        <p:spPr>
          <a:xfrm>
            <a:off x="5937498" y="5591175"/>
            <a:ext cx="317003" cy="504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2563EB"/>
                </a:solidFill>
                <a:latin typeface="Roboto Mono"/>
                <a:ea typeface="Roboto Mono"/>
                <a:cs typeface="Roboto Mono"/>
                <a:sym typeface="Roboto Mono"/>
              </a:rPr>
              <a:t>∨</a:t>
            </a:r>
            <a:endParaRPr/>
          </a:p>
        </p:txBody>
      </p:sp>
      <p:sp>
        <p:nvSpPr>
          <p:cNvPr id="127" name="Google Shape;127;p15"/>
          <p:cNvSpPr txBox="1"/>
          <p:nvPr/>
        </p:nvSpPr>
        <p:spPr>
          <a:xfrm>
            <a:off x="6483101" y="5591175"/>
            <a:ext cx="228600" cy="504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DC2626"/>
                </a:solidFill>
                <a:latin typeface="Roboto Mono"/>
                <a:ea typeface="Roboto Mono"/>
                <a:cs typeface="Roboto Mono"/>
                <a:sym typeface="Roboto Mono"/>
              </a:rPr>
              <a:t>¬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2" name="Google Shape;132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334125" y="2066925"/>
            <a:ext cx="5095875" cy="1047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4152900"/>
            <a:ext cx="5095875" cy="1647825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16"/>
          <p:cNvSpPr txBox="1"/>
          <p:nvPr/>
        </p:nvSpPr>
        <p:spPr>
          <a:xfrm>
            <a:off x="895350" y="1095375"/>
            <a:ext cx="112014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3. De Morgan (Segunda Pasada)</a:t>
            </a:r>
            <a:endParaRPr/>
          </a:p>
        </p:txBody>
      </p:sp>
      <p:sp>
        <p:nvSpPr>
          <p:cNvPr id="135" name="Google Shape;135;p16"/>
          <p:cNvSpPr/>
          <p:nvPr/>
        </p:nvSpPr>
        <p:spPr>
          <a:xfrm>
            <a:off x="895350" y="1781175"/>
            <a:ext cx="10668000" cy="381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16"/>
          <p:cNvSpPr txBox="1"/>
          <p:nvPr/>
        </p:nvSpPr>
        <p:spPr>
          <a:xfrm>
            <a:off x="762000" y="2714625"/>
            <a:ext cx="5095875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Aplicamos De Morgan nuevamente a los paréntesis pequeños.</a:t>
            </a:r>
            <a:endParaRPr/>
          </a:p>
        </p:txBody>
      </p:sp>
      <p:sp>
        <p:nvSpPr>
          <p:cNvPr id="138" name="Google Shape;138;p16"/>
          <p:cNvSpPr txBox="1"/>
          <p:nvPr/>
        </p:nvSpPr>
        <p:spPr>
          <a:xfrm>
            <a:off x="762000" y="3629025"/>
            <a:ext cx="5095875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Recuerda:</a:t>
            </a:r>
            <a:endParaRPr/>
          </a:p>
        </p:txBody>
      </p:sp>
      <p:sp>
        <p:nvSpPr>
          <p:cNvPr id="139" name="Google Shape;139;p16"/>
          <p:cNvSpPr txBox="1"/>
          <p:nvPr/>
        </p:nvSpPr>
        <p:spPr>
          <a:xfrm>
            <a:off x="1076325" y="4200525"/>
            <a:ext cx="66675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•</a:t>
            </a:r>
            <a:endParaRPr/>
          </a:p>
        </p:txBody>
      </p:sp>
      <p:sp>
        <p:nvSpPr>
          <p:cNvPr id="140" name="Google Shape;140;p16"/>
          <p:cNvSpPr txBox="1"/>
          <p:nvPr/>
        </p:nvSpPr>
        <p:spPr>
          <a:xfrm>
            <a:off x="1143000" y="4200525"/>
            <a:ext cx="4714875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El (</a:t>
            </a:r>
            <a:r>
              <a:rPr lang="en-US" sz="1800" b="1" i="0" u="none" strike="noStrike" cap="none" dirty="0">
                <a:solidFill>
                  <a:srgbClr val="2563EB"/>
                </a:solidFill>
                <a:latin typeface="Montserrat"/>
                <a:ea typeface="Montserrat"/>
                <a:cs typeface="Montserrat"/>
                <a:sym typeface="Montserrat"/>
              </a:rPr>
              <a:t>∨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) cambia a (</a:t>
            </a:r>
            <a:r>
              <a:rPr lang="en-US" sz="1800" b="1" i="0" u="none" strike="noStrike" cap="none" dirty="0">
                <a:solidFill>
                  <a:srgbClr val="2563EB"/>
                </a:solidFill>
                <a:latin typeface="Montserrat"/>
                <a:ea typeface="Montserrat"/>
                <a:cs typeface="Montserrat"/>
                <a:sym typeface="Montserrat"/>
              </a:rPr>
              <a:t>∧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).</a:t>
            </a:r>
            <a:endParaRPr dirty="0"/>
          </a:p>
        </p:txBody>
      </p:sp>
      <p:sp>
        <p:nvSpPr>
          <p:cNvPr id="141" name="Google Shape;141;p16"/>
          <p:cNvSpPr txBox="1"/>
          <p:nvPr/>
        </p:nvSpPr>
        <p:spPr>
          <a:xfrm>
            <a:off x="1076325" y="4543425"/>
            <a:ext cx="66675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•</a:t>
            </a:r>
            <a:endParaRPr/>
          </a:p>
        </p:txBody>
      </p:sp>
      <p:sp>
        <p:nvSpPr>
          <p:cNvPr id="142" name="Google Shape;142;p16"/>
          <p:cNvSpPr txBox="1"/>
          <p:nvPr/>
        </p:nvSpPr>
        <p:spPr>
          <a:xfrm>
            <a:off x="1143000" y="4543425"/>
            <a:ext cx="4714875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DC2626"/>
                </a:solidFill>
                <a:latin typeface="Montserrat"/>
                <a:ea typeface="Montserrat"/>
                <a:cs typeface="Montserrat"/>
                <a:sym typeface="Montserrat"/>
              </a:rPr>
              <a:t>¬(¬P)</a:t>
            </a:r>
            <a:r>
              <a:rPr lang="en-US" sz="1800" b="0" i="0" u="none" strike="noStrike" cap="none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 se convierte en </a:t>
            </a:r>
            <a:r>
              <a:rPr lang="en-US" sz="1800" b="1" i="0" u="none" strike="noStrike" cap="none">
                <a:solidFill>
                  <a:srgbClr val="DC2626"/>
                </a:solidFill>
                <a:latin typeface="Montserrat"/>
                <a:ea typeface="Montserrat"/>
                <a:cs typeface="Montserrat"/>
                <a:sym typeface="Montserrat"/>
              </a:rPr>
              <a:t>P</a:t>
            </a:r>
            <a:r>
              <a:rPr lang="en-US" sz="1800" b="0" i="0" u="none" strike="noStrike" cap="none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 (Doble Negación).</a:t>
            </a:r>
            <a:endParaRPr/>
          </a:p>
        </p:txBody>
      </p:sp>
      <p:sp>
        <p:nvSpPr>
          <p:cNvPr id="143" name="Google Shape;143;p16"/>
          <p:cNvSpPr txBox="1"/>
          <p:nvPr/>
        </p:nvSpPr>
        <p:spPr>
          <a:xfrm>
            <a:off x="6872882" y="2371725"/>
            <a:ext cx="180975" cy="409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DC2626"/>
                </a:solidFill>
                <a:latin typeface="Roboto Mono"/>
                <a:ea typeface="Roboto Mono"/>
                <a:cs typeface="Roboto Mono"/>
                <a:sym typeface="Roboto Mono"/>
              </a:rPr>
              <a:t>¬</a:t>
            </a:r>
            <a:endParaRPr/>
          </a:p>
        </p:txBody>
      </p:sp>
      <p:sp>
        <p:nvSpPr>
          <p:cNvPr id="144" name="Google Shape;144;p16"/>
          <p:cNvSpPr txBox="1"/>
          <p:nvPr/>
        </p:nvSpPr>
        <p:spPr>
          <a:xfrm>
            <a:off x="7777757" y="2371725"/>
            <a:ext cx="253603" cy="409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2563EB"/>
                </a:solidFill>
                <a:latin typeface="Roboto Mono"/>
                <a:ea typeface="Roboto Mono"/>
                <a:cs typeface="Roboto Mono"/>
                <a:sym typeface="Roboto Mono"/>
              </a:rPr>
              <a:t>∨</a:t>
            </a:r>
            <a:endParaRPr/>
          </a:p>
        </p:txBody>
      </p:sp>
      <p:sp>
        <p:nvSpPr>
          <p:cNvPr id="145" name="Google Shape;145;p16"/>
          <p:cNvSpPr txBox="1"/>
          <p:nvPr/>
        </p:nvSpPr>
        <p:spPr>
          <a:xfrm>
            <a:off x="8755260" y="2371725"/>
            <a:ext cx="253603" cy="409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2563EB"/>
                </a:solidFill>
                <a:latin typeface="Roboto Mono"/>
                <a:ea typeface="Roboto Mono"/>
                <a:cs typeface="Roboto Mono"/>
                <a:sym typeface="Roboto Mono"/>
              </a:rPr>
              <a:t>∨</a:t>
            </a:r>
            <a:endParaRPr/>
          </a:p>
        </p:txBody>
      </p:sp>
      <p:sp>
        <p:nvSpPr>
          <p:cNvPr id="146" name="Google Shape;146;p16"/>
          <p:cNvSpPr txBox="1"/>
          <p:nvPr/>
        </p:nvSpPr>
        <p:spPr>
          <a:xfrm>
            <a:off x="9189839" y="2371725"/>
            <a:ext cx="180975" cy="409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DC2626"/>
                </a:solidFill>
                <a:latin typeface="Roboto Mono"/>
                <a:ea typeface="Roboto Mono"/>
                <a:cs typeface="Roboto Mono"/>
                <a:sym typeface="Roboto Mono"/>
              </a:rPr>
              <a:t>¬</a:t>
            </a:r>
            <a:endParaRPr/>
          </a:p>
        </p:txBody>
      </p:sp>
      <p:sp>
        <p:nvSpPr>
          <p:cNvPr id="147" name="Google Shape;147;p16"/>
          <p:cNvSpPr txBox="1"/>
          <p:nvPr/>
        </p:nvSpPr>
        <p:spPr>
          <a:xfrm>
            <a:off x="10094714" y="2371725"/>
            <a:ext cx="253603" cy="409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2563EB"/>
                </a:solidFill>
                <a:latin typeface="Roboto Mono"/>
                <a:ea typeface="Roboto Mono"/>
                <a:cs typeface="Roboto Mono"/>
                <a:sym typeface="Roboto Mono"/>
              </a:rPr>
              <a:t>∨</a:t>
            </a:r>
            <a:endParaRPr/>
          </a:p>
        </p:txBody>
      </p:sp>
      <p:pic>
        <p:nvPicPr>
          <p:cNvPr id="148" name="Google Shape;148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739187" y="3438525"/>
            <a:ext cx="28575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6"/>
          <p:cNvSpPr txBox="1"/>
          <p:nvPr/>
        </p:nvSpPr>
        <p:spPr>
          <a:xfrm>
            <a:off x="7720756" y="4457700"/>
            <a:ext cx="317003" cy="504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2563EB"/>
                </a:solidFill>
                <a:latin typeface="Roboto Mono"/>
                <a:ea typeface="Roboto Mono"/>
                <a:cs typeface="Roboto Mono"/>
                <a:sym typeface="Roboto Mono"/>
              </a:rPr>
              <a:t>∧</a:t>
            </a:r>
            <a:endParaRPr/>
          </a:p>
        </p:txBody>
      </p:sp>
      <p:sp>
        <p:nvSpPr>
          <p:cNvPr id="150" name="Google Shape;150;p16"/>
          <p:cNvSpPr txBox="1"/>
          <p:nvPr/>
        </p:nvSpPr>
        <p:spPr>
          <a:xfrm>
            <a:off x="9180760" y="4457700"/>
            <a:ext cx="317003" cy="504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2563EB"/>
                </a:solidFill>
                <a:latin typeface="Roboto Mono"/>
                <a:ea typeface="Roboto Mono"/>
                <a:cs typeface="Roboto Mono"/>
                <a:sym typeface="Roboto Mono"/>
              </a:rPr>
              <a:t>∨</a:t>
            </a:r>
            <a:endParaRPr/>
          </a:p>
        </p:txBody>
      </p:sp>
      <p:sp>
        <p:nvSpPr>
          <p:cNvPr id="151" name="Google Shape;151;p16"/>
          <p:cNvSpPr txBox="1"/>
          <p:nvPr/>
        </p:nvSpPr>
        <p:spPr>
          <a:xfrm>
            <a:off x="10412164" y="4457700"/>
            <a:ext cx="317003" cy="504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2563EB"/>
                </a:solidFill>
                <a:latin typeface="Roboto Mono"/>
                <a:ea typeface="Roboto Mono"/>
                <a:cs typeface="Roboto Mono"/>
                <a:sym typeface="Roboto Mono"/>
              </a:rPr>
              <a:t>∧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6" name="Google Shape;156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667892" y="2281237"/>
            <a:ext cx="6856065" cy="1466850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17"/>
          <p:cNvSpPr txBox="1"/>
          <p:nvPr/>
        </p:nvSpPr>
        <p:spPr>
          <a:xfrm>
            <a:off x="762000" y="1195387"/>
            <a:ext cx="112014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¡Hemos llegado a FND!</a:t>
            </a:r>
            <a:endParaRPr/>
          </a:p>
        </p:txBody>
      </p:sp>
      <p:sp>
        <p:nvSpPr>
          <p:cNvPr id="158" name="Google Shape;158;p17"/>
          <p:cNvSpPr/>
          <p:nvPr/>
        </p:nvSpPr>
        <p:spPr>
          <a:xfrm>
            <a:off x="762000" y="1881187"/>
            <a:ext cx="10668000" cy="381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17"/>
          <p:cNvSpPr txBox="1"/>
          <p:nvPr/>
        </p:nvSpPr>
        <p:spPr>
          <a:xfrm>
            <a:off x="3887092" y="2690812"/>
            <a:ext cx="428029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50" b="1" i="0" u="none" strike="noStrike" cap="none">
                <a:solidFill>
                  <a:srgbClr val="2563EB"/>
                </a:solidFill>
                <a:latin typeface="Roboto Mono"/>
                <a:ea typeface="Roboto Mono"/>
                <a:cs typeface="Roboto Mono"/>
                <a:sym typeface="Roboto Mono"/>
              </a:rPr>
              <a:t>∧</a:t>
            </a:r>
            <a:endParaRPr/>
          </a:p>
        </p:txBody>
      </p:sp>
      <p:sp>
        <p:nvSpPr>
          <p:cNvPr id="161" name="Google Shape;161;p17"/>
          <p:cNvSpPr txBox="1"/>
          <p:nvPr/>
        </p:nvSpPr>
        <p:spPr>
          <a:xfrm>
            <a:off x="5839122" y="2586037"/>
            <a:ext cx="513605" cy="819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59" b="1" i="0" u="none" strike="noStrike" cap="none">
                <a:solidFill>
                  <a:srgbClr val="DC2626"/>
                </a:solidFill>
                <a:latin typeface="Roboto Mono"/>
                <a:ea typeface="Roboto Mono"/>
                <a:cs typeface="Roboto Mono"/>
                <a:sym typeface="Roboto Mono"/>
              </a:rPr>
              <a:t>∨</a:t>
            </a:r>
            <a:endParaRPr/>
          </a:p>
        </p:txBody>
      </p:sp>
      <p:sp>
        <p:nvSpPr>
          <p:cNvPr id="162" name="Google Shape;162;p17"/>
          <p:cNvSpPr txBox="1"/>
          <p:nvPr/>
        </p:nvSpPr>
        <p:spPr>
          <a:xfrm>
            <a:off x="7571928" y="2690812"/>
            <a:ext cx="428029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50" b="1" i="0" u="none" strike="noStrike" cap="none">
                <a:solidFill>
                  <a:srgbClr val="2563EB"/>
                </a:solidFill>
                <a:latin typeface="Roboto Mono"/>
                <a:ea typeface="Roboto Mono"/>
                <a:cs typeface="Roboto Mono"/>
                <a:sym typeface="Roboto Mono"/>
              </a:rPr>
              <a:t>∧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3" name="Google Shape;173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2000" y="2628900"/>
            <a:ext cx="10668000" cy="666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2000" y="3771900"/>
            <a:ext cx="10668000" cy="1047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" name="Google Shape;175;p1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85812" y="5638800"/>
            <a:ext cx="10668000" cy="1047750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18"/>
          <p:cNvSpPr txBox="1"/>
          <p:nvPr/>
        </p:nvSpPr>
        <p:spPr>
          <a:xfrm>
            <a:off x="798313" y="990600"/>
            <a:ext cx="112014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4. Distributividad (Hacia FNC)</a:t>
            </a:r>
            <a:endParaRPr/>
          </a:p>
        </p:txBody>
      </p:sp>
      <p:sp>
        <p:nvSpPr>
          <p:cNvPr id="177" name="Google Shape;177;p18"/>
          <p:cNvSpPr/>
          <p:nvPr/>
        </p:nvSpPr>
        <p:spPr>
          <a:xfrm>
            <a:off x="798313" y="1676400"/>
            <a:ext cx="10668000" cy="381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18"/>
          <p:cNvSpPr txBox="1"/>
          <p:nvPr/>
        </p:nvSpPr>
        <p:spPr>
          <a:xfrm>
            <a:off x="762000" y="1714500"/>
            <a:ext cx="10668000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Para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llegar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 a FNC,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necesitamos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invertir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 la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estructura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 (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conjuncion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afuera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).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Distribuimos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el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 primer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paréntesis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sobre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el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segundo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  <a:endParaRPr dirty="0"/>
          </a:p>
        </p:txBody>
      </p:sp>
      <p:sp>
        <p:nvSpPr>
          <p:cNvPr id="179" name="Google Shape;179;p18"/>
          <p:cNvSpPr txBox="1"/>
          <p:nvPr/>
        </p:nvSpPr>
        <p:spPr>
          <a:xfrm>
            <a:off x="762000" y="5200650"/>
            <a:ext cx="106680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Montserrat"/>
                <a:ea typeface="Montserrat"/>
                <a:cs typeface="Montserrat"/>
                <a:sym typeface="Montserrat"/>
              </a:rPr>
              <a:t>Distribuimos A sobre Q y sobre ¬R</a:t>
            </a:r>
            <a:endParaRPr/>
          </a:p>
        </p:txBody>
      </p:sp>
      <p:sp>
        <p:nvSpPr>
          <p:cNvPr id="181" name="Google Shape;181;p18"/>
          <p:cNvSpPr txBox="1"/>
          <p:nvPr/>
        </p:nvSpPr>
        <p:spPr>
          <a:xfrm>
            <a:off x="1000125" y="2819400"/>
            <a:ext cx="1023937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Llamemos </a:t>
            </a:r>
            <a:r>
              <a:rPr lang="en-US" sz="1500" b="1" i="0" u="none" strike="noStrike" cap="none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A</a:t>
            </a:r>
            <a:r>
              <a:rPr lang="en-US" sz="1500" b="0" i="0" u="none" strike="noStrike" cap="none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 al primer grupo: </a:t>
            </a:r>
            <a:r>
              <a:rPr lang="en-US" sz="1500" b="1" i="0" u="none" strike="noStrike" cap="none">
                <a:solidFill>
                  <a:srgbClr val="F97316"/>
                </a:solidFill>
                <a:latin typeface="Montserrat"/>
                <a:ea typeface="Montserrat"/>
                <a:cs typeface="Montserrat"/>
                <a:sym typeface="Montserrat"/>
              </a:rPr>
              <a:t>A = (P ∧ ¬Q)</a:t>
            </a:r>
            <a:endParaRPr/>
          </a:p>
        </p:txBody>
      </p:sp>
      <p:sp>
        <p:nvSpPr>
          <p:cNvPr id="182" name="Google Shape;182;p18"/>
          <p:cNvSpPr txBox="1"/>
          <p:nvPr/>
        </p:nvSpPr>
        <p:spPr>
          <a:xfrm>
            <a:off x="4937521" y="4076700"/>
            <a:ext cx="180975" cy="409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>
                <a:solidFill>
                  <a:srgbClr val="F97316"/>
                </a:solidFill>
                <a:latin typeface="Roboto Mono"/>
                <a:ea typeface="Roboto Mono"/>
                <a:cs typeface="Roboto Mono"/>
                <a:sym typeface="Roboto Mono"/>
              </a:rPr>
              <a:t>A</a:t>
            </a:r>
            <a:endParaRPr dirty="0"/>
          </a:p>
        </p:txBody>
      </p:sp>
      <p:sp>
        <p:nvSpPr>
          <p:cNvPr id="183" name="Google Shape;183;p18"/>
          <p:cNvSpPr txBox="1"/>
          <p:nvPr/>
        </p:nvSpPr>
        <p:spPr>
          <a:xfrm>
            <a:off x="5299471" y="4076700"/>
            <a:ext cx="253603" cy="409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2563EB"/>
                </a:solidFill>
                <a:latin typeface="Roboto Mono"/>
                <a:ea typeface="Roboto Mono"/>
                <a:cs typeface="Roboto Mono"/>
                <a:sym typeface="Roboto Mono"/>
              </a:rPr>
              <a:t>∨</a:t>
            </a:r>
            <a:endParaRPr/>
          </a:p>
        </p:txBody>
      </p:sp>
      <p:sp>
        <p:nvSpPr>
          <p:cNvPr id="184" name="Google Shape;184;p18"/>
          <p:cNvSpPr txBox="1"/>
          <p:nvPr/>
        </p:nvSpPr>
        <p:spPr>
          <a:xfrm>
            <a:off x="6276975" y="4076700"/>
            <a:ext cx="253603" cy="409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2563EB"/>
                </a:solidFill>
                <a:latin typeface="Roboto Mono"/>
                <a:ea typeface="Roboto Mono"/>
                <a:cs typeface="Roboto Mono"/>
                <a:sym typeface="Roboto Mono"/>
              </a:rPr>
              <a:t>∧</a:t>
            </a:r>
            <a:endParaRPr/>
          </a:p>
        </p:txBody>
      </p:sp>
      <p:sp>
        <p:nvSpPr>
          <p:cNvPr id="185" name="Google Shape;185;p18"/>
          <p:cNvSpPr txBox="1"/>
          <p:nvPr/>
        </p:nvSpPr>
        <p:spPr>
          <a:xfrm>
            <a:off x="4563069" y="5943600"/>
            <a:ext cx="180975" cy="409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F97316"/>
                </a:solidFill>
                <a:latin typeface="Roboto Mono"/>
                <a:ea typeface="Roboto Mono"/>
                <a:cs typeface="Roboto Mono"/>
                <a:sym typeface="Roboto Mono"/>
              </a:rPr>
              <a:t>A</a:t>
            </a:r>
            <a:endParaRPr/>
          </a:p>
        </p:txBody>
      </p:sp>
      <p:sp>
        <p:nvSpPr>
          <p:cNvPr id="186" name="Google Shape;186;p18"/>
          <p:cNvSpPr txBox="1"/>
          <p:nvPr/>
        </p:nvSpPr>
        <p:spPr>
          <a:xfrm>
            <a:off x="4925019" y="5943600"/>
            <a:ext cx="253603" cy="409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2563EB"/>
                </a:solidFill>
                <a:latin typeface="Roboto Mono"/>
                <a:ea typeface="Roboto Mono"/>
                <a:cs typeface="Roboto Mono"/>
                <a:sym typeface="Roboto Mono"/>
              </a:rPr>
              <a:t>∨</a:t>
            </a:r>
            <a:endParaRPr/>
          </a:p>
        </p:txBody>
      </p:sp>
      <p:sp>
        <p:nvSpPr>
          <p:cNvPr id="187" name="Google Shape;187;p18"/>
          <p:cNvSpPr txBox="1"/>
          <p:nvPr/>
        </p:nvSpPr>
        <p:spPr>
          <a:xfrm>
            <a:off x="5902522" y="5943600"/>
            <a:ext cx="253603" cy="409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2563EB"/>
                </a:solidFill>
                <a:latin typeface="Roboto Mono"/>
                <a:ea typeface="Roboto Mono"/>
                <a:cs typeface="Roboto Mono"/>
                <a:sym typeface="Roboto Mono"/>
              </a:rPr>
              <a:t>∧</a:t>
            </a:r>
            <a:endParaRPr/>
          </a:p>
        </p:txBody>
      </p:sp>
      <p:sp>
        <p:nvSpPr>
          <p:cNvPr id="188" name="Google Shape;188;p18"/>
          <p:cNvSpPr txBox="1"/>
          <p:nvPr/>
        </p:nvSpPr>
        <p:spPr>
          <a:xfrm>
            <a:off x="6518076" y="5943600"/>
            <a:ext cx="180975" cy="409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F97316"/>
                </a:solidFill>
                <a:latin typeface="Roboto Mono"/>
                <a:ea typeface="Roboto Mono"/>
                <a:cs typeface="Roboto Mono"/>
                <a:sym typeface="Roboto Mono"/>
              </a:rPr>
              <a:t>A</a:t>
            </a:r>
            <a:endParaRPr/>
          </a:p>
        </p:txBody>
      </p:sp>
      <p:sp>
        <p:nvSpPr>
          <p:cNvPr id="189" name="Google Shape;189;p18"/>
          <p:cNvSpPr txBox="1"/>
          <p:nvPr/>
        </p:nvSpPr>
        <p:spPr>
          <a:xfrm>
            <a:off x="6880026" y="5943600"/>
            <a:ext cx="253603" cy="409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2563EB"/>
                </a:solidFill>
                <a:latin typeface="Roboto Mono"/>
                <a:ea typeface="Roboto Mono"/>
                <a:cs typeface="Roboto Mono"/>
                <a:sym typeface="Roboto Mono"/>
              </a:rPr>
              <a:t>∨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" name="Google Shape;194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2000" y="2914650"/>
            <a:ext cx="10668000" cy="981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" name="Google Shape;195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91913" y="5438775"/>
            <a:ext cx="10668000" cy="895350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19"/>
          <p:cNvSpPr txBox="1"/>
          <p:nvPr/>
        </p:nvSpPr>
        <p:spPr>
          <a:xfrm>
            <a:off x="791913" y="981075"/>
            <a:ext cx="112014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5. Expansión de Términos</a:t>
            </a:r>
            <a:endParaRPr/>
          </a:p>
        </p:txBody>
      </p:sp>
      <p:sp>
        <p:nvSpPr>
          <p:cNvPr id="197" name="Google Shape;197;p19"/>
          <p:cNvSpPr/>
          <p:nvPr/>
        </p:nvSpPr>
        <p:spPr>
          <a:xfrm>
            <a:off x="791913" y="1666875"/>
            <a:ext cx="10668000" cy="381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19"/>
          <p:cNvSpPr txBox="1"/>
          <p:nvPr/>
        </p:nvSpPr>
        <p:spPr>
          <a:xfrm>
            <a:off x="791913" y="1876425"/>
            <a:ext cx="10668000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 err="1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Ahora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reemplazamos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800" b="1" i="0" u="none" strike="noStrike" cap="none" dirty="0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A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por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su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 valor original (P ∧ ¬Q) y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volvemos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 a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distribuir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el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dirty="0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  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 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hacia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adentro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  <a:endParaRPr dirty="0"/>
          </a:p>
        </p:txBody>
      </p:sp>
      <p:sp>
        <p:nvSpPr>
          <p:cNvPr id="199" name="Google Shape;199;p19"/>
          <p:cNvSpPr txBox="1"/>
          <p:nvPr/>
        </p:nvSpPr>
        <p:spPr>
          <a:xfrm>
            <a:off x="791913" y="4924425"/>
            <a:ext cx="106680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Aplicamos distributiva en ambos lados:</a:t>
            </a:r>
            <a:endParaRPr/>
          </a:p>
        </p:txBody>
      </p:sp>
      <p:sp>
        <p:nvSpPr>
          <p:cNvPr id="200" name="Google Shape;200;p19"/>
          <p:cNvSpPr txBox="1"/>
          <p:nvPr/>
        </p:nvSpPr>
        <p:spPr>
          <a:xfrm>
            <a:off x="716604" y="6257924"/>
            <a:ext cx="1066800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1" u="none" strike="noStrike" cap="none" dirty="0">
                <a:solidFill>
                  <a:srgbClr val="64748B"/>
                </a:solidFill>
                <a:latin typeface="Montserrat"/>
                <a:ea typeface="Montserrat"/>
                <a:cs typeface="Montserrat"/>
                <a:sym typeface="Montserrat"/>
              </a:rPr>
              <a:t>¡</a:t>
            </a:r>
            <a:r>
              <a:rPr lang="en-US" sz="1500" b="0" i="1" u="none" strike="noStrike" cap="none" dirty="0" err="1">
                <a:solidFill>
                  <a:srgbClr val="64748B"/>
                </a:solidFill>
                <a:latin typeface="Montserrat"/>
                <a:ea typeface="Montserrat"/>
                <a:cs typeface="Montserrat"/>
                <a:sym typeface="Montserrat"/>
              </a:rPr>
              <a:t>Atención</a:t>
            </a:r>
            <a:r>
              <a:rPr lang="en-US" sz="1500" b="0" i="1" u="none" strike="noStrike" cap="none" dirty="0">
                <a:solidFill>
                  <a:srgbClr val="64748B"/>
                </a:solidFill>
                <a:latin typeface="Montserrat"/>
                <a:ea typeface="Montserrat"/>
                <a:cs typeface="Montserrat"/>
                <a:sym typeface="Montserrat"/>
              </a:rPr>
              <a:t>! </a:t>
            </a:r>
            <a:r>
              <a:rPr lang="en-US" sz="1500" b="0" i="1" u="none" strike="noStrike" cap="none" dirty="0" err="1">
                <a:solidFill>
                  <a:srgbClr val="64748B"/>
                </a:solidFill>
                <a:latin typeface="Montserrat"/>
                <a:ea typeface="Montserrat"/>
                <a:cs typeface="Montserrat"/>
                <a:sym typeface="Montserrat"/>
              </a:rPr>
              <a:t>Apareció</a:t>
            </a:r>
            <a:r>
              <a:rPr lang="en-US" sz="1500" b="0" i="1" u="none" strike="noStrike" cap="none" dirty="0">
                <a:solidFill>
                  <a:srgbClr val="64748B"/>
                </a:solidFill>
                <a:latin typeface="Montserrat"/>
                <a:ea typeface="Montserrat"/>
                <a:cs typeface="Montserrat"/>
                <a:sym typeface="Montserrat"/>
              </a:rPr>
              <a:t> un </a:t>
            </a:r>
            <a:r>
              <a:rPr lang="en-US" sz="1500" b="0" i="1" u="none" strike="noStrike" cap="none" dirty="0" err="1">
                <a:solidFill>
                  <a:srgbClr val="64748B"/>
                </a:solidFill>
                <a:latin typeface="Montserrat"/>
                <a:ea typeface="Montserrat"/>
                <a:cs typeface="Montserrat"/>
                <a:sym typeface="Montserrat"/>
              </a:rPr>
              <a:t>término</a:t>
            </a:r>
            <a:r>
              <a:rPr lang="en-US" sz="1500" b="0" i="1" u="none" strike="noStrike" cap="none" dirty="0">
                <a:solidFill>
                  <a:srgbClr val="64748B"/>
                </a:solidFill>
                <a:latin typeface="Montserrat"/>
                <a:ea typeface="Montserrat"/>
                <a:cs typeface="Montserrat"/>
                <a:sym typeface="Montserrat"/>
              </a:rPr>
              <a:t> especial: (¬Q ∨ Q)</a:t>
            </a:r>
            <a:endParaRPr dirty="0"/>
          </a:p>
        </p:txBody>
      </p:sp>
      <p:sp>
        <p:nvSpPr>
          <p:cNvPr id="202" name="Google Shape;202;p19"/>
          <p:cNvSpPr txBox="1"/>
          <p:nvPr/>
        </p:nvSpPr>
        <p:spPr>
          <a:xfrm>
            <a:off x="3355181" y="3219450"/>
            <a:ext cx="1355377" cy="352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F97316"/>
                </a:solidFill>
                <a:latin typeface="Roboto Mono"/>
                <a:ea typeface="Roboto Mono"/>
                <a:cs typeface="Roboto Mono"/>
                <a:sym typeface="Roboto Mono"/>
              </a:rPr>
              <a:t>(P ∧ ¬Q)</a:t>
            </a:r>
            <a:endParaRPr/>
          </a:p>
        </p:txBody>
      </p:sp>
      <p:sp>
        <p:nvSpPr>
          <p:cNvPr id="203" name="Google Shape;203;p19"/>
          <p:cNvSpPr txBox="1"/>
          <p:nvPr/>
        </p:nvSpPr>
        <p:spPr>
          <a:xfrm>
            <a:off x="4872483" y="3219450"/>
            <a:ext cx="221902" cy="352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2563EB"/>
                </a:solidFill>
                <a:latin typeface="Roboto Mono"/>
                <a:ea typeface="Roboto Mono"/>
                <a:cs typeface="Roboto Mono"/>
                <a:sym typeface="Roboto Mono"/>
              </a:rPr>
              <a:t>∨</a:t>
            </a:r>
            <a:endParaRPr/>
          </a:p>
        </p:txBody>
      </p:sp>
      <p:sp>
        <p:nvSpPr>
          <p:cNvPr id="204" name="Google Shape;204;p19"/>
          <p:cNvSpPr txBox="1"/>
          <p:nvPr/>
        </p:nvSpPr>
        <p:spPr>
          <a:xfrm>
            <a:off x="5904011" y="3219450"/>
            <a:ext cx="221902" cy="352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2563EB"/>
                </a:solidFill>
                <a:latin typeface="Roboto Mono"/>
                <a:ea typeface="Roboto Mono"/>
                <a:cs typeface="Roboto Mono"/>
                <a:sym typeface="Roboto Mono"/>
              </a:rPr>
              <a:t>∧</a:t>
            </a:r>
            <a:endParaRPr/>
          </a:p>
        </p:txBody>
      </p:sp>
      <p:sp>
        <p:nvSpPr>
          <p:cNvPr id="205" name="Google Shape;205;p19"/>
          <p:cNvSpPr txBox="1"/>
          <p:nvPr/>
        </p:nvSpPr>
        <p:spPr>
          <a:xfrm>
            <a:off x="6611689" y="3219450"/>
            <a:ext cx="1355377" cy="352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F97316"/>
                </a:solidFill>
                <a:latin typeface="Roboto Mono"/>
                <a:ea typeface="Roboto Mono"/>
                <a:cs typeface="Roboto Mono"/>
                <a:sym typeface="Roboto Mono"/>
              </a:rPr>
              <a:t>(P ∧ ¬Q)</a:t>
            </a:r>
            <a:endParaRPr/>
          </a:p>
        </p:txBody>
      </p:sp>
      <p:sp>
        <p:nvSpPr>
          <p:cNvPr id="206" name="Google Shape;206;p19"/>
          <p:cNvSpPr txBox="1"/>
          <p:nvPr/>
        </p:nvSpPr>
        <p:spPr>
          <a:xfrm>
            <a:off x="8128992" y="3219450"/>
            <a:ext cx="221902" cy="352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2563EB"/>
                </a:solidFill>
                <a:latin typeface="Roboto Mono"/>
                <a:ea typeface="Roboto Mono"/>
                <a:cs typeface="Roboto Mono"/>
                <a:sym typeface="Roboto Mono"/>
              </a:rPr>
              <a:t>∨</a:t>
            </a:r>
            <a:endParaRPr/>
          </a:p>
        </p:txBody>
      </p:sp>
      <p:pic>
        <p:nvPicPr>
          <p:cNvPr id="207" name="Google Shape;207;p1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929312" y="4314825"/>
            <a:ext cx="333375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19"/>
          <p:cNvSpPr txBox="1"/>
          <p:nvPr/>
        </p:nvSpPr>
        <p:spPr>
          <a:xfrm>
            <a:off x="3326604" y="5743574"/>
            <a:ext cx="190202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2563EB"/>
                </a:solidFill>
                <a:latin typeface="Roboto Mono"/>
                <a:ea typeface="Roboto Mono"/>
                <a:cs typeface="Roboto Mono"/>
                <a:sym typeface="Roboto Mono"/>
              </a:rPr>
              <a:t>∨</a:t>
            </a:r>
            <a:endParaRPr/>
          </a:p>
        </p:txBody>
      </p:sp>
      <p:sp>
        <p:nvSpPr>
          <p:cNvPr id="209" name="Google Shape;209;p19"/>
          <p:cNvSpPr txBox="1"/>
          <p:nvPr/>
        </p:nvSpPr>
        <p:spPr>
          <a:xfrm>
            <a:off x="4050207" y="5743574"/>
            <a:ext cx="190202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2563EB"/>
                </a:solidFill>
                <a:latin typeface="Roboto Mono"/>
                <a:ea typeface="Roboto Mono"/>
                <a:cs typeface="Roboto Mono"/>
                <a:sym typeface="Roboto Mono"/>
              </a:rPr>
              <a:t>∧</a:t>
            </a:r>
            <a:endParaRPr/>
          </a:p>
        </p:txBody>
      </p:sp>
      <p:sp>
        <p:nvSpPr>
          <p:cNvPr id="210" name="Google Shape;210;p19"/>
          <p:cNvSpPr txBox="1"/>
          <p:nvPr/>
        </p:nvSpPr>
        <p:spPr>
          <a:xfrm>
            <a:off x="4907159" y="5743574"/>
            <a:ext cx="190202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2563EB"/>
                </a:solidFill>
                <a:latin typeface="Roboto Mono"/>
                <a:ea typeface="Roboto Mono"/>
                <a:cs typeface="Roboto Mono"/>
                <a:sym typeface="Roboto Mono"/>
              </a:rPr>
              <a:t>∨</a:t>
            </a:r>
            <a:endParaRPr/>
          </a:p>
        </p:txBody>
      </p:sp>
      <p:sp>
        <p:nvSpPr>
          <p:cNvPr id="211" name="Google Shape;211;p19"/>
          <p:cNvSpPr txBox="1"/>
          <p:nvPr/>
        </p:nvSpPr>
        <p:spPr>
          <a:xfrm>
            <a:off x="5897461" y="5743574"/>
            <a:ext cx="190202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2563EB"/>
                </a:solidFill>
                <a:latin typeface="Roboto Mono"/>
                <a:ea typeface="Roboto Mono"/>
                <a:cs typeface="Roboto Mono"/>
                <a:sym typeface="Roboto Mono"/>
              </a:rPr>
              <a:t>∧</a:t>
            </a:r>
            <a:endParaRPr/>
          </a:p>
        </p:txBody>
      </p:sp>
      <p:sp>
        <p:nvSpPr>
          <p:cNvPr id="212" name="Google Shape;212;p19"/>
          <p:cNvSpPr txBox="1"/>
          <p:nvPr/>
        </p:nvSpPr>
        <p:spPr>
          <a:xfrm>
            <a:off x="6887764" y="5743574"/>
            <a:ext cx="190202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2563EB"/>
                </a:solidFill>
                <a:latin typeface="Roboto Mono"/>
                <a:ea typeface="Roboto Mono"/>
                <a:cs typeface="Roboto Mono"/>
                <a:sym typeface="Roboto Mono"/>
              </a:rPr>
              <a:t>∨</a:t>
            </a:r>
            <a:endParaRPr/>
          </a:p>
        </p:txBody>
      </p:sp>
      <p:sp>
        <p:nvSpPr>
          <p:cNvPr id="213" name="Google Shape;213;p19"/>
          <p:cNvSpPr txBox="1"/>
          <p:nvPr/>
        </p:nvSpPr>
        <p:spPr>
          <a:xfrm>
            <a:off x="7744716" y="5743574"/>
            <a:ext cx="190202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2563EB"/>
                </a:solidFill>
                <a:latin typeface="Roboto Mono"/>
                <a:ea typeface="Roboto Mono"/>
                <a:cs typeface="Roboto Mono"/>
                <a:sym typeface="Roboto Mono"/>
              </a:rPr>
              <a:t>∧</a:t>
            </a:r>
            <a:endParaRPr/>
          </a:p>
        </p:txBody>
      </p:sp>
      <p:sp>
        <p:nvSpPr>
          <p:cNvPr id="214" name="Google Shape;214;p19"/>
          <p:cNvSpPr txBox="1"/>
          <p:nvPr/>
        </p:nvSpPr>
        <p:spPr>
          <a:xfrm>
            <a:off x="8601668" y="5743574"/>
            <a:ext cx="190202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2563EB"/>
                </a:solidFill>
                <a:latin typeface="Roboto Mono"/>
                <a:ea typeface="Roboto Mono"/>
                <a:cs typeface="Roboto Mono"/>
                <a:sym typeface="Roboto Mono"/>
              </a:rPr>
              <a:t>∨</a:t>
            </a:r>
            <a:endParaRPr/>
          </a:p>
        </p:txBody>
      </p:sp>
      <p:sp>
        <p:nvSpPr>
          <p:cNvPr id="2" name="Google Shape;203;p19">
            <a:extLst>
              <a:ext uri="{FF2B5EF4-FFF2-40B4-BE49-F238E27FC236}">
                <a16:creationId xmlns:a16="http://schemas.microsoft.com/office/drawing/2014/main" id="{5853D990-5CDD-C69B-9628-06CEB0B89748}"/>
              </a:ext>
            </a:extLst>
          </p:cNvPr>
          <p:cNvSpPr txBox="1"/>
          <p:nvPr/>
        </p:nvSpPr>
        <p:spPr>
          <a:xfrm>
            <a:off x="9697467" y="1957387"/>
            <a:ext cx="221902" cy="352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 dirty="0">
                <a:solidFill>
                  <a:srgbClr val="2563EB"/>
                </a:solidFill>
                <a:latin typeface="Roboto Mono"/>
                <a:ea typeface="Roboto Mono"/>
                <a:cs typeface="Roboto Mono"/>
                <a:sym typeface="Roboto Mono"/>
              </a:rPr>
              <a:t>∨</a:t>
            </a:r>
            <a:endParaRPr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9" name="Google Shape;219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343269" y="2428875"/>
            <a:ext cx="5095875" cy="923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0" name="Google Shape;220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43269" y="4391025"/>
            <a:ext cx="5095875" cy="1485900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20"/>
          <p:cNvSpPr txBox="1"/>
          <p:nvPr/>
        </p:nvSpPr>
        <p:spPr>
          <a:xfrm>
            <a:off x="771144" y="933450"/>
            <a:ext cx="112014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6. Simplificación y Resultado (FNC)</a:t>
            </a:r>
            <a:endParaRPr/>
          </a:p>
        </p:txBody>
      </p:sp>
      <p:sp>
        <p:nvSpPr>
          <p:cNvPr id="222" name="Google Shape;222;p20"/>
          <p:cNvSpPr/>
          <p:nvPr/>
        </p:nvSpPr>
        <p:spPr>
          <a:xfrm>
            <a:off x="771144" y="1619250"/>
            <a:ext cx="10668000" cy="381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20"/>
          <p:cNvSpPr txBox="1"/>
          <p:nvPr/>
        </p:nvSpPr>
        <p:spPr>
          <a:xfrm>
            <a:off x="771144" y="3000375"/>
            <a:ext cx="5095875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Ley del Tercero Excluido:</a:t>
            </a:r>
            <a:endParaRPr/>
          </a:p>
        </p:txBody>
      </p:sp>
      <p:sp>
        <p:nvSpPr>
          <p:cNvPr id="225" name="Google Shape;225;p20"/>
          <p:cNvSpPr txBox="1"/>
          <p:nvPr/>
        </p:nvSpPr>
        <p:spPr>
          <a:xfrm>
            <a:off x="771144" y="3571875"/>
            <a:ext cx="5095875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(¬Q ∨ Q) es siempre </a:t>
            </a:r>
            <a:r>
              <a:rPr lang="en-US" sz="1800" b="1" i="0" u="none" strike="noStrike" cap="none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1</a:t>
            </a:r>
            <a:r>
              <a:rPr lang="en-US" sz="1800" b="0" i="0" u="none" strike="noStrike" cap="none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 (Verdadero).</a:t>
            </a:r>
            <a:endParaRPr/>
          </a:p>
        </p:txBody>
      </p:sp>
      <p:sp>
        <p:nvSpPr>
          <p:cNvPr id="226" name="Google Shape;226;p20"/>
          <p:cNvSpPr txBox="1"/>
          <p:nvPr/>
        </p:nvSpPr>
        <p:spPr>
          <a:xfrm>
            <a:off x="771144" y="4143375"/>
            <a:ext cx="5095875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Ley de Identidad:</a:t>
            </a:r>
            <a:endParaRPr/>
          </a:p>
        </p:txBody>
      </p:sp>
      <p:sp>
        <p:nvSpPr>
          <p:cNvPr id="227" name="Google Shape;227;p20"/>
          <p:cNvSpPr txBox="1"/>
          <p:nvPr/>
        </p:nvSpPr>
        <p:spPr>
          <a:xfrm>
            <a:off x="771144" y="4714875"/>
            <a:ext cx="5095875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Algo ∧ 1 es simplemente Algo.</a:t>
            </a:r>
            <a:endParaRPr/>
          </a:p>
        </p:txBody>
      </p:sp>
      <p:sp>
        <p:nvSpPr>
          <p:cNvPr id="228" name="Google Shape;228;p20"/>
          <p:cNvSpPr txBox="1"/>
          <p:nvPr/>
        </p:nvSpPr>
        <p:spPr>
          <a:xfrm>
            <a:off x="771144" y="5438775"/>
            <a:ext cx="5095875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Por lo tanto, ese término desaparece.</a:t>
            </a:r>
            <a:endParaRPr/>
          </a:p>
        </p:txBody>
      </p:sp>
      <p:sp>
        <p:nvSpPr>
          <p:cNvPr id="229" name="Google Shape;229;p20"/>
          <p:cNvSpPr txBox="1"/>
          <p:nvPr/>
        </p:nvSpPr>
        <p:spPr>
          <a:xfrm>
            <a:off x="6343269" y="6162675"/>
            <a:ext cx="509587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1" u="none" strike="noStrike" cap="none">
                <a:solidFill>
                  <a:srgbClr val="10B981"/>
                </a:solidFill>
                <a:latin typeface="Montserrat"/>
                <a:ea typeface="Montserrat"/>
                <a:cs typeface="Montserrat"/>
                <a:sym typeface="Montserrat"/>
              </a:rPr>
              <a:t>¡Forma Normal Conjuntiva!</a:t>
            </a:r>
            <a:endParaRPr/>
          </a:p>
        </p:txBody>
      </p:sp>
      <p:sp>
        <p:nvSpPr>
          <p:cNvPr id="230" name="Google Shape;230;p20"/>
          <p:cNvSpPr txBox="1"/>
          <p:nvPr/>
        </p:nvSpPr>
        <p:spPr>
          <a:xfrm>
            <a:off x="9119657" y="2733675"/>
            <a:ext cx="1333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DC2626"/>
                </a:solidFill>
                <a:latin typeface="Roboto Mono"/>
                <a:ea typeface="Roboto Mono"/>
                <a:cs typeface="Roboto Mono"/>
                <a:sym typeface="Roboto Mono"/>
              </a:rPr>
              <a:t>1</a:t>
            </a:r>
            <a:endParaRPr/>
          </a:p>
        </p:txBody>
      </p:sp>
      <p:pic>
        <p:nvPicPr>
          <p:cNvPr id="231" name="Google Shape;231;p2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748331" y="3676650"/>
            <a:ext cx="28575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2" name="Google Shape;232;p20"/>
          <p:cNvSpPr txBox="1"/>
          <p:nvPr/>
        </p:nvSpPr>
        <p:spPr>
          <a:xfrm>
            <a:off x="8456628" y="4695825"/>
            <a:ext cx="253603" cy="409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2563EB"/>
                </a:solidFill>
                <a:latin typeface="Roboto Mono"/>
                <a:ea typeface="Roboto Mono"/>
                <a:cs typeface="Roboto Mono"/>
                <a:sym typeface="Roboto Mono"/>
              </a:rPr>
              <a:t>∧</a:t>
            </a:r>
            <a:endParaRPr/>
          </a:p>
        </p:txBody>
      </p:sp>
      <p:sp>
        <p:nvSpPr>
          <p:cNvPr id="233" name="Google Shape;233;p20"/>
          <p:cNvSpPr txBox="1"/>
          <p:nvPr/>
        </p:nvSpPr>
        <p:spPr>
          <a:xfrm>
            <a:off x="10592609" y="4695825"/>
            <a:ext cx="253603" cy="409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2563EB"/>
                </a:solidFill>
                <a:latin typeface="Roboto Mono"/>
                <a:ea typeface="Roboto Mono"/>
                <a:cs typeface="Roboto Mono"/>
                <a:sym typeface="Roboto Mono"/>
              </a:rPr>
              <a:t>∧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8" name="Google Shape;238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2000" y="1485900"/>
            <a:ext cx="10668000" cy="1504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9" name="Google Shape;239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2000" y="3181350"/>
            <a:ext cx="10668000" cy="1504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0" name="Google Shape;240;p2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62000" y="4876800"/>
            <a:ext cx="10668000" cy="1504950"/>
          </a:xfrm>
          <a:prstGeom prst="rect">
            <a:avLst/>
          </a:prstGeom>
          <a:noFill/>
          <a:ln>
            <a:noFill/>
          </a:ln>
        </p:spPr>
      </p:pic>
      <p:sp>
        <p:nvSpPr>
          <p:cNvPr id="241" name="Google Shape;241;p21"/>
          <p:cNvSpPr txBox="1"/>
          <p:nvPr/>
        </p:nvSpPr>
        <p:spPr>
          <a:xfrm>
            <a:off x="762000" y="686314"/>
            <a:ext cx="11201400" cy="484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 dirty="0" err="1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Resumen</a:t>
            </a:r>
            <a:r>
              <a:rPr lang="en-US" sz="3150" b="1" i="0" u="none" strike="noStrike" cap="none" dirty="0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 del </a:t>
            </a:r>
            <a:r>
              <a:rPr lang="en-US" sz="3150" b="1" i="0" u="none" strike="noStrike" cap="none" dirty="0" err="1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Ejercicio</a:t>
            </a:r>
            <a:endParaRPr dirty="0"/>
          </a:p>
        </p:txBody>
      </p:sp>
      <p:sp>
        <p:nvSpPr>
          <p:cNvPr id="242" name="Google Shape;242;p21"/>
          <p:cNvSpPr/>
          <p:nvPr/>
        </p:nvSpPr>
        <p:spPr>
          <a:xfrm>
            <a:off x="762000" y="1321594"/>
            <a:ext cx="10668000" cy="381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21"/>
          <p:cNvSpPr txBox="1"/>
          <p:nvPr/>
        </p:nvSpPr>
        <p:spPr>
          <a:xfrm>
            <a:off x="1028700" y="2147887"/>
            <a:ext cx="1905000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64748B"/>
                </a:solidFill>
                <a:latin typeface="Montserrat"/>
                <a:ea typeface="Montserrat"/>
                <a:cs typeface="Montserrat"/>
                <a:sym typeface="Montserrat"/>
              </a:rPr>
              <a:t>Original</a:t>
            </a:r>
            <a:endParaRPr/>
          </a:p>
        </p:txBody>
      </p:sp>
      <p:sp>
        <p:nvSpPr>
          <p:cNvPr id="244" name="Google Shape;244;p21"/>
          <p:cNvSpPr txBox="1"/>
          <p:nvPr/>
        </p:nvSpPr>
        <p:spPr>
          <a:xfrm>
            <a:off x="2933700" y="2052637"/>
            <a:ext cx="3990975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¬ [ (P → Q) ∧ (Q → R) ]</a:t>
            </a:r>
            <a:endParaRPr/>
          </a:p>
        </p:txBody>
      </p:sp>
      <p:sp>
        <p:nvSpPr>
          <p:cNvPr id="245" name="Google Shape;245;p21"/>
          <p:cNvSpPr txBox="1"/>
          <p:nvPr/>
        </p:nvSpPr>
        <p:spPr>
          <a:xfrm>
            <a:off x="1028700" y="3843337"/>
            <a:ext cx="1905000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D97706"/>
                </a:solidFill>
                <a:latin typeface="Montserrat"/>
                <a:ea typeface="Montserrat"/>
                <a:cs typeface="Montserrat"/>
                <a:sym typeface="Montserrat"/>
              </a:rPr>
              <a:t>FND</a:t>
            </a:r>
            <a:endParaRPr/>
          </a:p>
        </p:txBody>
      </p:sp>
      <p:sp>
        <p:nvSpPr>
          <p:cNvPr id="246" name="Google Shape;246;p21"/>
          <p:cNvSpPr txBox="1"/>
          <p:nvPr/>
        </p:nvSpPr>
        <p:spPr>
          <a:xfrm>
            <a:off x="2933700" y="3748087"/>
            <a:ext cx="3248025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(P ∧ ¬Q) ∨ (Q ∧ ¬R)</a:t>
            </a:r>
            <a:endParaRPr/>
          </a:p>
        </p:txBody>
      </p:sp>
      <p:sp>
        <p:nvSpPr>
          <p:cNvPr id="247" name="Google Shape;247;p21"/>
          <p:cNvSpPr txBox="1"/>
          <p:nvPr/>
        </p:nvSpPr>
        <p:spPr>
          <a:xfrm>
            <a:off x="9620250" y="3829050"/>
            <a:ext cx="1809750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D97706"/>
                </a:solidFill>
                <a:latin typeface="Montserrat"/>
                <a:ea typeface="Montserrat"/>
                <a:cs typeface="Montserrat"/>
                <a:sym typeface="Montserrat"/>
              </a:rPr>
              <a:t>(Suma de Productos)</a:t>
            </a:r>
            <a:endParaRPr/>
          </a:p>
        </p:txBody>
      </p:sp>
      <p:sp>
        <p:nvSpPr>
          <p:cNvPr id="248" name="Google Shape;248;p21"/>
          <p:cNvSpPr txBox="1"/>
          <p:nvPr/>
        </p:nvSpPr>
        <p:spPr>
          <a:xfrm>
            <a:off x="1028700" y="5538787"/>
            <a:ext cx="1905000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059669"/>
                </a:solidFill>
                <a:latin typeface="Montserrat"/>
                <a:ea typeface="Montserrat"/>
                <a:cs typeface="Montserrat"/>
                <a:sym typeface="Montserrat"/>
              </a:rPr>
              <a:t>FNC</a:t>
            </a:r>
            <a:endParaRPr/>
          </a:p>
        </p:txBody>
      </p:sp>
      <p:sp>
        <p:nvSpPr>
          <p:cNvPr id="249" name="Google Shape;249;p21"/>
          <p:cNvSpPr txBox="1"/>
          <p:nvPr/>
        </p:nvSpPr>
        <p:spPr>
          <a:xfrm>
            <a:off x="2933700" y="5443537"/>
            <a:ext cx="4171950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(P∨Q) ∧ (P∨¬R) ∧ (¬Q∨¬R)</a:t>
            </a:r>
            <a:endParaRPr/>
          </a:p>
        </p:txBody>
      </p:sp>
      <p:sp>
        <p:nvSpPr>
          <p:cNvPr id="250" name="Google Shape;250;p21"/>
          <p:cNvSpPr txBox="1"/>
          <p:nvPr/>
        </p:nvSpPr>
        <p:spPr>
          <a:xfrm>
            <a:off x="9620250" y="5524500"/>
            <a:ext cx="1809750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059669"/>
                </a:solidFill>
                <a:latin typeface="Montserrat"/>
                <a:ea typeface="Montserrat"/>
                <a:cs typeface="Montserrat"/>
                <a:sym typeface="Montserrat"/>
              </a:rPr>
              <a:t>(Producto de Sumas)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7" name="Google Shape;267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8" name="Google Shape;268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71525" y="1724025"/>
            <a:ext cx="10648950" cy="3832473"/>
          </a:xfrm>
          <a:prstGeom prst="rect">
            <a:avLst/>
          </a:prstGeom>
          <a:noFill/>
          <a:ln>
            <a:noFill/>
          </a:ln>
        </p:spPr>
      </p:pic>
      <p:sp>
        <p:nvSpPr>
          <p:cNvPr id="269" name="Google Shape;269;p22"/>
          <p:cNvSpPr txBox="1"/>
          <p:nvPr/>
        </p:nvSpPr>
        <p:spPr>
          <a:xfrm>
            <a:off x="771525" y="581025"/>
            <a:ext cx="11181397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Introducción a la Consecuencia Lógica</a:t>
            </a:r>
            <a:endParaRPr/>
          </a:p>
        </p:txBody>
      </p:sp>
      <p:sp>
        <p:nvSpPr>
          <p:cNvPr id="270" name="Google Shape;270;p22"/>
          <p:cNvSpPr/>
          <p:nvPr/>
        </p:nvSpPr>
        <p:spPr>
          <a:xfrm>
            <a:off x="771525" y="1323975"/>
            <a:ext cx="10648950" cy="1905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22"/>
          <p:cNvSpPr txBox="1"/>
          <p:nvPr/>
        </p:nvSpPr>
        <p:spPr>
          <a:xfrm>
            <a:off x="1228725" y="2371725"/>
            <a:ext cx="9810750" cy="4266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334155"/>
                </a:solidFill>
                <a:latin typeface="Roboto Light"/>
                <a:ea typeface="Roboto Light"/>
                <a:cs typeface="Roboto Light"/>
                <a:sym typeface="Roboto Light"/>
              </a:rPr>
              <a:t>Definición:</a:t>
            </a:r>
            <a:endParaRPr/>
          </a:p>
        </p:txBody>
      </p:sp>
      <p:sp>
        <p:nvSpPr>
          <p:cNvPr id="272" name="Google Shape;272;p22"/>
          <p:cNvSpPr txBox="1"/>
          <p:nvPr/>
        </p:nvSpPr>
        <p:spPr>
          <a:xfrm>
            <a:off x="1228725" y="3781276"/>
            <a:ext cx="981075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Se lee: </a:t>
            </a:r>
            <a:r>
              <a:rPr lang="en-US" sz="1650" b="0" i="1" u="none" strike="noStrike" cap="non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"Q es consecuencia lógica de P"</a:t>
            </a:r>
            <a:r>
              <a:rPr lang="en-US" sz="1650" b="0" i="0" u="none" strike="noStrike" cap="non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endParaRPr/>
          </a:p>
        </p:txBody>
      </p:sp>
      <p:sp>
        <p:nvSpPr>
          <p:cNvPr id="273" name="Google Shape;273;p22"/>
          <p:cNvSpPr/>
          <p:nvPr/>
        </p:nvSpPr>
        <p:spPr>
          <a:xfrm>
            <a:off x="1228725" y="4402187"/>
            <a:ext cx="9810750" cy="952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22"/>
          <p:cNvSpPr txBox="1"/>
          <p:nvPr/>
        </p:nvSpPr>
        <p:spPr>
          <a:xfrm>
            <a:off x="1228725" y="4697462"/>
            <a:ext cx="981075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1" u="none" strike="noStrike" cap="non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"Esto significa que si las premisas en P son verdaderas, es </a:t>
            </a:r>
            <a:r>
              <a:rPr lang="en-US" sz="1650" b="1" i="1" u="none" strike="noStrike" cap="non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imposible</a:t>
            </a:r>
            <a:r>
              <a:rPr lang="en-US" sz="1650" b="0" i="1" u="none" strike="noStrike" cap="non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 que la conclusión Q sea falsa."</a:t>
            </a:r>
            <a:endParaRPr/>
          </a:p>
        </p:txBody>
      </p:sp>
      <p:sp>
        <p:nvSpPr>
          <p:cNvPr id="275" name="Google Shape;275;p22"/>
          <p:cNvSpPr txBox="1"/>
          <p:nvPr/>
        </p:nvSpPr>
        <p:spPr>
          <a:xfrm>
            <a:off x="771525" y="6242298"/>
            <a:ext cx="10648950" cy="4062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0955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No </a:t>
            </a:r>
            <a:r>
              <a:rPr lang="en-US" sz="1650" b="0" i="0" u="none" strike="noStrike" cap="none" dirty="0" err="1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confundir</a:t>
            </a:r>
            <a:r>
              <a:rPr lang="en-US" sz="1650" b="0" i="0" u="none" strike="noStrike" cap="none" dirty="0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 con la </a:t>
            </a:r>
            <a:r>
              <a:rPr lang="en-US" sz="1650" b="0" i="0" u="none" strike="noStrike" cap="none" dirty="0" err="1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implicación</a:t>
            </a:r>
            <a:r>
              <a:rPr lang="en-US" sz="1650" b="0" i="0" u="none" strike="noStrike" cap="none" dirty="0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 (   ). La </a:t>
            </a:r>
            <a:r>
              <a:rPr lang="en-US" sz="1650" b="0" i="0" u="none" strike="noStrike" cap="none" dirty="0" err="1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consecuencia</a:t>
            </a:r>
            <a:r>
              <a:rPr lang="en-US" sz="1650" b="0" i="0" u="none" strike="noStrike" cap="none" dirty="0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 es </a:t>
            </a:r>
            <a:r>
              <a:rPr lang="en-US" sz="1650" b="0" i="0" u="none" strike="noStrike" cap="none" dirty="0" err="1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una</a:t>
            </a:r>
            <a:r>
              <a:rPr lang="en-US" sz="1650" b="0" i="0" u="none" strike="noStrike" cap="none" dirty="0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650" b="0" i="0" u="none" strike="noStrike" cap="none" dirty="0" err="1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relación</a:t>
            </a:r>
            <a:r>
              <a:rPr lang="en-US" sz="1650" b="0" i="0" u="none" strike="noStrike" cap="none" dirty="0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650" b="0" i="0" u="none" strike="noStrike" cap="none" dirty="0" err="1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semántica</a:t>
            </a:r>
            <a:r>
              <a:rPr lang="en-US" sz="1650" b="0" i="0" u="none" strike="noStrike" cap="none" dirty="0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650" b="0" i="0" u="none" strike="noStrike" cap="none" dirty="0" err="1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fuerte</a:t>
            </a:r>
            <a:r>
              <a:rPr lang="en-US" sz="1650" b="0" i="0" u="none" strike="noStrike" cap="none" dirty="0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endParaRPr dirty="0"/>
          </a:p>
        </p:txBody>
      </p:sp>
      <p:pic>
        <p:nvPicPr>
          <p:cNvPr id="276" name="Google Shape;276;p22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228725" y="3179415"/>
            <a:ext cx="1150441" cy="333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77" name="Google Shape;277;p22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754088" y="6299448"/>
            <a:ext cx="209550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8" name="Google Shape;278;p22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068788" y="6445430"/>
            <a:ext cx="425648" cy="76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" name="Google Shape;122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66750" y="2750790"/>
            <a:ext cx="10858500" cy="1047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66750" y="3941415"/>
            <a:ext cx="10858500" cy="1047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" name="Google Shape;124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66750" y="5132040"/>
            <a:ext cx="10858500" cy="1047750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15"/>
          <p:cNvSpPr txBox="1"/>
          <p:nvPr/>
        </p:nvSpPr>
        <p:spPr>
          <a:xfrm>
            <a:off x="666750" y="1143000"/>
            <a:ext cx="11401425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Análisis de Casos</a:t>
            </a:r>
            <a:endParaRPr/>
          </a:p>
        </p:txBody>
      </p:sp>
      <p:sp>
        <p:nvSpPr>
          <p:cNvPr id="126" name="Google Shape;126;p15"/>
          <p:cNvSpPr/>
          <p:nvPr/>
        </p:nvSpPr>
        <p:spPr>
          <a:xfrm>
            <a:off x="666750" y="1781175"/>
            <a:ext cx="10858500" cy="381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15"/>
          <p:cNvSpPr txBox="1"/>
          <p:nvPr/>
        </p:nvSpPr>
        <p:spPr>
          <a:xfrm>
            <a:off x="666750" y="2266950"/>
            <a:ext cx="10858500" cy="293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Al evaluar P ⊨ Q, solo nos interesa un escenario crítico:</a:t>
            </a:r>
            <a:endParaRPr/>
          </a:p>
        </p:txBody>
      </p:sp>
      <p:sp>
        <p:nvSpPr>
          <p:cNvPr id="128" name="Google Shape;128;p15"/>
          <p:cNvSpPr txBox="1"/>
          <p:nvPr/>
        </p:nvSpPr>
        <p:spPr>
          <a:xfrm>
            <a:off x="933450" y="2941290"/>
            <a:ext cx="1092136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166534"/>
                </a:solidFill>
                <a:latin typeface="Montserrat"/>
                <a:ea typeface="Montserrat"/>
                <a:cs typeface="Montserrat"/>
                <a:sym typeface="Montserrat"/>
              </a:rPr>
              <a:t>1. Cuando P es Verdadera (V)</a:t>
            </a:r>
            <a:endParaRPr/>
          </a:p>
        </p:txBody>
      </p:sp>
      <p:sp>
        <p:nvSpPr>
          <p:cNvPr id="129" name="Google Shape;129;p15"/>
          <p:cNvSpPr txBox="1"/>
          <p:nvPr/>
        </p:nvSpPr>
        <p:spPr>
          <a:xfrm>
            <a:off x="933450" y="3341340"/>
            <a:ext cx="1040130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Este es el caso que importa. Si la premisa es V, la conclusión Q </a:t>
            </a:r>
            <a:r>
              <a:rPr lang="en-US" sz="1500" b="1" i="0" u="none" strike="noStrike" cap="non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debe ser V obligatoriamente</a:t>
            </a:r>
            <a:r>
              <a:rPr lang="en-US" sz="1500" b="0" i="0" u="none" strike="noStrike" cap="non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endParaRPr/>
          </a:p>
        </p:txBody>
      </p:sp>
      <p:sp>
        <p:nvSpPr>
          <p:cNvPr id="130" name="Google Shape;130;p15"/>
          <p:cNvSpPr txBox="1"/>
          <p:nvPr/>
        </p:nvSpPr>
        <p:spPr>
          <a:xfrm>
            <a:off x="933450" y="4131915"/>
            <a:ext cx="1092136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475569"/>
                </a:solidFill>
                <a:latin typeface="Montserrat"/>
                <a:ea typeface="Montserrat"/>
                <a:cs typeface="Montserrat"/>
                <a:sym typeface="Montserrat"/>
              </a:rPr>
              <a:t>2. Cuando P es Falsa (F)</a:t>
            </a:r>
            <a:endParaRPr/>
          </a:p>
        </p:txBody>
      </p:sp>
      <p:sp>
        <p:nvSpPr>
          <p:cNvPr id="131" name="Google Shape;131;p15"/>
          <p:cNvSpPr txBox="1"/>
          <p:nvPr/>
        </p:nvSpPr>
        <p:spPr>
          <a:xfrm>
            <a:off x="933450" y="4531965"/>
            <a:ext cx="1040130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No nos importa. Si la premisa no se cumple, la conclusión puede ser cualquiera. La lógica no se rompe.</a:t>
            </a:r>
            <a:endParaRPr/>
          </a:p>
        </p:txBody>
      </p:sp>
      <p:sp>
        <p:nvSpPr>
          <p:cNvPr id="132" name="Google Shape;132;p15"/>
          <p:cNvSpPr txBox="1"/>
          <p:nvPr/>
        </p:nvSpPr>
        <p:spPr>
          <a:xfrm>
            <a:off x="933450" y="5322540"/>
            <a:ext cx="1092136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991B1B"/>
                </a:solidFill>
                <a:latin typeface="Montserrat"/>
                <a:ea typeface="Montserrat"/>
                <a:cs typeface="Montserrat"/>
                <a:sym typeface="Montserrat"/>
              </a:rPr>
              <a:t>3. El Error Fatal (Contraejemplo)</a:t>
            </a:r>
            <a:endParaRPr/>
          </a:p>
        </p:txBody>
      </p:sp>
      <p:sp>
        <p:nvSpPr>
          <p:cNvPr id="133" name="Google Shape;133;p15"/>
          <p:cNvSpPr txBox="1"/>
          <p:nvPr/>
        </p:nvSpPr>
        <p:spPr>
          <a:xfrm>
            <a:off x="933450" y="5722590"/>
            <a:ext cx="1040130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Si encuentras un caso donde </a:t>
            </a:r>
            <a:r>
              <a:rPr lang="en-US" sz="1500" b="1" i="0" u="none" strike="noStrike" cap="non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P es Verdadera</a:t>
            </a:r>
            <a:r>
              <a:rPr lang="en-US" sz="1500" b="0" i="0" u="none" strike="noStrike" cap="non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 pero </a:t>
            </a:r>
            <a:r>
              <a:rPr lang="en-US" sz="1500" b="1" i="0" u="none" strike="noStrike" cap="non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Q es Falsa</a:t>
            </a:r>
            <a:r>
              <a:rPr lang="en-US" sz="1500" b="0" i="0" u="none" strike="noStrike" cap="non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, entonces </a:t>
            </a:r>
            <a:r>
              <a:rPr lang="en-US" sz="1500" b="1" i="0" u="none" strike="noStrike" cap="non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NO</a:t>
            </a:r>
            <a:r>
              <a:rPr lang="en-US" sz="1500" b="0" i="0" u="none" strike="noStrike" cap="non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 existe consecuencia lógica.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8" name="Google Shape;138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66750" y="1295400"/>
            <a:ext cx="5191125" cy="5772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" name="Google Shape;139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1295400"/>
            <a:ext cx="5191125" cy="5772150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16"/>
          <p:cNvSpPr txBox="1"/>
          <p:nvPr/>
        </p:nvSpPr>
        <p:spPr>
          <a:xfrm>
            <a:off x="666750" y="381000"/>
            <a:ext cx="11401425" cy="484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 dirty="0" err="1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Métodos</a:t>
            </a:r>
            <a:r>
              <a:rPr lang="en-US" sz="3150" b="1" i="0" u="none" strike="noStrike" cap="none" dirty="0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 de </a:t>
            </a:r>
            <a:r>
              <a:rPr lang="en-US" sz="3150" b="1" i="0" u="none" strike="noStrike" cap="none" dirty="0" err="1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Verificación</a:t>
            </a:r>
            <a:endParaRPr dirty="0"/>
          </a:p>
        </p:txBody>
      </p:sp>
      <p:sp>
        <p:nvSpPr>
          <p:cNvPr id="141" name="Google Shape;141;p16"/>
          <p:cNvSpPr/>
          <p:nvPr/>
        </p:nvSpPr>
        <p:spPr>
          <a:xfrm>
            <a:off x="666750" y="1019175"/>
            <a:ext cx="10858500" cy="381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16"/>
          <p:cNvSpPr txBox="1"/>
          <p:nvPr/>
        </p:nvSpPr>
        <p:spPr>
          <a:xfrm>
            <a:off x="847010" y="3494782"/>
            <a:ext cx="4830603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1E40AF"/>
                </a:solidFill>
                <a:latin typeface="Montserrat"/>
                <a:ea typeface="Montserrat"/>
                <a:cs typeface="Montserrat"/>
                <a:sym typeface="Montserrat"/>
              </a:rPr>
              <a:t>Tablas de Verdad</a:t>
            </a:r>
            <a:endParaRPr/>
          </a:p>
        </p:txBody>
      </p:sp>
      <p:sp>
        <p:nvSpPr>
          <p:cNvPr id="143" name="Google Shape;143;p16"/>
          <p:cNvSpPr txBox="1"/>
          <p:nvPr/>
        </p:nvSpPr>
        <p:spPr>
          <a:xfrm>
            <a:off x="962025" y="4066282"/>
            <a:ext cx="4600575" cy="2399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64748B"/>
                </a:solidFill>
                <a:latin typeface="Roboto"/>
                <a:ea typeface="Roboto"/>
                <a:cs typeface="Roboto"/>
                <a:sym typeface="Roboto"/>
              </a:rPr>
              <a:t>MÉTODO SEMÁNTICO</a:t>
            </a:r>
            <a:endParaRPr/>
          </a:p>
        </p:txBody>
      </p:sp>
      <p:sp>
        <p:nvSpPr>
          <p:cNvPr id="144" name="Google Shape;144;p16"/>
          <p:cNvSpPr txBox="1"/>
          <p:nvPr/>
        </p:nvSpPr>
        <p:spPr>
          <a:xfrm>
            <a:off x="962025" y="4639567"/>
            <a:ext cx="4600575" cy="8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Verificamos fila por fila. Es infalible para proposiciones pequeñas, pero se vuelve muy largo si hay muchas variables.</a:t>
            </a:r>
            <a:endParaRPr/>
          </a:p>
        </p:txBody>
      </p:sp>
      <p:sp>
        <p:nvSpPr>
          <p:cNvPr id="145" name="Google Shape;145;p16"/>
          <p:cNvSpPr txBox="1"/>
          <p:nvPr/>
        </p:nvSpPr>
        <p:spPr>
          <a:xfrm>
            <a:off x="6514385" y="3494782"/>
            <a:ext cx="4830603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BE185D"/>
                </a:solidFill>
                <a:latin typeface="Montserrat"/>
                <a:ea typeface="Montserrat"/>
                <a:cs typeface="Montserrat"/>
                <a:sym typeface="Montserrat"/>
              </a:rPr>
              <a:t>Deducción Natural</a:t>
            </a:r>
            <a:endParaRPr/>
          </a:p>
        </p:txBody>
      </p:sp>
      <p:sp>
        <p:nvSpPr>
          <p:cNvPr id="146" name="Google Shape;146;p16"/>
          <p:cNvSpPr txBox="1"/>
          <p:nvPr/>
        </p:nvSpPr>
        <p:spPr>
          <a:xfrm>
            <a:off x="6629400" y="4066282"/>
            <a:ext cx="4600575" cy="2399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64748B"/>
                </a:solidFill>
                <a:latin typeface="Roboto"/>
                <a:ea typeface="Roboto"/>
                <a:cs typeface="Roboto"/>
                <a:sym typeface="Roboto"/>
              </a:rPr>
              <a:t>MÉTODO SINTÁCTICO</a:t>
            </a:r>
            <a:endParaRPr/>
          </a:p>
        </p:txBody>
      </p:sp>
      <p:sp>
        <p:nvSpPr>
          <p:cNvPr id="147" name="Google Shape;147;p16"/>
          <p:cNvSpPr txBox="1"/>
          <p:nvPr/>
        </p:nvSpPr>
        <p:spPr>
          <a:xfrm>
            <a:off x="6629400" y="4639567"/>
            <a:ext cx="4600575" cy="8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Usamos reglas de inferencia para transformar las premisas. No usamos tablas. (Lo veremos más adelante).</a:t>
            </a:r>
            <a:endParaRPr/>
          </a:p>
        </p:txBody>
      </p:sp>
      <p:pic>
        <p:nvPicPr>
          <p:cNvPr id="148" name="Google Shape;148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024187" y="2828032"/>
            <a:ext cx="476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691562" y="2828032"/>
            <a:ext cx="476250" cy="476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4" name="Google Shape;154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457950" y="3158430"/>
            <a:ext cx="5191125" cy="2398365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17"/>
          <p:cNvSpPr txBox="1"/>
          <p:nvPr/>
        </p:nvSpPr>
        <p:spPr>
          <a:xfrm>
            <a:off x="790575" y="1123950"/>
            <a:ext cx="11401425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Ejemplo Práctico</a:t>
            </a:r>
            <a:endParaRPr/>
          </a:p>
        </p:txBody>
      </p:sp>
      <p:sp>
        <p:nvSpPr>
          <p:cNvPr id="156" name="Google Shape;156;p17"/>
          <p:cNvSpPr/>
          <p:nvPr/>
        </p:nvSpPr>
        <p:spPr>
          <a:xfrm>
            <a:off x="790575" y="1762125"/>
            <a:ext cx="10858500" cy="381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17"/>
          <p:cNvSpPr txBox="1"/>
          <p:nvPr/>
        </p:nvSpPr>
        <p:spPr>
          <a:xfrm>
            <a:off x="1104900" y="2189797"/>
            <a:ext cx="66675" cy="29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•</a:t>
            </a:r>
            <a:endParaRPr/>
          </a:p>
        </p:txBody>
      </p:sp>
      <p:sp>
        <p:nvSpPr>
          <p:cNvPr id="158" name="Google Shape;158;p17"/>
          <p:cNvSpPr txBox="1"/>
          <p:nvPr/>
        </p:nvSpPr>
        <p:spPr>
          <a:xfrm>
            <a:off x="1171575" y="2190750"/>
            <a:ext cx="10477500" cy="293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Proposición Inicial:</a:t>
            </a:r>
            <a:r>
              <a:rPr lang="en-US" sz="1650" b="0" i="0" u="none" strike="noStrike" cap="non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 P ∧ (P → Q)</a:t>
            </a:r>
            <a:endParaRPr/>
          </a:p>
        </p:txBody>
      </p:sp>
      <p:sp>
        <p:nvSpPr>
          <p:cNvPr id="159" name="Google Shape;159;p17"/>
          <p:cNvSpPr txBox="1"/>
          <p:nvPr/>
        </p:nvSpPr>
        <p:spPr>
          <a:xfrm>
            <a:off x="1104900" y="2578387"/>
            <a:ext cx="66675" cy="29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•</a:t>
            </a:r>
            <a:endParaRPr/>
          </a:p>
        </p:txBody>
      </p:sp>
      <p:sp>
        <p:nvSpPr>
          <p:cNvPr id="160" name="Google Shape;160;p17"/>
          <p:cNvSpPr txBox="1"/>
          <p:nvPr/>
        </p:nvSpPr>
        <p:spPr>
          <a:xfrm>
            <a:off x="1171575" y="2579340"/>
            <a:ext cx="10477500" cy="293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Posible Consecuencia:</a:t>
            </a:r>
            <a:r>
              <a:rPr lang="en-US" sz="1650" b="0" i="0" u="none" strike="noStrike" cap="non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 Q</a:t>
            </a:r>
            <a:endParaRPr/>
          </a:p>
        </p:txBody>
      </p:sp>
      <p:graphicFrame>
        <p:nvGraphicFramePr>
          <p:cNvPr id="161" name="Google Shape;161;p17"/>
          <p:cNvGraphicFramePr/>
          <p:nvPr>
            <p:extLst>
              <p:ext uri="{D42A27DB-BD31-4B8C-83A1-F6EECF244321}">
                <p14:modId xmlns:p14="http://schemas.microsoft.com/office/powerpoint/2010/main" val="3344987569"/>
              </p:ext>
            </p:extLst>
          </p:nvPr>
        </p:nvGraphicFramePr>
        <p:xfrm>
          <a:off x="790575" y="3253680"/>
          <a:ext cx="5191125" cy="2200250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7219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14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807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47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400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P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Q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P → Q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PREMISA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40A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00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166534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V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166534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V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166534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V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166534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V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BEA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00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166534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V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991B1B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F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991B1B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F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991B1B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F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EE2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00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991B1B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F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166534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V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166534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V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991B1B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F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EE2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00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991B1B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F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991B1B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F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166534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V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991B1B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F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EE2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62" name="Google Shape;162;p17"/>
          <p:cNvSpPr txBox="1"/>
          <p:nvPr/>
        </p:nvSpPr>
        <p:spPr>
          <a:xfrm>
            <a:off x="6753225" y="3396555"/>
            <a:ext cx="4890611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166534"/>
                </a:solidFill>
                <a:latin typeface="Montserrat"/>
                <a:ea typeface="Montserrat"/>
                <a:cs typeface="Montserrat"/>
                <a:sym typeface="Montserrat"/>
              </a:rPr>
              <a:t>Análisis:</a:t>
            </a:r>
            <a:endParaRPr/>
          </a:p>
        </p:txBody>
      </p:sp>
      <p:sp>
        <p:nvSpPr>
          <p:cNvPr id="163" name="Google Shape;163;p17"/>
          <p:cNvSpPr txBox="1"/>
          <p:nvPr/>
        </p:nvSpPr>
        <p:spPr>
          <a:xfrm>
            <a:off x="6753225" y="3891855"/>
            <a:ext cx="4657725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Observamos la única fila donde la </a:t>
            </a:r>
            <a:r>
              <a:rPr lang="en-US" sz="1500" b="1" i="0" u="none" strike="noStrike" cap="non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Premisa es V</a:t>
            </a:r>
            <a:r>
              <a:rPr lang="en-US" sz="1500" b="0" i="0" u="none" strike="noStrike" cap="non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 (Fila 1).</a:t>
            </a:r>
            <a:endParaRPr/>
          </a:p>
        </p:txBody>
      </p:sp>
      <p:sp>
        <p:nvSpPr>
          <p:cNvPr id="164" name="Google Shape;164;p17"/>
          <p:cNvSpPr txBox="1"/>
          <p:nvPr/>
        </p:nvSpPr>
        <p:spPr>
          <a:xfrm>
            <a:off x="6753225" y="4615755"/>
            <a:ext cx="4657725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En esa fila, la conclusión Q también es </a:t>
            </a:r>
            <a:r>
              <a:rPr lang="en-US" sz="1500" b="1" i="0" u="none" strike="noStrike" cap="non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V</a:t>
            </a:r>
            <a:r>
              <a:rPr lang="en-US" sz="1500" b="0" i="0" u="none" strike="noStrike" cap="non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endParaRPr/>
          </a:p>
        </p:txBody>
      </p:sp>
      <p:sp>
        <p:nvSpPr>
          <p:cNvPr id="165" name="Google Shape;165;p17"/>
          <p:cNvSpPr txBox="1"/>
          <p:nvPr/>
        </p:nvSpPr>
        <p:spPr>
          <a:xfrm>
            <a:off x="6753225" y="5025330"/>
            <a:ext cx="4657725" cy="293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∴ Es Consecuencia Lógica.</a:t>
            </a:r>
            <a:endParaRPr/>
          </a:p>
        </p:txBody>
      </p:sp>
      <p:sp>
        <p:nvSpPr>
          <p:cNvPr id="166" name="Google Shape;166;p17"/>
          <p:cNvSpPr/>
          <p:nvPr/>
        </p:nvSpPr>
        <p:spPr>
          <a:xfrm>
            <a:off x="790575" y="4139505"/>
            <a:ext cx="721965" cy="1905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17"/>
          <p:cNvSpPr/>
          <p:nvPr/>
        </p:nvSpPr>
        <p:spPr>
          <a:xfrm>
            <a:off x="790575" y="3720405"/>
            <a:ext cx="721965" cy="1905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17"/>
          <p:cNvSpPr/>
          <p:nvPr/>
        </p:nvSpPr>
        <p:spPr>
          <a:xfrm>
            <a:off x="1512540" y="4139505"/>
            <a:ext cx="741461" cy="1905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17"/>
          <p:cNvSpPr/>
          <p:nvPr/>
        </p:nvSpPr>
        <p:spPr>
          <a:xfrm>
            <a:off x="1512540" y="3720405"/>
            <a:ext cx="741461" cy="1905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17"/>
          <p:cNvSpPr/>
          <p:nvPr/>
        </p:nvSpPr>
        <p:spPr>
          <a:xfrm>
            <a:off x="2254001" y="4139505"/>
            <a:ext cx="1580703" cy="1905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17"/>
          <p:cNvSpPr/>
          <p:nvPr/>
        </p:nvSpPr>
        <p:spPr>
          <a:xfrm>
            <a:off x="2254001" y="3720405"/>
            <a:ext cx="1580703" cy="1905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17"/>
          <p:cNvSpPr/>
          <p:nvPr/>
        </p:nvSpPr>
        <p:spPr>
          <a:xfrm>
            <a:off x="3834705" y="4139505"/>
            <a:ext cx="2146994" cy="1905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17"/>
          <p:cNvSpPr/>
          <p:nvPr/>
        </p:nvSpPr>
        <p:spPr>
          <a:xfrm>
            <a:off x="3834705" y="3720405"/>
            <a:ext cx="2146994" cy="1905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17"/>
          <p:cNvSpPr/>
          <p:nvPr/>
        </p:nvSpPr>
        <p:spPr>
          <a:xfrm>
            <a:off x="790575" y="4582417"/>
            <a:ext cx="72196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17"/>
          <p:cNvSpPr/>
          <p:nvPr/>
        </p:nvSpPr>
        <p:spPr>
          <a:xfrm>
            <a:off x="1512540" y="4582417"/>
            <a:ext cx="74146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17"/>
          <p:cNvSpPr/>
          <p:nvPr/>
        </p:nvSpPr>
        <p:spPr>
          <a:xfrm>
            <a:off x="2254001" y="4582417"/>
            <a:ext cx="158070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17"/>
          <p:cNvSpPr/>
          <p:nvPr/>
        </p:nvSpPr>
        <p:spPr>
          <a:xfrm>
            <a:off x="3834705" y="4582417"/>
            <a:ext cx="214699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17"/>
          <p:cNvSpPr/>
          <p:nvPr/>
        </p:nvSpPr>
        <p:spPr>
          <a:xfrm>
            <a:off x="790575" y="5011042"/>
            <a:ext cx="72196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17"/>
          <p:cNvSpPr/>
          <p:nvPr/>
        </p:nvSpPr>
        <p:spPr>
          <a:xfrm>
            <a:off x="1512540" y="5011042"/>
            <a:ext cx="74146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17"/>
          <p:cNvSpPr/>
          <p:nvPr/>
        </p:nvSpPr>
        <p:spPr>
          <a:xfrm>
            <a:off x="2254001" y="5011042"/>
            <a:ext cx="158070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17"/>
          <p:cNvSpPr/>
          <p:nvPr/>
        </p:nvSpPr>
        <p:spPr>
          <a:xfrm>
            <a:off x="3834705" y="5011042"/>
            <a:ext cx="214699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17"/>
          <p:cNvSpPr/>
          <p:nvPr/>
        </p:nvSpPr>
        <p:spPr>
          <a:xfrm>
            <a:off x="790575" y="5439667"/>
            <a:ext cx="72196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17"/>
          <p:cNvSpPr/>
          <p:nvPr/>
        </p:nvSpPr>
        <p:spPr>
          <a:xfrm>
            <a:off x="1512540" y="5439667"/>
            <a:ext cx="74146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17"/>
          <p:cNvSpPr/>
          <p:nvPr/>
        </p:nvSpPr>
        <p:spPr>
          <a:xfrm>
            <a:off x="2254001" y="5439667"/>
            <a:ext cx="158070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17"/>
          <p:cNvSpPr/>
          <p:nvPr/>
        </p:nvSpPr>
        <p:spPr>
          <a:xfrm>
            <a:off x="3834705" y="5439667"/>
            <a:ext cx="214699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82A83F9-ED80-8511-E320-5C18CF9A5B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0819D27E-7866-6399-CB47-75212BDE6AA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31192" y="1412436"/>
            <a:ext cx="2405320" cy="2605007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82791416-45E7-039B-BCE0-721EAB35E1A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43804" y="3841660"/>
            <a:ext cx="2190048" cy="2371863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AF1C5630-7429-1B6F-9B0A-4C1F7BB91FC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01973" y="3742035"/>
            <a:ext cx="2405320" cy="2605007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4095679B-CE75-05AB-5501-29225F1DFE8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76941" y="1334130"/>
            <a:ext cx="2405320" cy="2605007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FCA59104-C536-7DA0-B7CB-445554E5645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08962" y="1657339"/>
            <a:ext cx="2405320" cy="2605007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21AB9B15-3C82-168C-A33E-B6863B54CD6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939" y="3608516"/>
            <a:ext cx="2363633" cy="2559859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8145B13E-EFD7-5F0C-E29F-0D194BF61EB2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2497" y="3841660"/>
            <a:ext cx="2405320" cy="2605007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94340A76-EA32-12F9-F172-0E977D1EDBFE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11211" y="1657338"/>
            <a:ext cx="2405320" cy="2605007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CCCD3CA5-E361-CFA7-B921-E1A38AD501B5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0911" y="1553908"/>
            <a:ext cx="2405320" cy="2605007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D516E7C0-37E4-2470-EAB6-927A01DDD843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12560"/>
            <a:ext cx="12192000" cy="6832879"/>
          </a:xfrm>
          <a:prstGeom prst="rect">
            <a:avLst/>
          </a:prstGeom>
        </p:spPr>
      </p:pic>
      <p:sp>
        <p:nvSpPr>
          <p:cNvPr id="17" name="CuadroTexto 16">
            <a:extLst>
              <a:ext uri="{FF2B5EF4-FFF2-40B4-BE49-F238E27FC236}">
                <a16:creationId xmlns:a16="http://schemas.microsoft.com/office/drawing/2014/main" id="{4E80F85C-06FD-6F06-9C16-EA1481160B26}"/>
              </a:ext>
            </a:extLst>
          </p:cNvPr>
          <p:cNvSpPr txBox="1"/>
          <p:nvPr/>
        </p:nvSpPr>
        <p:spPr>
          <a:xfrm>
            <a:off x="998189" y="2070693"/>
            <a:ext cx="10671325" cy="203132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s-ES"/>
              <a:t>Análisis:</a:t>
            </a:r>
          </a:p>
          <a:p>
            <a:endParaRPr lang="es-ES"/>
          </a:p>
          <a:p>
            <a:pPr marL="285750" indent="-285750">
              <a:buFont typeface="Arial"/>
              <a:buChar char="•"/>
            </a:pPr>
            <a:r>
              <a:rPr lang="es-ES"/>
              <a:t>En la segunda fila, P es verdadero, pero Q es falso, lo que hace que P→Q sea falso.</a:t>
            </a:r>
            <a:endParaRPr lang="es-ES">
              <a:ea typeface="Calibri" panose="020F0502020204030204"/>
              <a:cs typeface="Calibri" panose="020F0502020204030204"/>
            </a:endParaRPr>
          </a:p>
          <a:p>
            <a:pPr marL="285750" indent="-285750">
              <a:buFont typeface="Arial"/>
              <a:buChar char="•"/>
            </a:pPr>
            <a:endParaRPr lang="es-ES">
              <a:ea typeface="Calibri" panose="020F0502020204030204"/>
              <a:cs typeface="Calibri" panose="020F0502020204030204"/>
            </a:endParaRPr>
          </a:p>
          <a:p>
            <a:pPr marL="285750" indent="-285750">
              <a:buFont typeface="Arial"/>
              <a:buChar char="•"/>
            </a:pPr>
            <a:r>
              <a:rPr lang="es-ES"/>
              <a:t>Para que P⊨Q sea cierto, no debe haber ninguna fila donde P sea verdadero y Q sea falso.</a:t>
            </a:r>
            <a:endParaRPr lang="es-ES">
              <a:ea typeface="Calibri" panose="020F0502020204030204"/>
              <a:cs typeface="Calibri" panose="020F0502020204030204"/>
            </a:endParaRPr>
          </a:p>
          <a:p>
            <a:pPr marL="285750" indent="-285750">
              <a:buFont typeface="Arial"/>
              <a:buChar char="•"/>
            </a:pPr>
            <a:endParaRPr lang="es-ES">
              <a:ea typeface="Calibri" panose="020F0502020204030204"/>
              <a:cs typeface="Calibri" panose="020F0502020204030204"/>
            </a:endParaRPr>
          </a:p>
          <a:p>
            <a:pPr marL="285750" indent="-285750">
              <a:buFont typeface="Arial"/>
              <a:buChar char="•"/>
            </a:pPr>
            <a:r>
              <a:rPr lang="es-ES"/>
              <a:t>Como encontramos un caso donde P es verdadero y Q es falso, no podemos concluir que P⊨Q siempre.</a:t>
            </a:r>
            <a:endParaRPr lang="es-419">
              <a:ea typeface="Calibri" panose="020F0502020204030204"/>
              <a:cs typeface="Calibri" panose="020F0502020204030204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F9E6D12-32FE-250C-ED1E-8BDCF52D1497}"/>
              </a:ext>
            </a:extLst>
          </p:cNvPr>
          <p:cNvSpPr txBox="1"/>
          <p:nvPr/>
        </p:nvSpPr>
        <p:spPr>
          <a:xfrm>
            <a:off x="997908" y="4546948"/>
            <a:ext cx="9997856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Para que P⊨Q se </a:t>
            </a:r>
            <a:r>
              <a:rPr lang="en-US" err="1"/>
              <a:t>cumpla</a:t>
            </a:r>
            <a:r>
              <a:rPr lang="en-US"/>
              <a:t>, </a:t>
            </a:r>
            <a:r>
              <a:rPr lang="en-US" b="1"/>
              <a:t>no </a:t>
            </a:r>
            <a:r>
              <a:rPr lang="en-US" b="1" err="1"/>
              <a:t>debe</a:t>
            </a:r>
            <a:r>
              <a:rPr lang="en-US" b="1"/>
              <a:t> </a:t>
            </a:r>
            <a:r>
              <a:rPr lang="en-US" b="1" err="1"/>
              <a:t>existir</a:t>
            </a:r>
            <a:r>
              <a:rPr lang="en-US" b="1"/>
              <a:t> </a:t>
            </a:r>
            <a:r>
              <a:rPr lang="en-US" b="1" err="1"/>
              <a:t>ningún</a:t>
            </a:r>
            <a:r>
              <a:rPr lang="en-US" b="1"/>
              <a:t> </a:t>
            </a:r>
            <a:r>
              <a:rPr lang="en-US" b="1" err="1"/>
              <a:t>caso</a:t>
            </a:r>
            <a:r>
              <a:rPr lang="en-US" b="1"/>
              <a:t> </a:t>
            </a:r>
            <a:r>
              <a:rPr lang="en-US" b="1" err="1"/>
              <a:t>en</a:t>
            </a:r>
            <a:r>
              <a:rPr lang="en-US" b="1"/>
              <a:t> </a:t>
            </a:r>
            <a:r>
              <a:rPr lang="en-US" b="1" err="1"/>
              <a:t>el</a:t>
            </a:r>
            <a:r>
              <a:rPr lang="en-US" b="1"/>
              <a:t> que P sea </a:t>
            </a:r>
            <a:r>
              <a:rPr lang="en-US" b="1" err="1"/>
              <a:t>verdadero</a:t>
            </a:r>
            <a:r>
              <a:rPr lang="en-US" b="1"/>
              <a:t> y Q sea </a:t>
            </a:r>
            <a:r>
              <a:rPr lang="en-US" b="1" err="1"/>
              <a:t>falso</a:t>
            </a:r>
            <a:r>
              <a:rPr lang="en-US"/>
              <a:t>.</a:t>
            </a:r>
          </a:p>
          <a:p>
            <a:r>
              <a:rPr lang="en-US"/>
              <a:t>En la </a:t>
            </a:r>
            <a:r>
              <a:rPr lang="en-US" b="1" err="1"/>
              <a:t>segunda</a:t>
            </a:r>
            <a:r>
              <a:rPr lang="en-US" b="1"/>
              <a:t> fila</a:t>
            </a:r>
            <a:r>
              <a:rPr lang="en-US"/>
              <a:t>, </a:t>
            </a:r>
            <a:r>
              <a:rPr lang="en-US" err="1"/>
              <a:t>tenemos</a:t>
            </a:r>
            <a:r>
              <a:rPr lang="en-US"/>
              <a:t> que P es </a:t>
            </a:r>
            <a:r>
              <a:rPr lang="en-US" err="1"/>
              <a:t>verdadero</a:t>
            </a:r>
            <a:r>
              <a:rPr lang="en-US"/>
              <a:t> y Q es </a:t>
            </a:r>
            <a:r>
              <a:rPr lang="en-US" err="1"/>
              <a:t>falso</a:t>
            </a:r>
            <a:r>
              <a:rPr lang="en-US"/>
              <a:t>. </a:t>
            </a:r>
            <a:r>
              <a:rPr lang="en-US" b="1" err="1"/>
              <a:t>Esto</a:t>
            </a:r>
            <a:r>
              <a:rPr lang="en-US" b="1"/>
              <a:t> </a:t>
            </a:r>
            <a:r>
              <a:rPr lang="en-US" b="1" err="1"/>
              <a:t>significa</a:t>
            </a:r>
            <a:r>
              <a:rPr lang="en-US" b="1"/>
              <a:t> que P⊭Q</a:t>
            </a:r>
            <a:r>
              <a:rPr lang="en-US"/>
              <a:t>, </a:t>
            </a:r>
            <a:r>
              <a:rPr lang="en-US" err="1"/>
              <a:t>ya</a:t>
            </a:r>
            <a:r>
              <a:rPr lang="en-US"/>
              <a:t> que </a:t>
            </a:r>
            <a:r>
              <a:rPr lang="en-US" err="1"/>
              <a:t>encontramos</a:t>
            </a:r>
            <a:r>
              <a:rPr lang="en-US"/>
              <a:t> un </a:t>
            </a:r>
            <a:r>
              <a:rPr lang="en-US" err="1"/>
              <a:t>contraejemplo</a:t>
            </a:r>
            <a:r>
              <a:rPr lang="en-US"/>
              <a:t>.</a:t>
            </a:r>
            <a:endParaRPr lang="en-US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0882877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2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14375" y="2790825"/>
            <a:ext cx="5238750" cy="133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6" name="Google Shape;86;p1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14375" y="4457700"/>
            <a:ext cx="5238750" cy="1800225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3"/>
          <p:cNvSpPr txBox="1"/>
          <p:nvPr/>
        </p:nvSpPr>
        <p:spPr>
          <a:xfrm>
            <a:off x="714375" y="1123950"/>
            <a:ext cx="11401425" cy="466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0F172A"/>
                </a:solidFill>
                <a:latin typeface="Merriweather"/>
                <a:ea typeface="Merriweather"/>
                <a:cs typeface="Merriweather"/>
                <a:sym typeface="Merriweather"/>
              </a:rPr>
              <a:t>Ejemplo de Verificación</a:t>
            </a:r>
            <a:endParaRPr/>
          </a:p>
        </p:txBody>
      </p:sp>
      <p:sp>
        <p:nvSpPr>
          <p:cNvPr id="88" name="Google Shape;88;p13"/>
          <p:cNvSpPr/>
          <p:nvPr/>
        </p:nvSpPr>
        <p:spPr>
          <a:xfrm>
            <a:off x="714375" y="1714500"/>
            <a:ext cx="108585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89" name="Google Shape;89;p13"/>
          <p:cNvGraphicFramePr/>
          <p:nvPr>
            <p:extLst>
              <p:ext uri="{D42A27DB-BD31-4B8C-83A1-F6EECF244321}">
                <p14:modId xmlns:p14="http://schemas.microsoft.com/office/powerpoint/2010/main" val="887235817"/>
              </p:ext>
            </p:extLst>
          </p:nvPr>
        </p:nvGraphicFramePr>
        <p:xfrm>
          <a:off x="6334125" y="3167062"/>
          <a:ext cx="5238725" cy="2286000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735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07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36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955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P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Q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P → Q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1E3A8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P ∧ (P → Q)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BEA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1E40A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V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1E40A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V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1E40A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V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1E40A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V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1E293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V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1E293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F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1E293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F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1E293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F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1E293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F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1E293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V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1E293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V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1E293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F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1E293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F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1E293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F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1E293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V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1E293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F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1" name="Google Shape;91;p13"/>
          <p:cNvSpPr txBox="1"/>
          <p:nvPr/>
        </p:nvSpPr>
        <p:spPr>
          <a:xfrm>
            <a:off x="952500" y="4648200"/>
            <a:ext cx="4810125" cy="942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1E293B"/>
                </a:solidFill>
                <a:latin typeface="Inter Medium"/>
                <a:ea typeface="Inter Medium"/>
                <a:cs typeface="Inter Medium"/>
                <a:sym typeface="Inter Medium"/>
              </a:rPr>
              <a:t>Se observa que en </a:t>
            </a:r>
            <a:r>
              <a:rPr lang="en-US" sz="1500" b="1" i="0" u="none" strike="noStrike" cap="non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todas las filas</a:t>
            </a:r>
            <a:r>
              <a:rPr lang="en-US" sz="1500" b="0" i="0" u="none" strike="noStrike" cap="none">
                <a:solidFill>
                  <a:srgbClr val="1E293B"/>
                </a:solidFill>
                <a:latin typeface="Inter Medium"/>
                <a:ea typeface="Inter Medium"/>
                <a:cs typeface="Inter Medium"/>
                <a:sym typeface="Inter Medium"/>
              </a:rPr>
              <a:t> donde la premisa </a:t>
            </a:r>
            <a:r>
              <a:rPr lang="en-US" sz="1500" b="0" i="1" u="none" strike="noStrike" cap="none">
                <a:solidFill>
                  <a:srgbClr val="1E3A8A"/>
                </a:solidFill>
                <a:latin typeface="Inter Medium"/>
                <a:ea typeface="Inter Medium"/>
                <a:cs typeface="Inter Medium"/>
                <a:sym typeface="Inter Medium"/>
              </a:rPr>
              <a:t>P ∧ (P → Q)</a:t>
            </a:r>
            <a:r>
              <a:rPr lang="en-US" sz="1500" b="0" i="0" u="none" strike="noStrike" cap="none">
                <a:solidFill>
                  <a:srgbClr val="1E293B"/>
                </a:solidFill>
                <a:latin typeface="Inter Medium"/>
                <a:ea typeface="Inter Medium"/>
                <a:cs typeface="Inter Medium"/>
                <a:sym typeface="Inter Medium"/>
              </a:rPr>
              <a:t> es verdadera, la conclusión </a:t>
            </a:r>
            <a:r>
              <a:rPr lang="en-US" sz="1500" b="0" i="1" u="none" strike="noStrike" cap="none">
                <a:solidFill>
                  <a:srgbClr val="1E3A8A"/>
                </a:solidFill>
                <a:latin typeface="Inter Medium"/>
                <a:ea typeface="Inter Medium"/>
                <a:cs typeface="Inter Medium"/>
                <a:sym typeface="Inter Medium"/>
              </a:rPr>
              <a:t>Q</a:t>
            </a:r>
            <a:r>
              <a:rPr lang="en-US" sz="1500" b="0" i="0" u="none" strike="noStrike" cap="none">
                <a:solidFill>
                  <a:srgbClr val="1E293B"/>
                </a:solidFill>
                <a:latin typeface="Inter Medium"/>
                <a:ea typeface="Inter Medium"/>
                <a:cs typeface="Inter Medium"/>
                <a:sym typeface="Inter Medium"/>
              </a:rPr>
              <a:t> también es verdadera.</a:t>
            </a:r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952500" y="5686425"/>
            <a:ext cx="481012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∴ Es una consecuencia lógica válida.</a:t>
            </a:r>
            <a:endParaRPr/>
          </a:p>
        </p:txBody>
      </p:sp>
      <p:sp>
        <p:nvSpPr>
          <p:cNvPr id="93" name="Google Shape;93;p13"/>
          <p:cNvSpPr/>
          <p:nvPr/>
        </p:nvSpPr>
        <p:spPr>
          <a:xfrm>
            <a:off x="6334125" y="3671887"/>
            <a:ext cx="735806" cy="1905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3"/>
          <p:cNvSpPr/>
          <p:nvPr/>
        </p:nvSpPr>
        <p:spPr>
          <a:xfrm>
            <a:off x="7069931" y="3671887"/>
            <a:ext cx="770780" cy="1905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3"/>
          <p:cNvSpPr/>
          <p:nvPr/>
        </p:nvSpPr>
        <p:spPr>
          <a:xfrm>
            <a:off x="7840712" y="3671887"/>
            <a:ext cx="1436637" cy="1905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13"/>
          <p:cNvSpPr/>
          <p:nvPr/>
        </p:nvSpPr>
        <p:spPr>
          <a:xfrm>
            <a:off x="9277350" y="3671887"/>
            <a:ext cx="2295525" cy="1905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13"/>
          <p:cNvSpPr txBox="1"/>
          <p:nvPr/>
        </p:nvSpPr>
        <p:spPr>
          <a:xfrm>
            <a:off x="952500" y="2990850"/>
            <a:ext cx="3142505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Proposición inicial:</a:t>
            </a:r>
            <a:r>
              <a:rPr lang="en-US" sz="1500" b="0" i="0" u="none" strike="noStrike" cap="non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1" u="none" strike="noStrike" cap="none">
                <a:solidFill>
                  <a:srgbClr val="1E3A8A"/>
                </a:solidFill>
                <a:latin typeface="Inter"/>
                <a:ea typeface="Inter"/>
                <a:cs typeface="Inter"/>
                <a:sym typeface="Inter"/>
              </a:rPr>
              <a:t>P ∧ (P → Q)</a:t>
            </a:r>
            <a:endParaRPr/>
          </a:p>
        </p:txBody>
      </p:sp>
      <p:sp>
        <p:nvSpPr>
          <p:cNvPr id="98" name="Google Shape;98;p13"/>
          <p:cNvSpPr txBox="1"/>
          <p:nvPr/>
        </p:nvSpPr>
        <p:spPr>
          <a:xfrm>
            <a:off x="952500" y="3457575"/>
            <a:ext cx="3142505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Posible consecuencia:</a:t>
            </a:r>
            <a:r>
              <a:rPr lang="en-US" sz="1500" b="0" i="0" u="none" strike="noStrike" cap="non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1" u="none" strike="noStrike" cap="none">
                <a:solidFill>
                  <a:srgbClr val="1E3A8A"/>
                </a:solidFill>
                <a:latin typeface="Inter"/>
                <a:ea typeface="Inter"/>
                <a:cs typeface="Inter"/>
                <a:sym typeface="Inter"/>
              </a:rPr>
              <a:t>Q</a:t>
            </a:r>
            <a:endParaRPr/>
          </a:p>
        </p:txBody>
      </p:sp>
      <p:sp>
        <p:nvSpPr>
          <p:cNvPr id="99" name="Google Shape;99;p13"/>
          <p:cNvSpPr/>
          <p:nvPr/>
        </p:nvSpPr>
        <p:spPr>
          <a:xfrm>
            <a:off x="6334125" y="4124325"/>
            <a:ext cx="73580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13"/>
          <p:cNvSpPr/>
          <p:nvPr/>
        </p:nvSpPr>
        <p:spPr>
          <a:xfrm>
            <a:off x="7069931" y="4124325"/>
            <a:ext cx="77078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13"/>
          <p:cNvSpPr/>
          <p:nvPr/>
        </p:nvSpPr>
        <p:spPr>
          <a:xfrm>
            <a:off x="7840712" y="4124325"/>
            <a:ext cx="143663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13"/>
          <p:cNvSpPr/>
          <p:nvPr/>
        </p:nvSpPr>
        <p:spPr>
          <a:xfrm>
            <a:off x="9277350" y="4124325"/>
            <a:ext cx="229552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13"/>
          <p:cNvSpPr/>
          <p:nvPr/>
        </p:nvSpPr>
        <p:spPr>
          <a:xfrm>
            <a:off x="6334125" y="4562475"/>
            <a:ext cx="73580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13"/>
          <p:cNvSpPr/>
          <p:nvPr/>
        </p:nvSpPr>
        <p:spPr>
          <a:xfrm>
            <a:off x="7069931" y="4562475"/>
            <a:ext cx="77078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13"/>
          <p:cNvSpPr/>
          <p:nvPr/>
        </p:nvSpPr>
        <p:spPr>
          <a:xfrm>
            <a:off x="7840712" y="4562475"/>
            <a:ext cx="143663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13"/>
          <p:cNvSpPr/>
          <p:nvPr/>
        </p:nvSpPr>
        <p:spPr>
          <a:xfrm>
            <a:off x="9277350" y="4562475"/>
            <a:ext cx="229552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3"/>
          <p:cNvSpPr/>
          <p:nvPr/>
        </p:nvSpPr>
        <p:spPr>
          <a:xfrm>
            <a:off x="6334125" y="5000625"/>
            <a:ext cx="73580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13"/>
          <p:cNvSpPr/>
          <p:nvPr/>
        </p:nvSpPr>
        <p:spPr>
          <a:xfrm>
            <a:off x="7069931" y="5000625"/>
            <a:ext cx="77078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13"/>
          <p:cNvSpPr/>
          <p:nvPr/>
        </p:nvSpPr>
        <p:spPr>
          <a:xfrm>
            <a:off x="7840712" y="5000625"/>
            <a:ext cx="143663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13"/>
          <p:cNvSpPr/>
          <p:nvPr/>
        </p:nvSpPr>
        <p:spPr>
          <a:xfrm>
            <a:off x="9277350" y="5000625"/>
            <a:ext cx="229552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3"/>
          <p:cNvSpPr/>
          <p:nvPr/>
        </p:nvSpPr>
        <p:spPr>
          <a:xfrm>
            <a:off x="6334125" y="5438775"/>
            <a:ext cx="73580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13"/>
          <p:cNvSpPr/>
          <p:nvPr/>
        </p:nvSpPr>
        <p:spPr>
          <a:xfrm>
            <a:off x="7069931" y="5438775"/>
            <a:ext cx="77078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13"/>
          <p:cNvSpPr/>
          <p:nvPr/>
        </p:nvSpPr>
        <p:spPr>
          <a:xfrm>
            <a:off x="7840712" y="5438775"/>
            <a:ext cx="143663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13"/>
          <p:cNvSpPr/>
          <p:nvPr/>
        </p:nvSpPr>
        <p:spPr>
          <a:xfrm>
            <a:off x="9277350" y="5438775"/>
            <a:ext cx="229552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8" name="Google Shape;148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286500" y="2252662"/>
            <a:ext cx="5238750" cy="2638425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5"/>
          <p:cNvSpPr txBox="1"/>
          <p:nvPr/>
        </p:nvSpPr>
        <p:spPr>
          <a:xfrm>
            <a:off x="661988" y="1133475"/>
            <a:ext cx="11401425" cy="657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 dirty="0" err="1">
                <a:solidFill>
                  <a:srgbClr val="0F172A"/>
                </a:solidFill>
                <a:latin typeface="Merriweather"/>
                <a:ea typeface="Merriweather"/>
                <a:cs typeface="Merriweather"/>
                <a:sym typeface="Merriweather"/>
              </a:rPr>
              <a:t>Análisis</a:t>
            </a:r>
            <a:r>
              <a:rPr lang="en-US" sz="2850" b="1" i="0" u="none" strike="noStrike" cap="none" dirty="0">
                <a:solidFill>
                  <a:srgbClr val="0F172A"/>
                </a:solidFill>
                <a:latin typeface="Merriweather"/>
                <a:ea typeface="Merriweather"/>
                <a:cs typeface="Merriweather"/>
                <a:sym typeface="Merriweather"/>
              </a:rPr>
              <a:t> </a:t>
            </a:r>
            <a:r>
              <a:rPr lang="en-US" sz="2850" b="1" i="0" u="none" strike="noStrike" cap="none" dirty="0" err="1">
                <a:solidFill>
                  <a:srgbClr val="0F172A"/>
                </a:solidFill>
                <a:latin typeface="Merriweather"/>
                <a:ea typeface="Merriweather"/>
                <a:cs typeface="Merriweather"/>
                <a:sym typeface="Merriweather"/>
              </a:rPr>
              <a:t>Detallado</a:t>
            </a:r>
            <a:r>
              <a:rPr lang="en-US" sz="2850" b="1" i="0" u="none" strike="noStrike" cap="none" dirty="0">
                <a:solidFill>
                  <a:srgbClr val="0F172A"/>
                </a:solidFill>
                <a:latin typeface="Merriweather"/>
                <a:ea typeface="Merriweather"/>
                <a:cs typeface="Merriweather"/>
                <a:sym typeface="Merriweather"/>
              </a:rPr>
              <a:t>: </a:t>
            </a:r>
            <a:r>
              <a:rPr lang="en-US" sz="2850" b="1" i="1" u="none" strike="noStrike" cap="none" dirty="0">
                <a:solidFill>
                  <a:srgbClr val="2563EB"/>
                </a:solidFill>
                <a:latin typeface="Merriweather"/>
                <a:ea typeface="Merriweather"/>
                <a:cs typeface="Merriweather"/>
                <a:sym typeface="Merriweather"/>
              </a:rPr>
              <a:t>P ∧ Q ⊨ P</a:t>
            </a:r>
            <a:endParaRPr dirty="0"/>
          </a:p>
        </p:txBody>
      </p:sp>
      <p:sp>
        <p:nvSpPr>
          <p:cNvPr id="150" name="Google Shape;150;p15"/>
          <p:cNvSpPr/>
          <p:nvPr/>
        </p:nvSpPr>
        <p:spPr>
          <a:xfrm>
            <a:off x="538163" y="1509713"/>
            <a:ext cx="108585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15"/>
          <p:cNvSpPr txBox="1"/>
          <p:nvPr/>
        </p:nvSpPr>
        <p:spPr>
          <a:xfrm>
            <a:off x="538163" y="2795587"/>
            <a:ext cx="5500687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Paso 1: Construcción de la Tabla</a:t>
            </a:r>
            <a:endParaRPr/>
          </a:p>
        </p:txBody>
      </p:sp>
      <p:graphicFrame>
        <p:nvGraphicFramePr>
          <p:cNvPr id="152" name="Google Shape;152;p15"/>
          <p:cNvGraphicFramePr/>
          <p:nvPr>
            <p:extLst>
              <p:ext uri="{D42A27DB-BD31-4B8C-83A1-F6EECF244321}">
                <p14:modId xmlns:p14="http://schemas.microsoft.com/office/powerpoint/2010/main" val="3832546156"/>
              </p:ext>
            </p:extLst>
          </p:nvPr>
        </p:nvGraphicFramePr>
        <p:xfrm>
          <a:off x="538163" y="3214687"/>
          <a:ext cx="5238750" cy="2286000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678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11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772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711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P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Q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P ∧ Q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P (Conclusión)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1E40A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V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1E40A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V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1E40A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V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1E40A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V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1E293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V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1E293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F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1E293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F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1E293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V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1E293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F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1E293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V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1E293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F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1E293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F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1E293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F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1E293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F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1E293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F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1E293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F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53" name="Google Shape;153;p15"/>
          <p:cNvSpPr/>
          <p:nvPr/>
        </p:nvSpPr>
        <p:spPr>
          <a:xfrm>
            <a:off x="538163" y="3719512"/>
            <a:ext cx="678953" cy="1905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15"/>
          <p:cNvSpPr/>
          <p:nvPr/>
        </p:nvSpPr>
        <p:spPr>
          <a:xfrm>
            <a:off x="1217116" y="3719512"/>
            <a:ext cx="711398" cy="1905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15"/>
          <p:cNvSpPr/>
          <p:nvPr/>
        </p:nvSpPr>
        <p:spPr>
          <a:xfrm>
            <a:off x="1928515" y="3719512"/>
            <a:ext cx="1277242" cy="1905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15"/>
          <p:cNvSpPr/>
          <p:nvPr/>
        </p:nvSpPr>
        <p:spPr>
          <a:xfrm>
            <a:off x="3205758" y="3719512"/>
            <a:ext cx="2571154" cy="1905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15"/>
          <p:cNvSpPr txBox="1"/>
          <p:nvPr/>
        </p:nvSpPr>
        <p:spPr>
          <a:xfrm>
            <a:off x="6534150" y="2690812"/>
            <a:ext cx="47434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Para demostrar la validez, verificamos </a:t>
            </a:r>
            <a:r>
              <a:rPr lang="en-US" sz="1500" b="1" i="0" u="none" strike="noStrike" cap="non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solo las filas donde la premisa es Verdadera</a:t>
            </a:r>
            <a:r>
              <a:rPr lang="en-US" sz="1500" b="0" i="0" u="none" strike="noStrike" cap="non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/>
          </a:p>
        </p:txBody>
      </p:sp>
      <p:pic>
        <p:nvPicPr>
          <p:cNvPr id="158" name="Google Shape;158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524625" y="5272087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15"/>
          <p:cNvSpPr txBox="1"/>
          <p:nvPr/>
        </p:nvSpPr>
        <p:spPr>
          <a:xfrm>
            <a:off x="6886575" y="5291137"/>
            <a:ext cx="270510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1E293B"/>
                </a:solidFill>
                <a:latin typeface="Inter Medium"/>
                <a:ea typeface="Inter Medium"/>
                <a:cs typeface="Inter Medium"/>
                <a:sym typeface="Inter Medium"/>
              </a:rPr>
              <a:t>Sí es una consecuencia lógica válida.</a:t>
            </a:r>
            <a:endParaRPr/>
          </a:p>
        </p:txBody>
      </p:sp>
      <p:sp>
        <p:nvSpPr>
          <p:cNvPr id="160" name="Google Shape;160;p15"/>
          <p:cNvSpPr/>
          <p:nvPr/>
        </p:nvSpPr>
        <p:spPr>
          <a:xfrm>
            <a:off x="538163" y="4171949"/>
            <a:ext cx="67895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15"/>
          <p:cNvSpPr/>
          <p:nvPr/>
        </p:nvSpPr>
        <p:spPr>
          <a:xfrm>
            <a:off x="1217116" y="4171949"/>
            <a:ext cx="71139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15"/>
          <p:cNvSpPr/>
          <p:nvPr/>
        </p:nvSpPr>
        <p:spPr>
          <a:xfrm>
            <a:off x="1928515" y="4171949"/>
            <a:ext cx="127724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5"/>
          <p:cNvSpPr/>
          <p:nvPr/>
        </p:nvSpPr>
        <p:spPr>
          <a:xfrm>
            <a:off x="3205758" y="4171949"/>
            <a:ext cx="257115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15"/>
          <p:cNvSpPr/>
          <p:nvPr/>
        </p:nvSpPr>
        <p:spPr>
          <a:xfrm>
            <a:off x="538163" y="4610099"/>
            <a:ext cx="67895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15"/>
          <p:cNvSpPr/>
          <p:nvPr/>
        </p:nvSpPr>
        <p:spPr>
          <a:xfrm>
            <a:off x="1217116" y="4610099"/>
            <a:ext cx="71139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15"/>
          <p:cNvSpPr/>
          <p:nvPr/>
        </p:nvSpPr>
        <p:spPr>
          <a:xfrm>
            <a:off x="1928515" y="4610099"/>
            <a:ext cx="127724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15"/>
          <p:cNvSpPr/>
          <p:nvPr/>
        </p:nvSpPr>
        <p:spPr>
          <a:xfrm>
            <a:off x="3205758" y="4610099"/>
            <a:ext cx="257115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15"/>
          <p:cNvSpPr/>
          <p:nvPr/>
        </p:nvSpPr>
        <p:spPr>
          <a:xfrm>
            <a:off x="538163" y="5048249"/>
            <a:ext cx="67895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15"/>
          <p:cNvSpPr/>
          <p:nvPr/>
        </p:nvSpPr>
        <p:spPr>
          <a:xfrm>
            <a:off x="1217116" y="5048249"/>
            <a:ext cx="71139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15"/>
          <p:cNvSpPr/>
          <p:nvPr/>
        </p:nvSpPr>
        <p:spPr>
          <a:xfrm>
            <a:off x="1928515" y="5048249"/>
            <a:ext cx="127724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15"/>
          <p:cNvSpPr/>
          <p:nvPr/>
        </p:nvSpPr>
        <p:spPr>
          <a:xfrm>
            <a:off x="3205758" y="5048249"/>
            <a:ext cx="257115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15"/>
          <p:cNvSpPr/>
          <p:nvPr/>
        </p:nvSpPr>
        <p:spPr>
          <a:xfrm>
            <a:off x="538163" y="5486399"/>
            <a:ext cx="67895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15"/>
          <p:cNvSpPr/>
          <p:nvPr/>
        </p:nvSpPr>
        <p:spPr>
          <a:xfrm>
            <a:off x="1217116" y="5486399"/>
            <a:ext cx="71139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15"/>
          <p:cNvSpPr/>
          <p:nvPr/>
        </p:nvSpPr>
        <p:spPr>
          <a:xfrm>
            <a:off x="1928515" y="5486399"/>
            <a:ext cx="127724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15"/>
          <p:cNvSpPr/>
          <p:nvPr/>
        </p:nvSpPr>
        <p:spPr>
          <a:xfrm>
            <a:off x="3205758" y="5486399"/>
            <a:ext cx="257115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15"/>
          <p:cNvSpPr txBox="1"/>
          <p:nvPr/>
        </p:nvSpPr>
        <p:spPr>
          <a:xfrm>
            <a:off x="6915150" y="3452812"/>
            <a:ext cx="4362450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Fila 1:</a:t>
            </a:r>
            <a:r>
              <a:rPr lang="en-US" sz="1500" b="0" i="0" u="none" strike="noStrike" cap="non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1" u="none" strike="noStrike" cap="none">
                <a:solidFill>
                  <a:srgbClr val="1E3A8A"/>
                </a:solidFill>
                <a:latin typeface="Inter"/>
                <a:ea typeface="Inter"/>
                <a:cs typeface="Inter"/>
                <a:sym typeface="Inter"/>
              </a:rPr>
              <a:t>P ∧ Q = V</a:t>
            </a:r>
            <a:r>
              <a:rPr lang="en-US" sz="1500" b="0" i="0" u="none" strike="noStrike" cap="non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 y </a:t>
            </a:r>
            <a:r>
              <a:rPr lang="en-US" sz="1500" b="0" i="1" u="none" strike="noStrike" cap="none">
                <a:solidFill>
                  <a:srgbClr val="1E3A8A"/>
                </a:solidFill>
                <a:latin typeface="Inter"/>
                <a:ea typeface="Inter"/>
                <a:cs typeface="Inter"/>
                <a:sym typeface="Inter"/>
              </a:rPr>
              <a:t>P = V</a:t>
            </a:r>
            <a:r>
              <a:rPr lang="en-US" sz="1500" b="0" i="0" u="none" strike="noStrike" cap="non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 Se cumple.</a:t>
            </a:r>
            <a:endParaRPr/>
          </a:p>
        </p:txBody>
      </p:sp>
      <p:sp>
        <p:nvSpPr>
          <p:cNvPr id="177" name="Google Shape;177;p15"/>
          <p:cNvSpPr txBox="1"/>
          <p:nvPr/>
        </p:nvSpPr>
        <p:spPr>
          <a:xfrm>
            <a:off x="6810375" y="3919537"/>
            <a:ext cx="10477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78" name="Google Shape;178;p15"/>
          <p:cNvSpPr txBox="1"/>
          <p:nvPr/>
        </p:nvSpPr>
        <p:spPr>
          <a:xfrm>
            <a:off x="6915150" y="3919537"/>
            <a:ext cx="43624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Filas 2, 3 y 4:</a:t>
            </a:r>
            <a:r>
              <a:rPr lang="en-US" sz="1500" b="0" i="0" u="none" strike="noStrike" cap="non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 La premisa es Falsa, por lo que no nos afectan.</a:t>
            </a:r>
            <a:endParaRPr/>
          </a:p>
        </p:txBody>
      </p:sp>
      <p:pic>
        <p:nvPicPr>
          <p:cNvPr id="179" name="Google Shape;179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339089" y="3538537"/>
            <a:ext cx="171450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0" name="Google Shape;120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76275" y="2857500"/>
            <a:ext cx="5286375" cy="904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76275" y="3905250"/>
            <a:ext cx="5286375" cy="904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" name="Google Shape;122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76275" y="4953000"/>
            <a:ext cx="5286375" cy="904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248400" y="2857500"/>
            <a:ext cx="5286375" cy="904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" name="Google Shape;124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248400" y="3905250"/>
            <a:ext cx="5286375" cy="904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76300" y="3143250"/>
            <a:ext cx="333375" cy="333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" name="Google Shape;126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76300" y="4191000"/>
            <a:ext cx="333375" cy="333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" name="Google Shape;127;p1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76300" y="5238750"/>
            <a:ext cx="333375" cy="333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" name="Google Shape;128;p14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448425" y="3143250"/>
            <a:ext cx="333375" cy="333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" name="Google Shape;129;p14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448425" y="4191000"/>
            <a:ext cx="333375" cy="333375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14"/>
          <p:cNvSpPr txBox="1"/>
          <p:nvPr/>
        </p:nvSpPr>
        <p:spPr>
          <a:xfrm>
            <a:off x="676275" y="1200150"/>
            <a:ext cx="11401425" cy="466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0F172A"/>
                </a:solidFill>
                <a:latin typeface="Merriweather"/>
                <a:ea typeface="Merriweather"/>
                <a:cs typeface="Merriweather"/>
                <a:sym typeface="Merriweather"/>
              </a:rPr>
              <a:t>Evaluar Consecuencias Lógicas (Parte 1)</a:t>
            </a:r>
            <a:endParaRPr/>
          </a:p>
        </p:txBody>
      </p:sp>
      <p:sp>
        <p:nvSpPr>
          <p:cNvPr id="131" name="Google Shape;131;p14"/>
          <p:cNvSpPr/>
          <p:nvPr/>
        </p:nvSpPr>
        <p:spPr>
          <a:xfrm>
            <a:off x="676275" y="1790700"/>
            <a:ext cx="108585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14"/>
          <p:cNvSpPr txBox="1"/>
          <p:nvPr/>
        </p:nvSpPr>
        <p:spPr>
          <a:xfrm>
            <a:off x="676275" y="2286000"/>
            <a:ext cx="108585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Determine si las siguientes afirmaciones son verdaderas o falsas:</a:t>
            </a:r>
            <a:endParaRPr/>
          </a:p>
        </p:txBody>
      </p:sp>
      <p:sp>
        <p:nvSpPr>
          <p:cNvPr id="133" name="Google Shape;133;p14"/>
          <p:cNvSpPr txBox="1"/>
          <p:nvPr/>
        </p:nvSpPr>
        <p:spPr>
          <a:xfrm>
            <a:off x="1352550" y="3057525"/>
            <a:ext cx="114300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Proposición inicial:</a:t>
            </a:r>
            <a:endParaRPr/>
          </a:p>
        </p:txBody>
      </p:sp>
      <p:sp>
        <p:nvSpPr>
          <p:cNvPr id="134" name="Google Shape;134;p14"/>
          <p:cNvSpPr txBox="1"/>
          <p:nvPr/>
        </p:nvSpPr>
        <p:spPr>
          <a:xfrm>
            <a:off x="1352550" y="3286125"/>
            <a:ext cx="1030783" cy="24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1" u="none" strike="noStrike" cap="none">
                <a:solidFill>
                  <a:srgbClr val="1E3A8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 ∧ Q ⊨ P</a:t>
            </a:r>
            <a:endParaRPr/>
          </a:p>
        </p:txBody>
      </p:sp>
      <p:sp>
        <p:nvSpPr>
          <p:cNvPr id="135" name="Google Shape;135;p14"/>
          <p:cNvSpPr txBox="1"/>
          <p:nvPr/>
        </p:nvSpPr>
        <p:spPr>
          <a:xfrm>
            <a:off x="1352550" y="4105275"/>
            <a:ext cx="114300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Proposición inicial:</a:t>
            </a:r>
            <a:endParaRPr/>
          </a:p>
        </p:txBody>
      </p:sp>
      <p:sp>
        <p:nvSpPr>
          <p:cNvPr id="136" name="Google Shape;136;p14"/>
          <p:cNvSpPr txBox="1"/>
          <p:nvPr/>
        </p:nvSpPr>
        <p:spPr>
          <a:xfrm>
            <a:off x="1352550" y="4333875"/>
            <a:ext cx="1030783" cy="24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1" u="none" strike="noStrike" cap="none">
                <a:solidFill>
                  <a:srgbClr val="1E3A8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 ∨ Q ⊨ P</a:t>
            </a:r>
            <a:endParaRPr/>
          </a:p>
        </p:txBody>
      </p:sp>
      <p:sp>
        <p:nvSpPr>
          <p:cNvPr id="137" name="Google Shape;137;p14"/>
          <p:cNvSpPr txBox="1"/>
          <p:nvPr/>
        </p:nvSpPr>
        <p:spPr>
          <a:xfrm>
            <a:off x="1352550" y="5153025"/>
            <a:ext cx="1686966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Proposición inicial:</a:t>
            </a:r>
            <a:endParaRPr/>
          </a:p>
        </p:txBody>
      </p:sp>
      <p:sp>
        <p:nvSpPr>
          <p:cNvPr id="138" name="Google Shape;138;p14"/>
          <p:cNvSpPr txBox="1"/>
          <p:nvPr/>
        </p:nvSpPr>
        <p:spPr>
          <a:xfrm>
            <a:off x="1352550" y="5381625"/>
            <a:ext cx="1686966" cy="24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1" u="none" strike="noStrike" cap="none">
                <a:solidFill>
                  <a:srgbClr val="1E3A8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(P → Q) ∧ P ⊨ Q</a:t>
            </a:r>
            <a:endParaRPr/>
          </a:p>
        </p:txBody>
      </p:sp>
      <p:sp>
        <p:nvSpPr>
          <p:cNvPr id="139" name="Google Shape;139;p14"/>
          <p:cNvSpPr txBox="1"/>
          <p:nvPr/>
        </p:nvSpPr>
        <p:spPr>
          <a:xfrm>
            <a:off x="6924675" y="3057525"/>
            <a:ext cx="1688901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Proposición inicial:</a:t>
            </a:r>
            <a:endParaRPr/>
          </a:p>
        </p:txBody>
      </p:sp>
      <p:sp>
        <p:nvSpPr>
          <p:cNvPr id="140" name="Google Shape;140;p14"/>
          <p:cNvSpPr txBox="1"/>
          <p:nvPr/>
        </p:nvSpPr>
        <p:spPr>
          <a:xfrm>
            <a:off x="6924675" y="3286125"/>
            <a:ext cx="1688901" cy="24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1" u="none" strike="noStrike" cap="none">
                <a:solidFill>
                  <a:srgbClr val="1E3A8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¬P ∨ Q ⊨ P → Q</a:t>
            </a:r>
            <a:endParaRPr/>
          </a:p>
        </p:txBody>
      </p:sp>
      <p:sp>
        <p:nvSpPr>
          <p:cNvPr id="141" name="Google Shape;141;p14"/>
          <p:cNvSpPr txBox="1"/>
          <p:nvPr/>
        </p:nvSpPr>
        <p:spPr>
          <a:xfrm>
            <a:off x="6924675" y="4105275"/>
            <a:ext cx="1945183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Proposición inicial:</a:t>
            </a:r>
            <a:endParaRPr/>
          </a:p>
        </p:txBody>
      </p:sp>
      <p:sp>
        <p:nvSpPr>
          <p:cNvPr id="142" name="Google Shape;142;p14"/>
          <p:cNvSpPr txBox="1"/>
          <p:nvPr/>
        </p:nvSpPr>
        <p:spPr>
          <a:xfrm>
            <a:off x="6924675" y="4333875"/>
            <a:ext cx="1945183" cy="24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1" u="none" strike="noStrike" cap="none" dirty="0">
                <a:solidFill>
                  <a:srgbClr val="1E3A8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 ∨ Q ∨ R ⊨ Q ∨ R</a:t>
            </a:r>
            <a:endParaRPr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5" name="Google Shape;185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90550" y="3305175"/>
            <a:ext cx="5286375" cy="733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" name="Google Shape;186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62675" y="3305175"/>
            <a:ext cx="5286375" cy="733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90550" y="4467225"/>
            <a:ext cx="5286375" cy="733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62675" y="4467225"/>
            <a:ext cx="5286375" cy="733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90575" y="3505200"/>
            <a:ext cx="333375" cy="333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62700" y="3505200"/>
            <a:ext cx="333375" cy="333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90575" y="4667250"/>
            <a:ext cx="333375" cy="333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p16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362700" y="4667250"/>
            <a:ext cx="333375" cy="333375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16"/>
          <p:cNvSpPr txBox="1"/>
          <p:nvPr/>
        </p:nvSpPr>
        <p:spPr>
          <a:xfrm>
            <a:off x="590550" y="1181100"/>
            <a:ext cx="11401425" cy="466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0F172A"/>
                </a:solidFill>
                <a:latin typeface="Merriweather"/>
                <a:ea typeface="Merriweather"/>
                <a:cs typeface="Merriweather"/>
                <a:sym typeface="Merriweather"/>
              </a:rPr>
              <a:t>Evaluación de Consecuencia Lógica (Parte 2)</a:t>
            </a:r>
            <a:endParaRPr/>
          </a:p>
        </p:txBody>
      </p:sp>
      <p:sp>
        <p:nvSpPr>
          <p:cNvPr id="194" name="Google Shape;194;p16"/>
          <p:cNvSpPr/>
          <p:nvPr/>
        </p:nvSpPr>
        <p:spPr>
          <a:xfrm>
            <a:off x="590550" y="1771650"/>
            <a:ext cx="108585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16"/>
          <p:cNvSpPr txBox="1"/>
          <p:nvPr/>
        </p:nvSpPr>
        <p:spPr>
          <a:xfrm>
            <a:off x="590550" y="2266950"/>
            <a:ext cx="10858500" cy="657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Para cada par, determina si la segunda proposición es consecuencia de la primera (</a:t>
            </a:r>
            <a:r>
              <a:rPr lang="en-US" sz="1500" b="0" i="1" u="none" strike="noStrike" cap="none">
                <a:solidFill>
                  <a:srgbClr val="1E3A8A"/>
                </a:solidFill>
                <a:latin typeface="Inter"/>
                <a:ea typeface="Inter"/>
                <a:cs typeface="Inter"/>
                <a:sym typeface="Inter"/>
              </a:rPr>
              <a:t>⊨</a:t>
            </a:r>
            <a:r>
              <a:rPr lang="en-US" sz="1500" b="0" i="0" u="none" strike="noStrike" cap="non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). Usa tablas de verdad para justificar.</a:t>
            </a:r>
            <a:endParaRPr/>
          </a:p>
        </p:txBody>
      </p:sp>
      <p:sp>
        <p:nvSpPr>
          <p:cNvPr id="196" name="Google Shape;196;p16"/>
          <p:cNvSpPr txBox="1"/>
          <p:nvPr/>
        </p:nvSpPr>
        <p:spPr>
          <a:xfrm>
            <a:off x="1266825" y="3524250"/>
            <a:ext cx="4410075" cy="29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1" u="none" strike="noStrike" cap="none">
                <a:solidFill>
                  <a:srgbClr val="1E3A8A"/>
                </a:solidFill>
                <a:latin typeface="Inter"/>
                <a:ea typeface="Inter"/>
                <a:cs typeface="Inter"/>
                <a:sym typeface="Inter"/>
              </a:rPr>
              <a:t>P ∧ (Q ∨ R) ⊨ P</a:t>
            </a:r>
            <a:endParaRPr/>
          </a:p>
        </p:txBody>
      </p:sp>
      <p:sp>
        <p:nvSpPr>
          <p:cNvPr id="197" name="Google Shape;197;p16"/>
          <p:cNvSpPr txBox="1"/>
          <p:nvPr/>
        </p:nvSpPr>
        <p:spPr>
          <a:xfrm>
            <a:off x="6838950" y="3524250"/>
            <a:ext cx="4410075" cy="29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1" u="none" strike="noStrike" cap="none">
                <a:solidFill>
                  <a:srgbClr val="1E3A8A"/>
                </a:solidFill>
                <a:latin typeface="Inter"/>
                <a:ea typeface="Inter"/>
                <a:cs typeface="Inter"/>
                <a:sym typeface="Inter"/>
              </a:rPr>
              <a:t>(P ∨ Q) ∧ (Q ∨ R) ⊨ Q</a:t>
            </a:r>
            <a:endParaRPr/>
          </a:p>
        </p:txBody>
      </p:sp>
      <p:sp>
        <p:nvSpPr>
          <p:cNvPr id="198" name="Google Shape;198;p16"/>
          <p:cNvSpPr txBox="1"/>
          <p:nvPr/>
        </p:nvSpPr>
        <p:spPr>
          <a:xfrm>
            <a:off x="1266825" y="4686300"/>
            <a:ext cx="4410075" cy="29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1" u="none" strike="noStrike" cap="none">
                <a:solidFill>
                  <a:srgbClr val="1E3A8A"/>
                </a:solidFill>
                <a:latin typeface="Inter"/>
                <a:ea typeface="Inter"/>
                <a:cs typeface="Inter"/>
                <a:sym typeface="Inter"/>
              </a:rPr>
              <a:t>P → (Q ∨ R) ⊨ (P ∧ Q) ∨ (P ∧ R)</a:t>
            </a:r>
            <a:endParaRPr/>
          </a:p>
        </p:txBody>
      </p:sp>
      <p:sp>
        <p:nvSpPr>
          <p:cNvPr id="199" name="Google Shape;199;p16"/>
          <p:cNvSpPr txBox="1"/>
          <p:nvPr/>
        </p:nvSpPr>
        <p:spPr>
          <a:xfrm>
            <a:off x="6838950" y="4686300"/>
            <a:ext cx="4410075" cy="29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1" u="none" strike="noStrike" cap="none">
                <a:solidFill>
                  <a:srgbClr val="1E3A8A"/>
                </a:solidFill>
                <a:latin typeface="Inter"/>
                <a:ea typeface="Inter"/>
                <a:cs typeface="Inter"/>
                <a:sym typeface="Inter"/>
              </a:rPr>
              <a:t>¬P ∨ Q ⊨ P → Q</a:t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" name="Google Shape;205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52450" y="3324225"/>
            <a:ext cx="5238750" cy="895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6" name="Google Shape;206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52450" y="4362450"/>
            <a:ext cx="5238750" cy="895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7" name="Google Shape;207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172200" y="3324225"/>
            <a:ext cx="5238750" cy="895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8" name="Google Shape;208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172200" y="4362450"/>
            <a:ext cx="5238750" cy="895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" name="Google Shape;209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81050" y="3605212"/>
            <a:ext cx="333375" cy="333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0" name="Google Shape;210;p1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81050" y="4643437"/>
            <a:ext cx="333375" cy="333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1" name="Google Shape;211;p17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400800" y="3605212"/>
            <a:ext cx="333375" cy="333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2" name="Google Shape;212;p17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400800" y="4643437"/>
            <a:ext cx="333375" cy="333375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17"/>
          <p:cNvSpPr txBox="1"/>
          <p:nvPr/>
        </p:nvSpPr>
        <p:spPr>
          <a:xfrm>
            <a:off x="552450" y="1143000"/>
            <a:ext cx="11401425" cy="466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71475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0F172A"/>
                </a:solidFill>
                <a:latin typeface="Merriweather"/>
                <a:ea typeface="Merriweather"/>
                <a:cs typeface="Merriweather"/>
                <a:sym typeface="Merriweather"/>
              </a:rPr>
              <a:t>Trabajo Independiente</a:t>
            </a:r>
            <a:endParaRPr/>
          </a:p>
        </p:txBody>
      </p:sp>
      <p:sp>
        <p:nvSpPr>
          <p:cNvPr id="214" name="Google Shape;214;p17"/>
          <p:cNvSpPr/>
          <p:nvPr/>
        </p:nvSpPr>
        <p:spPr>
          <a:xfrm>
            <a:off x="552450" y="1733550"/>
            <a:ext cx="108585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17"/>
          <p:cNvSpPr txBox="1"/>
          <p:nvPr/>
        </p:nvSpPr>
        <p:spPr>
          <a:xfrm>
            <a:off x="552450" y="2228850"/>
            <a:ext cx="108585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Parte 1: Conversión a Formas Normales (FNC y FND)</a:t>
            </a:r>
            <a:endParaRPr/>
          </a:p>
        </p:txBody>
      </p:sp>
      <p:sp>
        <p:nvSpPr>
          <p:cNvPr id="216" name="Google Shape;216;p17"/>
          <p:cNvSpPr txBox="1"/>
          <p:nvPr/>
        </p:nvSpPr>
        <p:spPr>
          <a:xfrm>
            <a:off x="552450" y="2781300"/>
            <a:ext cx="1085850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Instrucciones: Convierte las siguientes proposiciones según se indique.</a:t>
            </a:r>
            <a:endParaRPr/>
          </a:p>
        </p:txBody>
      </p:sp>
      <p:sp>
        <p:nvSpPr>
          <p:cNvPr id="218" name="Google Shape;218;p17"/>
          <p:cNvSpPr txBox="1"/>
          <p:nvPr/>
        </p:nvSpPr>
        <p:spPr>
          <a:xfrm>
            <a:off x="1257300" y="3524250"/>
            <a:ext cx="1160412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92400E"/>
                </a:solidFill>
                <a:latin typeface="Inter"/>
                <a:ea typeface="Inter"/>
                <a:cs typeface="Inter"/>
                <a:sym typeface="Inter"/>
              </a:rPr>
              <a:t>Convierte a FNC:</a:t>
            </a:r>
            <a:endParaRPr/>
          </a:p>
        </p:txBody>
      </p:sp>
      <p:sp>
        <p:nvSpPr>
          <p:cNvPr id="219" name="Google Shape;219;p17"/>
          <p:cNvSpPr txBox="1"/>
          <p:nvPr/>
        </p:nvSpPr>
        <p:spPr>
          <a:xfrm>
            <a:off x="1257300" y="3752850"/>
            <a:ext cx="1160412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79" b="0" i="1" u="none" strike="noStrike" cap="none">
                <a:solidFill>
                  <a:srgbClr val="1E3A8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(P ∨ Q) → R</a:t>
            </a:r>
            <a:endParaRPr/>
          </a:p>
        </p:txBody>
      </p:sp>
      <p:sp>
        <p:nvSpPr>
          <p:cNvPr id="220" name="Google Shape;220;p17"/>
          <p:cNvSpPr txBox="1"/>
          <p:nvPr/>
        </p:nvSpPr>
        <p:spPr>
          <a:xfrm>
            <a:off x="1257300" y="4562475"/>
            <a:ext cx="169664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92400E"/>
                </a:solidFill>
                <a:latin typeface="Inter"/>
                <a:ea typeface="Inter"/>
                <a:cs typeface="Inter"/>
                <a:sym typeface="Inter"/>
              </a:rPr>
              <a:t>Convierte a FNC:</a:t>
            </a:r>
            <a:endParaRPr/>
          </a:p>
        </p:txBody>
      </p:sp>
      <p:sp>
        <p:nvSpPr>
          <p:cNvPr id="221" name="Google Shape;221;p17"/>
          <p:cNvSpPr txBox="1"/>
          <p:nvPr/>
        </p:nvSpPr>
        <p:spPr>
          <a:xfrm>
            <a:off x="1257300" y="4791075"/>
            <a:ext cx="1696640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79" b="0" i="1" u="none" strike="noStrike" cap="none">
                <a:solidFill>
                  <a:srgbClr val="1E3A8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(P → Q) ∨ (R ∧ S)</a:t>
            </a:r>
            <a:endParaRPr/>
          </a:p>
        </p:txBody>
      </p:sp>
      <p:sp>
        <p:nvSpPr>
          <p:cNvPr id="222" name="Google Shape;222;p17"/>
          <p:cNvSpPr txBox="1"/>
          <p:nvPr/>
        </p:nvSpPr>
        <p:spPr>
          <a:xfrm>
            <a:off x="6877050" y="3524250"/>
            <a:ext cx="169664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065F46"/>
                </a:solidFill>
                <a:latin typeface="Inter"/>
                <a:ea typeface="Inter"/>
                <a:cs typeface="Inter"/>
                <a:sym typeface="Inter"/>
              </a:rPr>
              <a:t>Convierte a FND:</a:t>
            </a:r>
            <a:endParaRPr/>
          </a:p>
        </p:txBody>
      </p:sp>
      <p:sp>
        <p:nvSpPr>
          <p:cNvPr id="223" name="Google Shape;223;p17"/>
          <p:cNvSpPr txBox="1"/>
          <p:nvPr/>
        </p:nvSpPr>
        <p:spPr>
          <a:xfrm>
            <a:off x="6877050" y="3752850"/>
            <a:ext cx="1696640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79" b="0" i="1" u="none" strike="noStrike" cap="none">
                <a:solidFill>
                  <a:srgbClr val="1E3A8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(P ∧ Q) ∨ (R → S)</a:t>
            </a:r>
            <a:endParaRPr/>
          </a:p>
        </p:txBody>
      </p:sp>
      <p:sp>
        <p:nvSpPr>
          <p:cNvPr id="224" name="Google Shape;224;p17"/>
          <p:cNvSpPr txBox="1"/>
          <p:nvPr/>
        </p:nvSpPr>
        <p:spPr>
          <a:xfrm>
            <a:off x="6877050" y="4562475"/>
            <a:ext cx="1414016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065F46"/>
                </a:solidFill>
                <a:latin typeface="Inter"/>
                <a:ea typeface="Inter"/>
                <a:cs typeface="Inter"/>
                <a:sym typeface="Inter"/>
              </a:rPr>
              <a:t>Convierte a FND:</a:t>
            </a:r>
            <a:endParaRPr/>
          </a:p>
        </p:txBody>
      </p:sp>
      <p:sp>
        <p:nvSpPr>
          <p:cNvPr id="225" name="Google Shape;225;p17"/>
          <p:cNvSpPr txBox="1"/>
          <p:nvPr/>
        </p:nvSpPr>
        <p:spPr>
          <a:xfrm>
            <a:off x="6877050" y="4791075"/>
            <a:ext cx="1414016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79" b="0" i="1" u="none" strike="noStrike" cap="none">
                <a:solidFill>
                  <a:srgbClr val="1E3A8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¬(P ∨ (Q ∧ R))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3_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E0F1A998DF485741973047B0282D7461" ma:contentTypeVersion="4" ma:contentTypeDescription="Crear nuevo documento." ma:contentTypeScope="" ma:versionID="1b70b2faf0ee7eb4a2a5c078e35f5067">
  <xsd:schema xmlns:xsd="http://www.w3.org/2001/XMLSchema" xmlns:xs="http://www.w3.org/2001/XMLSchema" xmlns:p="http://schemas.microsoft.com/office/2006/metadata/properties" xmlns:ns2="539bfd63-48c4-4ceb-ad51-e3b6b1d74c20" targetNamespace="http://schemas.microsoft.com/office/2006/metadata/properties" ma:root="true" ma:fieldsID="935c1bb362677d2a5e464ee38cef8249" ns2:_="">
    <xsd:import namespace="539bfd63-48c4-4ceb-ad51-e3b6b1d74c2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39bfd63-48c4-4ceb-ad51-e3b6b1d74c2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A4B2C89B-F763-4A7D-B5C0-BB607F12021D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84CA157D-A0C6-4AF8-9029-2924CCB2D91B}">
  <ds:schemaRefs>
    <ds:schemaRef ds:uri="539bfd63-48c4-4ceb-ad51-e3b6b1d74c20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5188521E-61ED-4F45-B1B4-1DD77D94DB22}">
  <ds:schemaRefs>
    <ds:schemaRef ds:uri="539bfd63-48c4-4ceb-ad51-e3b6b1d74c20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57</TotalTime>
  <Words>2057</Words>
  <Application>Microsoft Office PowerPoint</Application>
  <PresentationFormat>Panorámica</PresentationFormat>
  <Paragraphs>360</Paragraphs>
  <Slides>32</Slides>
  <Notes>32</Notes>
  <HiddenSlides>0</HiddenSlides>
  <MMClips>0</MMClips>
  <ScaleCrop>false</ScaleCrop>
  <HeadingPairs>
    <vt:vector size="6" baseType="variant">
      <vt:variant>
        <vt:lpstr>Fuentes usadas</vt:lpstr>
      </vt:variant>
      <vt:variant>
        <vt:i4>13</vt:i4>
      </vt:variant>
      <vt:variant>
        <vt:lpstr>Tema</vt:lpstr>
      </vt:variant>
      <vt:variant>
        <vt:i4>2</vt:i4>
      </vt:variant>
      <vt:variant>
        <vt:lpstr>Títulos de diapositiva</vt:lpstr>
      </vt:variant>
      <vt:variant>
        <vt:i4>32</vt:i4>
      </vt:variant>
    </vt:vector>
  </HeadingPairs>
  <TitlesOfParts>
    <vt:vector size="47" baseType="lpstr">
      <vt:lpstr>Arial</vt:lpstr>
      <vt:lpstr>Calibri</vt:lpstr>
      <vt:lpstr>Calibri Light</vt:lpstr>
      <vt:lpstr>Inter</vt:lpstr>
      <vt:lpstr>Inter Medium</vt:lpstr>
      <vt:lpstr>Merriweather</vt:lpstr>
      <vt:lpstr>Montserrat</vt:lpstr>
      <vt:lpstr>Montserrat SemiBold</vt:lpstr>
      <vt:lpstr>Roboto</vt:lpstr>
      <vt:lpstr>Roboto Light</vt:lpstr>
      <vt:lpstr>Roboto Medium</vt:lpstr>
      <vt:lpstr>Roboto Mono</vt:lpstr>
      <vt:lpstr>Times New Roman</vt:lpstr>
      <vt:lpstr>3_Tema de Office</vt:lpstr>
      <vt:lpstr>1_Tema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Paula Andrea Yepes Gómez</dc:creator>
  <cp:lastModifiedBy>Sebastian Montoya Villada</cp:lastModifiedBy>
  <cp:revision>4</cp:revision>
  <dcterms:created xsi:type="dcterms:W3CDTF">2022-07-12T20:27:57Z</dcterms:created>
  <dcterms:modified xsi:type="dcterms:W3CDTF">2026-02-13T14:34:15Z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0x010100E0F1A998DF485741973047B0282D7461</vt:lpwstr>
  </property>
</Properties>
</file>