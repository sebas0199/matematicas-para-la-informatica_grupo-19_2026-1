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37"/>
  </p:notesMasterIdLst>
  <p:sldIdLst>
    <p:sldId id="259" r:id="rId6"/>
    <p:sldId id="377" r:id="rId7"/>
    <p:sldId id="415" r:id="rId8"/>
    <p:sldId id="523" r:id="rId9"/>
    <p:sldId id="524" r:id="rId10"/>
    <p:sldId id="525" r:id="rId11"/>
    <p:sldId id="543" r:id="rId12"/>
    <p:sldId id="526" r:id="rId13"/>
    <p:sldId id="527" r:id="rId14"/>
    <p:sldId id="528" r:id="rId15"/>
    <p:sldId id="529" r:id="rId16"/>
    <p:sldId id="544" r:id="rId17"/>
    <p:sldId id="545" r:id="rId18"/>
    <p:sldId id="499" r:id="rId19"/>
    <p:sldId id="518" r:id="rId20"/>
    <p:sldId id="519" r:id="rId21"/>
    <p:sldId id="546" r:id="rId22"/>
    <p:sldId id="522" r:id="rId23"/>
    <p:sldId id="530" r:id="rId24"/>
    <p:sldId id="531" r:id="rId25"/>
    <p:sldId id="533" r:id="rId26"/>
    <p:sldId id="534" r:id="rId27"/>
    <p:sldId id="535" r:id="rId28"/>
    <p:sldId id="532" r:id="rId29"/>
    <p:sldId id="536" r:id="rId30"/>
    <p:sldId id="541" r:id="rId31"/>
    <p:sldId id="537" r:id="rId32"/>
    <p:sldId id="538" r:id="rId33"/>
    <p:sldId id="539" r:id="rId34"/>
    <p:sldId id="540" r:id="rId35"/>
    <p:sldId id="358" r:id="rId3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84B49A-D704-1331-F0D5-4F3FF8C75F90}" v="6" dt="2025-10-31T13:56:08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Montoya Villada" userId="S::sebastianmontoya@itm.edu.co::cc1249ff-5059-433a-9743-876e0c6e746b" providerId="AD" clId="Web-{0ADC3B9A-B202-E532-FEA2-895525EABFD5}"/>
    <pc:docChg chg="modSld">
      <pc:chgData name="Sebastian Montoya Villada" userId="S::sebastianmontoya@itm.edu.co::cc1249ff-5059-433a-9743-876e0c6e746b" providerId="AD" clId="Web-{0ADC3B9A-B202-E532-FEA2-895525EABFD5}" dt="2025-10-23T15:52:20.919" v="2" actId="1076"/>
      <pc:docMkLst>
        <pc:docMk/>
      </pc:docMkLst>
      <pc:sldChg chg="modSp">
        <pc:chgData name="Sebastian Montoya Villada" userId="S::sebastianmontoya@itm.edu.co::cc1249ff-5059-433a-9743-876e0c6e746b" providerId="AD" clId="Web-{0ADC3B9A-B202-E532-FEA2-895525EABFD5}" dt="2025-10-23T15:52:20.919" v="2" actId="1076"/>
        <pc:sldMkLst>
          <pc:docMk/>
          <pc:sldMk cId="2113546712" sldId="531"/>
        </pc:sldMkLst>
        <pc:picChg chg="mod">
          <ac:chgData name="Sebastian Montoya Villada" userId="S::sebastianmontoya@itm.edu.co::cc1249ff-5059-433a-9743-876e0c6e746b" providerId="AD" clId="Web-{0ADC3B9A-B202-E532-FEA2-895525EABFD5}" dt="2025-10-23T15:52:20.919" v="2" actId="1076"/>
          <ac:picMkLst>
            <pc:docMk/>
            <pc:sldMk cId="2113546712" sldId="531"/>
            <ac:picMk id="2" creationId="{DE510465-AAF5-C271-1B80-4E6924412387}"/>
          </ac:picMkLst>
        </pc:picChg>
      </pc:sldChg>
      <pc:sldChg chg="modSp">
        <pc:chgData name="Sebastian Montoya Villada" userId="S::sebastianmontoya@itm.edu.co::cc1249ff-5059-433a-9743-876e0c6e746b" providerId="AD" clId="Web-{0ADC3B9A-B202-E532-FEA2-895525EABFD5}" dt="2025-10-23T15:48:06.719" v="0" actId="1076"/>
        <pc:sldMkLst>
          <pc:docMk/>
          <pc:sldMk cId="3708143890" sldId="546"/>
        </pc:sldMkLst>
        <pc:picChg chg="mod">
          <ac:chgData name="Sebastian Montoya Villada" userId="S::sebastianmontoya@itm.edu.co::cc1249ff-5059-433a-9743-876e0c6e746b" providerId="AD" clId="Web-{0ADC3B9A-B202-E532-FEA2-895525EABFD5}" dt="2025-10-23T15:48:06.719" v="0" actId="1076"/>
          <ac:picMkLst>
            <pc:docMk/>
            <pc:sldMk cId="3708143890" sldId="546"/>
            <ac:picMk id="13" creationId="{820687C8-F609-C11B-962F-70C0661900F9}"/>
          </ac:picMkLst>
        </pc:picChg>
      </pc:sldChg>
    </pc:docChg>
  </pc:docChgLst>
  <pc:docChgLst>
    <pc:chgData clId="Web-{C684B49A-D704-1331-F0D5-4F3FF8C75F90}"/>
    <pc:docChg chg="modSld">
      <pc:chgData name="" userId="" providerId="" clId="Web-{C684B49A-D704-1331-F0D5-4F3FF8C75F90}" dt="2025-10-31T13:39:06.521" v="1" actId="20577"/>
      <pc:docMkLst>
        <pc:docMk/>
      </pc:docMkLst>
      <pc:sldChg chg="modSp">
        <pc:chgData name="" userId="" providerId="" clId="Web-{C684B49A-D704-1331-F0D5-4F3FF8C75F90}" dt="2025-10-31T13:39:06.521" v="1" actId="20577"/>
        <pc:sldMkLst>
          <pc:docMk/>
          <pc:sldMk cId="1972982473" sldId="259"/>
        </pc:sldMkLst>
        <pc:spChg chg="mod">
          <ac:chgData name="" userId="" providerId="" clId="Web-{C684B49A-D704-1331-F0D5-4F3FF8C75F90}" dt="2025-10-31T13:39:06.521" v="1" actId="20577"/>
          <ac:spMkLst>
            <pc:docMk/>
            <pc:sldMk cId="1972982473" sldId="259"/>
            <ac:spMk id="7" creationId="{2B45B46A-91AE-80AB-4C52-6F9A4C7FEC60}"/>
          </ac:spMkLst>
        </pc:spChg>
      </pc:sldChg>
    </pc:docChg>
  </pc:docChgLst>
  <pc:docChgLst>
    <pc:chgData name="Sebastian Montoya Villada" userId="S::sebastianmontoya@itm.edu.co::cc1249ff-5059-433a-9743-876e0c6e746b" providerId="AD" clId="Web-{1D8D3BF7-4B5E-B67E-3BC7-80DD0AFA7E3B}"/>
    <pc:docChg chg="modSld">
      <pc:chgData name="Sebastian Montoya Villada" userId="S::sebastianmontoya@itm.edu.co::cc1249ff-5059-433a-9743-876e0c6e746b" providerId="AD" clId="Web-{1D8D3BF7-4B5E-B67E-3BC7-80DD0AFA7E3B}" dt="2025-10-28T18:48:10.280" v="1" actId="1076"/>
      <pc:docMkLst>
        <pc:docMk/>
      </pc:docMkLst>
      <pc:sldChg chg="modSp">
        <pc:chgData name="Sebastian Montoya Villada" userId="S::sebastianmontoya@itm.edu.co::cc1249ff-5059-433a-9743-876e0c6e746b" providerId="AD" clId="Web-{1D8D3BF7-4B5E-B67E-3BC7-80DD0AFA7E3B}" dt="2025-10-28T18:48:10.280" v="1" actId="1076"/>
        <pc:sldMkLst>
          <pc:docMk/>
          <pc:sldMk cId="2653010309" sldId="543"/>
        </pc:sldMkLst>
        <pc:picChg chg="mod">
          <ac:chgData name="Sebastian Montoya Villada" userId="S::sebastianmontoya@itm.edu.co::cc1249ff-5059-433a-9743-876e0c6e746b" providerId="AD" clId="Web-{1D8D3BF7-4B5E-B67E-3BC7-80DD0AFA7E3B}" dt="2025-10-28T18:48:10.280" v="1" actId="1076"/>
          <ac:picMkLst>
            <pc:docMk/>
            <pc:sldMk cId="2653010309" sldId="543"/>
            <ac:picMk id="13" creationId="{A8D3D718-D9BB-DC5B-E0D9-252483281E37}"/>
          </ac:picMkLst>
        </pc:picChg>
      </pc:sldChg>
    </pc:docChg>
  </pc:docChgLst>
  <pc:docChgLst>
    <pc:chgData name="Sebastian Montoya Villada" userId="S::sebastianmontoya@itm.edu.co::cc1249ff-5059-433a-9743-876e0c6e746b" providerId="AD" clId="Web-{1C69E1D8-EE9A-4316-CA86-43B77CF02C28}"/>
    <pc:docChg chg="addSld delSld modSld sldOrd">
      <pc:chgData name="Sebastian Montoya Villada" userId="S::sebastianmontoya@itm.edu.co::cc1249ff-5059-433a-9743-876e0c6e746b" providerId="AD" clId="Web-{1C69E1D8-EE9A-4316-CA86-43B77CF02C28}" dt="2025-10-19T23:20:33.309" v="100" actId="1076"/>
      <pc:docMkLst>
        <pc:docMk/>
      </pc:docMkLst>
      <pc:sldChg chg="addSp delSp modSp">
        <pc:chgData name="Sebastian Montoya Villada" userId="S::sebastianmontoya@itm.edu.co::cc1249ff-5059-433a-9743-876e0c6e746b" providerId="AD" clId="Web-{1C69E1D8-EE9A-4316-CA86-43B77CF02C28}" dt="2025-10-19T22:53:53.477" v="2"/>
        <pc:sldMkLst>
          <pc:docMk/>
          <pc:sldMk cId="2518797674" sldId="377"/>
        </pc:sldMkLst>
        <pc:picChg chg="add mod">
          <ac:chgData name="Sebastian Montoya Villada" userId="S::sebastianmontoya@itm.edu.co::cc1249ff-5059-433a-9743-876e0c6e746b" providerId="AD" clId="Web-{1C69E1D8-EE9A-4316-CA86-43B77CF02C28}" dt="2025-10-19T22:53:53.477" v="2"/>
          <ac:picMkLst>
            <pc:docMk/>
            <pc:sldMk cId="2518797674" sldId="377"/>
            <ac:picMk id="13" creationId="{5EDE992A-059F-94F1-6A82-485D69FE2B3E}"/>
          </ac:picMkLst>
        </pc:pic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2:54:12.540" v="5"/>
        <pc:sldMkLst>
          <pc:docMk/>
          <pc:sldMk cId="214644523" sldId="415"/>
        </pc:sldMkLst>
        <pc:picChg chg="add mod">
          <ac:chgData name="Sebastian Montoya Villada" userId="S::sebastianmontoya@itm.edu.co::cc1249ff-5059-433a-9743-876e0c6e746b" providerId="AD" clId="Web-{1C69E1D8-EE9A-4316-CA86-43B77CF02C28}" dt="2025-10-19T22:54:12.540" v="5"/>
          <ac:picMkLst>
            <pc:docMk/>
            <pc:sldMk cId="214644523" sldId="415"/>
            <ac:picMk id="2" creationId="{36322C42-4223-A5C7-0C3E-B4299A71A9D5}"/>
          </ac:picMkLst>
        </pc:pic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3:09:13.359" v="51"/>
        <pc:sldMkLst>
          <pc:docMk/>
          <pc:sldMk cId="1016185385" sldId="499"/>
        </pc:sldMkLst>
        <pc:picChg chg="add mod">
          <ac:chgData name="Sebastian Montoya Villada" userId="S::sebastianmontoya@itm.edu.co::cc1249ff-5059-433a-9743-876e0c6e746b" providerId="AD" clId="Web-{1C69E1D8-EE9A-4316-CA86-43B77CF02C28}" dt="2025-10-19T23:09:13.359" v="51"/>
          <ac:picMkLst>
            <pc:docMk/>
            <pc:sldMk cId="1016185385" sldId="499"/>
            <ac:picMk id="2" creationId="{B74711D7-AD90-AAFD-5C62-C202DF4FE03B}"/>
          </ac:picMkLst>
        </pc:pic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3:10:09.595" v="61" actId="1076"/>
        <pc:sldMkLst>
          <pc:docMk/>
          <pc:sldMk cId="15938760" sldId="518"/>
        </pc:sldMkLst>
        <pc:picChg chg="add mod">
          <ac:chgData name="Sebastian Montoya Villada" userId="S::sebastianmontoya@itm.edu.co::cc1249ff-5059-433a-9743-876e0c6e746b" providerId="AD" clId="Web-{1C69E1D8-EE9A-4316-CA86-43B77CF02C28}" dt="2025-10-19T23:10:09.595" v="61" actId="1076"/>
          <ac:picMkLst>
            <pc:docMk/>
            <pc:sldMk cId="15938760" sldId="518"/>
            <ac:picMk id="2" creationId="{2FA34795-EC8B-CF15-4EED-6017682DB298}"/>
          </ac:picMkLst>
        </pc:pic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3:10:06.486" v="60" actId="1076"/>
        <pc:sldMkLst>
          <pc:docMk/>
          <pc:sldMk cId="3207334667" sldId="519"/>
        </pc:sldMkLst>
        <pc:picChg chg="add mod">
          <ac:chgData name="Sebastian Montoya Villada" userId="S::sebastianmontoya@itm.edu.co::cc1249ff-5059-433a-9743-876e0c6e746b" providerId="AD" clId="Web-{1C69E1D8-EE9A-4316-CA86-43B77CF02C28}" dt="2025-10-19T23:10:06.486" v="60" actId="1076"/>
          <ac:picMkLst>
            <pc:docMk/>
            <pc:sldMk cId="3207334667" sldId="519"/>
            <ac:picMk id="2" creationId="{AD5C3905-CF34-1F71-80C0-FB80BAB56E30}"/>
          </ac:picMkLst>
        </pc:pic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2:54:39.806" v="10" actId="1076"/>
        <pc:sldMkLst>
          <pc:docMk/>
          <pc:sldMk cId="736711812" sldId="523"/>
        </pc:sldMkLst>
        <pc:picChg chg="add mod">
          <ac:chgData name="Sebastian Montoya Villada" userId="S::sebastianmontoya@itm.edu.co::cc1249ff-5059-433a-9743-876e0c6e746b" providerId="AD" clId="Web-{1C69E1D8-EE9A-4316-CA86-43B77CF02C28}" dt="2025-10-19T22:54:39.806" v="10" actId="1076"/>
          <ac:picMkLst>
            <pc:docMk/>
            <pc:sldMk cId="736711812" sldId="523"/>
            <ac:picMk id="2" creationId="{E0F286F1-EDD3-CC0C-04B3-206B4DA91017}"/>
          </ac:picMkLst>
        </pc:pic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2:55:04.760" v="14"/>
        <pc:sldMkLst>
          <pc:docMk/>
          <pc:sldMk cId="4246932863" sldId="524"/>
        </pc:sldMkLst>
        <pc:picChg chg="add mod">
          <ac:chgData name="Sebastian Montoya Villada" userId="S::sebastianmontoya@itm.edu.co::cc1249ff-5059-433a-9743-876e0c6e746b" providerId="AD" clId="Web-{1C69E1D8-EE9A-4316-CA86-43B77CF02C28}" dt="2025-10-19T22:55:04.760" v="14"/>
          <ac:picMkLst>
            <pc:docMk/>
            <pc:sldMk cId="4246932863" sldId="524"/>
            <ac:picMk id="2" creationId="{68AE79ED-5A37-A56C-7341-96B0F5EEF920}"/>
          </ac:picMkLst>
        </pc:pic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2:55:31.230" v="20" actId="1076"/>
        <pc:sldMkLst>
          <pc:docMk/>
          <pc:sldMk cId="135165700" sldId="525"/>
        </pc:sldMkLst>
        <pc:picChg chg="add mod">
          <ac:chgData name="Sebastian Montoya Villada" userId="S::sebastianmontoya@itm.edu.co::cc1249ff-5059-433a-9743-876e0c6e746b" providerId="AD" clId="Web-{1C69E1D8-EE9A-4316-CA86-43B77CF02C28}" dt="2025-10-19T22:55:31.230" v="20" actId="1076"/>
          <ac:picMkLst>
            <pc:docMk/>
            <pc:sldMk cId="135165700" sldId="525"/>
            <ac:picMk id="2" creationId="{E597499A-4999-BDF0-7BFC-CF4FBA4DC769}"/>
          </ac:picMkLst>
        </pc:pic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2:59:39.031" v="27"/>
        <pc:sldMkLst>
          <pc:docMk/>
          <pc:sldMk cId="2228083837" sldId="526"/>
        </pc:sldMkLst>
        <pc:picChg chg="add mod">
          <ac:chgData name="Sebastian Montoya Villada" userId="S::sebastianmontoya@itm.edu.co::cc1249ff-5059-433a-9743-876e0c6e746b" providerId="AD" clId="Web-{1C69E1D8-EE9A-4316-CA86-43B77CF02C28}" dt="2025-10-19T22:59:39.031" v="27"/>
          <ac:picMkLst>
            <pc:docMk/>
            <pc:sldMk cId="2228083837" sldId="526"/>
            <ac:picMk id="2" creationId="{73A5BCB2-893E-B1ED-5556-C605357A66C2}"/>
          </ac:picMkLst>
        </pc:pic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2:59:49.546" v="31"/>
        <pc:sldMkLst>
          <pc:docMk/>
          <pc:sldMk cId="775806883" sldId="527"/>
        </pc:sldMkLst>
        <pc:picChg chg="add mod">
          <ac:chgData name="Sebastian Montoya Villada" userId="S::sebastianmontoya@itm.edu.co::cc1249ff-5059-433a-9743-876e0c6e746b" providerId="AD" clId="Web-{1C69E1D8-EE9A-4316-CA86-43B77CF02C28}" dt="2025-10-19T22:59:49.546" v="31"/>
          <ac:picMkLst>
            <pc:docMk/>
            <pc:sldMk cId="775806883" sldId="527"/>
            <ac:picMk id="2" creationId="{0CA8A115-BF5F-70B3-9094-EF9D6987F4AB}"/>
          </ac:picMkLst>
        </pc:pic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3:00:18.484" v="37"/>
        <pc:sldMkLst>
          <pc:docMk/>
          <pc:sldMk cId="4007631888" sldId="528"/>
        </pc:sldMkLst>
        <pc:picChg chg="add mod">
          <ac:chgData name="Sebastian Montoya Villada" userId="S::sebastianmontoya@itm.edu.co::cc1249ff-5059-433a-9743-876e0c6e746b" providerId="AD" clId="Web-{1C69E1D8-EE9A-4316-CA86-43B77CF02C28}" dt="2025-10-19T23:00:18.484" v="37"/>
          <ac:picMkLst>
            <pc:docMk/>
            <pc:sldMk cId="4007631888" sldId="528"/>
            <ac:picMk id="15" creationId="{317D7671-CC6B-5177-A0BD-27FC99E47514}"/>
          </ac:picMkLst>
        </pc:pic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3:00:31.125" v="41"/>
        <pc:sldMkLst>
          <pc:docMk/>
          <pc:sldMk cId="1385377037" sldId="529"/>
        </pc:sldMkLst>
        <pc:picChg chg="add mod">
          <ac:chgData name="Sebastian Montoya Villada" userId="S::sebastianmontoya@itm.edu.co::cc1249ff-5059-433a-9743-876e0c6e746b" providerId="AD" clId="Web-{1C69E1D8-EE9A-4316-CA86-43B77CF02C28}" dt="2025-10-19T23:00:31.125" v="41"/>
          <ac:picMkLst>
            <pc:docMk/>
            <pc:sldMk cId="1385377037" sldId="529"/>
            <ac:picMk id="2" creationId="{60DB23EF-FDB5-0729-78A2-56738CB7A640}"/>
          </ac:picMkLst>
        </pc:picChg>
      </pc:sldChg>
      <pc:sldChg chg="addSp delSp modSp addAnim delAnim">
        <pc:chgData name="Sebastian Montoya Villada" userId="S::sebastianmontoya@itm.edu.co::cc1249ff-5059-433a-9743-876e0c6e746b" providerId="AD" clId="Web-{1C69E1D8-EE9A-4316-CA86-43B77CF02C28}" dt="2025-10-19T23:19:48.746" v="83"/>
        <pc:sldMkLst>
          <pc:docMk/>
          <pc:sldMk cId="1995062265" sldId="530"/>
        </pc:sldMkLst>
        <pc:spChg chg="add del">
          <ac:chgData name="Sebastian Montoya Villada" userId="S::sebastianmontoya@itm.edu.co::cc1249ff-5059-433a-9743-876e0c6e746b" providerId="AD" clId="Web-{1C69E1D8-EE9A-4316-CA86-43B77CF02C28}" dt="2025-10-19T23:19:47.730" v="82"/>
          <ac:spMkLst>
            <pc:docMk/>
            <pc:sldMk cId="1995062265" sldId="530"/>
            <ac:spMk id="13" creationId="{C4A6337D-AA83-CA63-3968-539777D89776}"/>
          </ac:spMkLst>
        </pc:spChg>
        <pc:spChg chg="add del">
          <ac:chgData name="Sebastian Montoya Villada" userId="S::sebastianmontoya@itm.edu.co::cc1249ff-5059-433a-9743-876e0c6e746b" providerId="AD" clId="Web-{1C69E1D8-EE9A-4316-CA86-43B77CF02C28}" dt="2025-10-19T23:19:47.293" v="81"/>
          <ac:spMkLst>
            <pc:docMk/>
            <pc:sldMk cId="1995062265" sldId="530"/>
            <ac:spMk id="14" creationId="{DBF8EA61-5BF3-000B-1C5B-76F142091A56}"/>
          </ac:spMkLst>
        </pc:spChg>
        <pc:graphicFrameChg chg="add del">
          <ac:chgData name="Sebastian Montoya Villada" userId="S::sebastianmontoya@itm.edu.co::cc1249ff-5059-433a-9743-876e0c6e746b" providerId="AD" clId="Web-{1C69E1D8-EE9A-4316-CA86-43B77CF02C28}" dt="2025-10-19T23:19:48.746" v="83"/>
          <ac:graphicFrameMkLst>
            <pc:docMk/>
            <pc:sldMk cId="1995062265" sldId="530"/>
            <ac:graphicFrameMk id="20" creationId="{11FCD28E-A48E-0894-4AB2-466B24EA1667}"/>
          </ac:graphicFrameMkLst>
        </pc:graphicFrame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3:19:57.809" v="88"/>
        <pc:sldMkLst>
          <pc:docMk/>
          <pc:sldMk cId="2113546712" sldId="531"/>
        </pc:sldMkLst>
        <pc:picChg chg="add mod">
          <ac:chgData name="Sebastian Montoya Villada" userId="S::sebastianmontoya@itm.edu.co::cc1249ff-5059-433a-9743-876e0c6e746b" providerId="AD" clId="Web-{1C69E1D8-EE9A-4316-CA86-43B77CF02C28}" dt="2025-10-19T23:19:57.809" v="88"/>
          <ac:picMkLst>
            <pc:docMk/>
            <pc:sldMk cId="2113546712" sldId="531"/>
            <ac:picMk id="2" creationId="{DE510465-AAF5-C271-1B80-4E6924412387}"/>
          </ac:picMkLst>
        </pc:pic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3:20:12.934" v="94" actId="1076"/>
        <pc:sldMkLst>
          <pc:docMk/>
          <pc:sldMk cId="1213825660" sldId="533"/>
        </pc:sldMkLst>
        <pc:picChg chg="add mod">
          <ac:chgData name="Sebastian Montoya Villada" userId="S::sebastianmontoya@itm.edu.co::cc1249ff-5059-433a-9743-876e0c6e746b" providerId="AD" clId="Web-{1C69E1D8-EE9A-4316-CA86-43B77CF02C28}" dt="2025-10-19T23:20:12.934" v="94" actId="1076"/>
          <ac:picMkLst>
            <pc:docMk/>
            <pc:sldMk cId="1213825660" sldId="533"/>
            <ac:picMk id="2" creationId="{5167C843-373E-B106-C838-E4A9E529F8F8}"/>
          </ac:picMkLst>
        </pc:picChg>
      </pc:sldChg>
      <pc:sldChg chg="addSp delSp modSp delAnim">
        <pc:chgData name="Sebastian Montoya Villada" userId="S::sebastianmontoya@itm.edu.co::cc1249ff-5059-433a-9743-876e0c6e746b" providerId="AD" clId="Web-{1C69E1D8-EE9A-4316-CA86-43B77CF02C28}" dt="2025-10-19T23:20:33.309" v="100" actId="1076"/>
        <pc:sldMkLst>
          <pc:docMk/>
          <pc:sldMk cId="285044680" sldId="534"/>
        </pc:sldMkLst>
        <pc:picChg chg="add mod">
          <ac:chgData name="Sebastian Montoya Villada" userId="S::sebastianmontoya@itm.edu.co::cc1249ff-5059-433a-9743-876e0c6e746b" providerId="AD" clId="Web-{1C69E1D8-EE9A-4316-CA86-43B77CF02C28}" dt="2025-10-19T23:20:33.309" v="100" actId="1076"/>
          <ac:picMkLst>
            <pc:docMk/>
            <pc:sldMk cId="285044680" sldId="534"/>
            <ac:picMk id="2" creationId="{CEE45895-4151-3849-9688-D06A9BCFA0ED}"/>
          </ac:picMkLst>
        </pc:picChg>
      </pc:sldChg>
      <pc:sldChg chg="addSp delSp modSp add replId">
        <pc:chgData name="Sebastian Montoya Villada" userId="S::sebastianmontoya@itm.edu.co::cc1249ff-5059-433a-9743-876e0c6e746b" providerId="AD" clId="Web-{1C69E1D8-EE9A-4316-CA86-43B77CF02C28}" dt="2025-10-19T22:59:26.171" v="23"/>
        <pc:sldMkLst>
          <pc:docMk/>
          <pc:sldMk cId="2653010309" sldId="543"/>
        </pc:sldMkLst>
        <pc:picChg chg="add mod">
          <ac:chgData name="Sebastian Montoya Villada" userId="S::sebastianmontoya@itm.edu.co::cc1249ff-5059-433a-9743-876e0c6e746b" providerId="AD" clId="Web-{1C69E1D8-EE9A-4316-CA86-43B77CF02C28}" dt="2025-10-19T22:59:26.171" v="23"/>
          <ac:picMkLst>
            <pc:docMk/>
            <pc:sldMk cId="2653010309" sldId="543"/>
            <ac:picMk id="13" creationId="{A8D3D718-D9BB-DC5B-E0D9-252483281E37}"/>
          </ac:picMkLst>
        </pc:picChg>
      </pc:sldChg>
      <pc:sldChg chg="addSp delSp modSp add replId">
        <pc:chgData name="Sebastian Montoya Villada" userId="S::sebastianmontoya@itm.edu.co::cc1249ff-5059-433a-9743-876e0c6e746b" providerId="AD" clId="Web-{1C69E1D8-EE9A-4316-CA86-43B77CF02C28}" dt="2025-10-19T23:00:40.406" v="44"/>
        <pc:sldMkLst>
          <pc:docMk/>
          <pc:sldMk cId="1663300921" sldId="544"/>
        </pc:sldMkLst>
        <pc:picChg chg="add mod">
          <ac:chgData name="Sebastian Montoya Villada" userId="S::sebastianmontoya@itm.edu.co::cc1249ff-5059-433a-9743-876e0c6e746b" providerId="AD" clId="Web-{1C69E1D8-EE9A-4316-CA86-43B77CF02C28}" dt="2025-10-19T23:00:40.406" v="44"/>
          <ac:picMkLst>
            <pc:docMk/>
            <pc:sldMk cId="1663300921" sldId="544"/>
            <ac:picMk id="13" creationId="{D18869AC-0C31-0851-3CD6-45618FE16EC1}"/>
          </ac:picMkLst>
        </pc:picChg>
      </pc:sldChg>
      <pc:sldChg chg="addSp delSp modSp add replId">
        <pc:chgData name="Sebastian Montoya Villada" userId="S::sebastianmontoya@itm.edu.co::cc1249ff-5059-433a-9743-876e0c6e746b" providerId="AD" clId="Web-{1C69E1D8-EE9A-4316-CA86-43B77CF02C28}" dt="2025-10-19T23:09:07.811" v="48"/>
        <pc:sldMkLst>
          <pc:docMk/>
          <pc:sldMk cId="1662780030" sldId="545"/>
        </pc:sldMkLst>
        <pc:picChg chg="add mod">
          <ac:chgData name="Sebastian Montoya Villada" userId="S::sebastianmontoya@itm.edu.co::cc1249ff-5059-433a-9743-876e0c6e746b" providerId="AD" clId="Web-{1C69E1D8-EE9A-4316-CA86-43B77CF02C28}" dt="2025-10-19T23:09:07.811" v="48"/>
          <ac:picMkLst>
            <pc:docMk/>
            <pc:sldMk cId="1662780030" sldId="545"/>
            <ac:picMk id="2" creationId="{D96D59E1-4C7E-CD8B-558E-EC713C640835}"/>
          </ac:picMkLst>
        </pc:picChg>
      </pc:sldChg>
      <pc:sldChg chg="addSp delSp modSp add ord replId">
        <pc:chgData name="Sebastian Montoya Villada" userId="S::sebastianmontoya@itm.edu.co::cc1249ff-5059-433a-9743-876e0c6e746b" providerId="AD" clId="Web-{1C69E1D8-EE9A-4316-CA86-43B77CF02C28}" dt="2025-10-19T23:12:55.568" v="68"/>
        <pc:sldMkLst>
          <pc:docMk/>
          <pc:sldMk cId="3708143890" sldId="546"/>
        </pc:sldMkLst>
        <pc:picChg chg="add mod">
          <ac:chgData name="Sebastian Montoya Villada" userId="S::sebastianmontoya@itm.edu.co::cc1249ff-5059-433a-9743-876e0c6e746b" providerId="AD" clId="Web-{1C69E1D8-EE9A-4316-CA86-43B77CF02C28}" dt="2025-10-19T23:12:31.568" v="66" actId="1076"/>
          <ac:picMkLst>
            <pc:docMk/>
            <pc:sldMk cId="3708143890" sldId="546"/>
            <ac:picMk id="13" creationId="{820687C8-F609-C11B-962F-70C0661900F9}"/>
          </ac:picMkLst>
        </pc:picChg>
      </pc:sldChg>
    </pc:docChg>
  </pc:docChgLst>
  <pc:docChgLst>
    <pc:chgData name="Sebastian Montoya Villada" userId="S::sebastianmontoya@itm.edu.co::cc1249ff-5059-433a-9743-876e0c6e746b" providerId="AD" clId="Web-{C684B49A-D704-1331-F0D5-4F3FF8C75F90}"/>
    <pc:docChg chg="delSld">
      <pc:chgData name="Sebastian Montoya Villada" userId="S::sebastianmontoya@itm.edu.co::cc1249ff-5059-433a-9743-876e0c6e746b" providerId="AD" clId="Web-{C684B49A-D704-1331-F0D5-4F3FF8C75F90}" dt="2025-10-31T13:56:08.389" v="0"/>
      <pc:docMkLst>
        <pc:docMk/>
      </pc:docMkLst>
      <pc:sldChg chg="del">
        <pc:chgData name="Sebastian Montoya Villada" userId="S::sebastianmontoya@itm.edu.co::cc1249ff-5059-433a-9743-876e0c6e746b" providerId="AD" clId="Web-{C684B49A-D704-1331-F0D5-4F3FF8C75F90}" dt="2025-10-31T13:56:08.389" v="0"/>
        <pc:sldMkLst>
          <pc:docMk/>
          <pc:sldMk cId="2288435805" sldId="542"/>
        </pc:sldMkLst>
      </pc:sldChg>
    </pc:docChg>
  </pc:docChgLst>
  <pc:docChgLst>
    <pc:chgData name="Sebastian Montoya Villada" userId="S::sebastianmontoya@itm.edu.co::cc1249ff-5059-433a-9743-876e0c6e746b" providerId="AD" clId="Web-{CC96100D-E20F-91D2-2840-EA4F9041EBAE}"/>
    <pc:docChg chg="modSld">
      <pc:chgData name="Sebastian Montoya Villada" userId="S::sebastianmontoya@itm.edu.co::cc1249ff-5059-433a-9743-876e0c6e746b" providerId="AD" clId="Web-{CC96100D-E20F-91D2-2840-EA4F9041EBAE}" dt="2025-10-23T14:56:37.117" v="21" actId="1076"/>
      <pc:docMkLst>
        <pc:docMk/>
      </pc:docMkLst>
      <pc:sldChg chg="modSp">
        <pc:chgData name="Sebastian Montoya Villada" userId="S::sebastianmontoya@itm.edu.co::cc1249ff-5059-433a-9743-876e0c6e746b" providerId="AD" clId="Web-{CC96100D-E20F-91D2-2840-EA4F9041EBAE}" dt="2025-10-23T14:56:37.117" v="21" actId="1076"/>
        <pc:sldMkLst>
          <pc:docMk/>
          <pc:sldMk cId="214644523" sldId="415"/>
        </pc:sldMkLst>
        <pc:picChg chg="mod">
          <ac:chgData name="Sebastian Montoya Villada" userId="S::sebastianmontoya@itm.edu.co::cc1249ff-5059-433a-9743-876e0c6e746b" providerId="AD" clId="Web-{CC96100D-E20F-91D2-2840-EA4F9041EBAE}" dt="2025-10-23T14:56:37.117" v="21" actId="1076"/>
          <ac:picMkLst>
            <pc:docMk/>
            <pc:sldMk cId="214644523" sldId="415"/>
            <ac:picMk id="2" creationId="{36322C42-4223-A5C7-0C3E-B4299A71A9D5}"/>
          </ac:picMkLst>
        </pc:picChg>
      </pc:sldChg>
      <pc:sldChg chg="modSp">
        <pc:chgData name="Sebastian Montoya Villada" userId="S::sebastianmontoya@itm.edu.co::cc1249ff-5059-433a-9743-876e0c6e746b" providerId="AD" clId="Web-{CC96100D-E20F-91D2-2840-EA4F9041EBAE}" dt="2025-10-23T14:12:15.884" v="0" actId="1076"/>
        <pc:sldMkLst>
          <pc:docMk/>
          <pc:sldMk cId="775806883" sldId="527"/>
        </pc:sldMkLst>
        <pc:picChg chg="mod">
          <ac:chgData name="Sebastian Montoya Villada" userId="S::sebastianmontoya@itm.edu.co::cc1249ff-5059-433a-9743-876e0c6e746b" providerId="AD" clId="Web-{CC96100D-E20F-91D2-2840-EA4F9041EBAE}" dt="2025-10-23T14:12:15.884" v="0" actId="1076"/>
          <ac:picMkLst>
            <pc:docMk/>
            <pc:sldMk cId="775806883" sldId="527"/>
            <ac:picMk id="2" creationId="{0CA8A115-BF5F-70B3-9094-EF9D6987F4AB}"/>
          </ac:picMkLst>
        </pc:picChg>
      </pc:sldChg>
      <pc:sldChg chg="modSp">
        <pc:chgData name="Sebastian Montoya Villada" userId="S::sebastianmontoya@itm.edu.co::cc1249ff-5059-433a-9743-876e0c6e746b" providerId="AD" clId="Web-{CC96100D-E20F-91D2-2840-EA4F9041EBAE}" dt="2025-10-23T14:12:18.462" v="1" actId="1076"/>
        <pc:sldMkLst>
          <pc:docMk/>
          <pc:sldMk cId="4007631888" sldId="528"/>
        </pc:sldMkLst>
        <pc:picChg chg="mod">
          <ac:chgData name="Sebastian Montoya Villada" userId="S::sebastianmontoya@itm.edu.co::cc1249ff-5059-433a-9743-876e0c6e746b" providerId="AD" clId="Web-{CC96100D-E20F-91D2-2840-EA4F9041EBAE}" dt="2025-10-23T14:12:18.462" v="1" actId="1076"/>
          <ac:picMkLst>
            <pc:docMk/>
            <pc:sldMk cId="4007631888" sldId="528"/>
            <ac:picMk id="15" creationId="{317D7671-CC6B-5177-A0BD-27FC99E47514}"/>
          </ac:picMkLst>
        </pc:picChg>
      </pc:sldChg>
      <pc:sldChg chg="modSp">
        <pc:chgData name="Sebastian Montoya Villada" userId="S::sebastianmontoya@itm.edu.co::cc1249ff-5059-433a-9743-876e0c6e746b" providerId="AD" clId="Web-{CC96100D-E20F-91D2-2840-EA4F9041EBAE}" dt="2025-10-23T14:12:20.821" v="2" actId="1076"/>
        <pc:sldMkLst>
          <pc:docMk/>
          <pc:sldMk cId="1385377037" sldId="529"/>
        </pc:sldMkLst>
        <pc:picChg chg="mod">
          <ac:chgData name="Sebastian Montoya Villada" userId="S::sebastianmontoya@itm.edu.co::cc1249ff-5059-433a-9743-876e0c6e746b" providerId="AD" clId="Web-{CC96100D-E20F-91D2-2840-EA4F9041EBAE}" dt="2025-10-23T14:12:20.821" v="2" actId="1076"/>
          <ac:picMkLst>
            <pc:docMk/>
            <pc:sldMk cId="1385377037" sldId="529"/>
            <ac:picMk id="2" creationId="{60DB23EF-FDB5-0729-78A2-56738CB7A640}"/>
          </ac:picMkLst>
        </pc:picChg>
      </pc:sldChg>
      <pc:sldChg chg="modSp">
        <pc:chgData name="Sebastian Montoya Villada" userId="S::sebastianmontoya@itm.edu.co::cc1249ff-5059-433a-9743-876e0c6e746b" providerId="AD" clId="Web-{CC96100D-E20F-91D2-2840-EA4F9041EBAE}" dt="2025-10-23T14:25:21.330" v="5" actId="1076"/>
        <pc:sldMkLst>
          <pc:docMk/>
          <pc:sldMk cId="2113546712" sldId="531"/>
        </pc:sldMkLst>
        <pc:picChg chg="mod">
          <ac:chgData name="Sebastian Montoya Villada" userId="S::sebastianmontoya@itm.edu.co::cc1249ff-5059-433a-9743-876e0c6e746b" providerId="AD" clId="Web-{CC96100D-E20F-91D2-2840-EA4F9041EBAE}" dt="2025-10-23T14:25:21.330" v="5" actId="1076"/>
          <ac:picMkLst>
            <pc:docMk/>
            <pc:sldMk cId="2113546712" sldId="531"/>
            <ac:picMk id="2" creationId="{DE510465-AAF5-C271-1B80-4E6924412387}"/>
          </ac:picMkLst>
        </pc:picChg>
      </pc:sldChg>
      <pc:sldChg chg="modSp">
        <pc:chgData name="Sebastian Montoya Villada" userId="S::sebastianmontoya@itm.edu.co::cc1249ff-5059-433a-9743-876e0c6e746b" providerId="AD" clId="Web-{CC96100D-E20F-91D2-2840-EA4F9041EBAE}" dt="2025-10-23T14:25:27.362" v="6" actId="1076"/>
        <pc:sldMkLst>
          <pc:docMk/>
          <pc:sldMk cId="1213825660" sldId="533"/>
        </pc:sldMkLst>
        <pc:picChg chg="mod">
          <ac:chgData name="Sebastian Montoya Villada" userId="S::sebastianmontoya@itm.edu.co::cc1249ff-5059-433a-9743-876e0c6e746b" providerId="AD" clId="Web-{CC96100D-E20F-91D2-2840-EA4F9041EBAE}" dt="2025-10-23T14:25:27.362" v="6" actId="1076"/>
          <ac:picMkLst>
            <pc:docMk/>
            <pc:sldMk cId="1213825660" sldId="533"/>
            <ac:picMk id="2" creationId="{5167C843-373E-B106-C838-E4A9E529F8F8}"/>
          </ac:picMkLst>
        </pc:picChg>
      </pc:sldChg>
      <pc:sldChg chg="modSp">
        <pc:chgData name="Sebastian Montoya Villada" userId="S::sebastianmontoya@itm.edu.co::cc1249ff-5059-433a-9743-876e0c6e746b" providerId="AD" clId="Web-{CC96100D-E20F-91D2-2840-EA4F9041EBAE}" dt="2025-10-23T14:25:45.035" v="8" actId="14100"/>
        <pc:sldMkLst>
          <pc:docMk/>
          <pc:sldMk cId="2777003038" sldId="535"/>
        </pc:sldMkLst>
        <pc:picChg chg="mod">
          <ac:chgData name="Sebastian Montoya Villada" userId="S::sebastianmontoya@itm.edu.co::cc1249ff-5059-433a-9743-876e0c6e746b" providerId="AD" clId="Web-{CC96100D-E20F-91D2-2840-EA4F9041EBAE}" dt="2025-10-23T14:25:45.035" v="8" actId="14100"/>
          <ac:picMkLst>
            <pc:docMk/>
            <pc:sldMk cId="2777003038" sldId="535"/>
            <ac:picMk id="6150" creationId="{D1DA6FC9-BC8C-8677-A5C1-4C72F6AA5706}"/>
          </ac:picMkLst>
        </pc:picChg>
      </pc:sldChg>
      <pc:sldChg chg="modSp">
        <pc:chgData name="Sebastian Montoya Villada" userId="S::sebastianmontoya@itm.edu.co::cc1249ff-5059-433a-9743-876e0c6e746b" providerId="AD" clId="Web-{CC96100D-E20F-91D2-2840-EA4F9041EBAE}" dt="2025-10-23T14:12:23.321" v="3" actId="1076"/>
        <pc:sldMkLst>
          <pc:docMk/>
          <pc:sldMk cId="1663300921" sldId="544"/>
        </pc:sldMkLst>
        <pc:picChg chg="mod">
          <ac:chgData name="Sebastian Montoya Villada" userId="S::sebastianmontoya@itm.edu.co::cc1249ff-5059-433a-9743-876e0c6e746b" providerId="AD" clId="Web-{CC96100D-E20F-91D2-2840-EA4F9041EBAE}" dt="2025-10-23T14:12:23.321" v="3" actId="1076"/>
          <ac:picMkLst>
            <pc:docMk/>
            <pc:sldMk cId="1663300921" sldId="544"/>
            <ac:picMk id="13" creationId="{D18869AC-0C31-0851-3CD6-45618FE16EC1}"/>
          </ac:picMkLst>
        </pc:picChg>
      </pc:sldChg>
      <pc:sldChg chg="modSp">
        <pc:chgData name="Sebastian Montoya Villada" userId="S::sebastianmontoya@itm.edu.co::cc1249ff-5059-433a-9743-876e0c6e746b" providerId="AD" clId="Web-{CC96100D-E20F-91D2-2840-EA4F9041EBAE}" dt="2025-10-23T14:18:12.786" v="4" actId="1076"/>
        <pc:sldMkLst>
          <pc:docMk/>
          <pc:sldMk cId="1662780030" sldId="545"/>
        </pc:sldMkLst>
        <pc:picChg chg="mod">
          <ac:chgData name="Sebastian Montoya Villada" userId="S::sebastianmontoya@itm.edu.co::cc1249ff-5059-433a-9743-876e0c6e746b" providerId="AD" clId="Web-{CC96100D-E20F-91D2-2840-EA4F9041EBAE}" dt="2025-10-23T14:18:12.786" v="4" actId="1076"/>
          <ac:picMkLst>
            <pc:docMk/>
            <pc:sldMk cId="1662780030" sldId="545"/>
            <ac:picMk id="2" creationId="{D96D59E1-4C7E-CD8B-558E-EC713C64083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30BC5-A544-B307-7189-38FE4013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AB9C63-850F-8FF5-E874-297A67022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54AE555-1FE4-C0BA-A51B-A48D85583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B28DA1-FE36-C834-1A37-ECE400CD6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59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4392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3313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9385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9743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48FA8-C4AC-8B45-6905-A76145D6D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09CB49-5F67-54FD-DE14-D10CED148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CE96324-7423-5F2B-22B8-571808AA8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ABEC7D-9D29-B8D0-81C0-BBFE04B05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9270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9431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8865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8293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7437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382ED-2293-F9DA-3E3E-509111C6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E0E86FB-1AD4-66D9-E397-8CC1EC0C4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09BD4B-0D6B-5119-349D-1AD40083A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77DDC-BCA3-7DAD-3D01-6C83B2923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0172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D0DF9-42E2-77EA-1039-F60292C05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FAA0A6F-9E79-12FD-2073-E9EF718F2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7792CA-2AEC-85E4-2CCA-8F979CE45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DE55EA-8E42-2EAC-2B0D-0FF04B464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373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D5D14-7874-D846-918A-2F705A03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0710A5-6884-EB1B-9E8B-AE4E11344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03C221B-9FD2-F92B-8522-6F1E38071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9AE98B-E8BC-BB91-0EB1-F24DF9188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1781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FF39A-CF42-82AC-2CD3-DAA8D39CC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A3FAE7-9FE0-980D-5CDE-1694B2B04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C1CD53-6CC8-7FD2-2776-71D78E22E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4576C0-6E55-5AD1-4346-CD72F9D6EB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98481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E9BB6-7A6A-B279-1C24-CAB54435C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31A9558-7A48-C3C6-FBF9-F9ACAEC88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2F8C6F8-1E68-7080-2F4B-45243CA21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AA388B-4667-6757-E6D0-E35679550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26532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720DC-81BB-A51F-F348-D810CBA1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44FBFF2-5AE7-EDAF-7405-9D8495056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521195D-3A94-6EB1-49A6-7A85B01B0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55A8FB-885C-0DE5-C0B1-7422AF673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9172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DFE88-76CE-AB5F-FC42-6BCEA962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D3E38D9-E601-C3D4-568B-25EACDF52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1D52EB-4101-6CD7-1773-362A4215C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5B58FC-A037-40BE-7DB4-96D3B0302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1509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FD3E-CCD0-AE2D-5C21-F6052043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966647-FA23-EDDE-203B-0F2666FC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6899C7-1F8E-01E3-5C16-CC9C60946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94C84-0D98-0922-4DEC-2B286F783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4753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FD3E-CCD0-AE2D-5C21-F6052043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966647-FA23-EDDE-203B-0F2666FC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6899C7-1F8E-01E3-5C16-CC9C60946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94C84-0D98-0922-4DEC-2B286F783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22024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FD3E-CCD0-AE2D-5C21-F6052043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966647-FA23-EDDE-203B-0F2666FC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6899C7-1F8E-01E3-5C16-CC9C60946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94C84-0D98-0922-4DEC-2B286F783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06458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FD3E-CCD0-AE2D-5C21-F6052043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966647-FA23-EDDE-203B-0F2666FC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6899C7-1F8E-01E3-5C16-CC9C60946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94C84-0D98-0922-4DEC-2B286F783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7443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FD3E-CCD0-AE2D-5C21-F6052043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966647-FA23-EDDE-203B-0F2666FC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6899C7-1F8E-01E3-5C16-CC9C60946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94C84-0D98-0922-4DEC-2B286F783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06658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FD3E-CCD0-AE2D-5C21-F6052043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966647-FA23-EDDE-203B-0F2666FC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6899C7-1F8E-01E3-5C16-CC9C60946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94C84-0D98-0922-4DEC-2B286F783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25640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FD3E-CCD0-AE2D-5C21-F6052043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966647-FA23-EDDE-203B-0F2666FC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6899C7-1F8E-01E3-5C16-CC9C60946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94C84-0D98-0922-4DEC-2B286F783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44455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FD3E-CCD0-AE2D-5C21-F6052043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966647-FA23-EDDE-203B-0F2666FC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6899C7-1F8E-01E3-5C16-CC9C60946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94C84-0D98-0922-4DEC-2B286F783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69419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FD3E-CCD0-AE2D-5C21-F6052043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966647-FA23-EDDE-203B-0F2666FC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6899C7-1F8E-01E3-5C16-CC9C60946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94C84-0D98-0922-4DEC-2B286F783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5700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FD3E-CCD0-AE2D-5C21-F6052043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966647-FA23-EDDE-203B-0F2666FC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6899C7-1F8E-01E3-5C16-CC9C60946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94C84-0D98-0922-4DEC-2B286F783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4899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FD3E-CCD0-AE2D-5C21-F6052043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966647-FA23-EDDE-203B-0F2666FC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6899C7-1F8E-01E3-5C16-CC9C60946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94C84-0D98-0922-4DEC-2B286F783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80753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FD3E-CCD0-AE2D-5C21-F6052043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966647-FA23-EDDE-203B-0F2666FC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6899C7-1F8E-01E3-5C16-CC9C60946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Ejemplo en </a:t>
            </a:r>
            <a:r>
              <a:rPr lang="es-CO" err="1"/>
              <a:t>python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F94C84-0D98-0922-4DEC-2B286F783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30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4739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8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8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1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241577"/>
            <a:ext cx="9373925" cy="3119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lt1"/>
              </a:buClr>
              <a:buSzPts val="5400"/>
            </a:pPr>
            <a:r>
              <a:rPr lang="es-CO" sz="5400" dirty="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>
                <a:solidFill>
                  <a:schemeClr val="lt1"/>
                </a:solidFill>
              </a:rPr>
              <a:t>Sesión 19</a:t>
            </a: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 err="1">
                <a:solidFill>
                  <a:schemeClr val="lt1"/>
                </a:solidFill>
              </a:rPr>
              <a:t>Sebastian</a:t>
            </a:r>
            <a:r>
              <a:rPr lang="es-CO" sz="2000" dirty="0">
                <a:solidFill>
                  <a:schemeClr val="lt1"/>
                </a:solidFill>
              </a:rPr>
              <a:t>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44D3C-DA11-9D9E-2CF2-4B705E773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6054AD2-5278-C16C-B4A8-9B52471AD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55060BD-2CA7-9C86-F86A-1A169B8DA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00E3E0A-E453-E961-6DDD-79521E5FA3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71CE538-90E9-984C-A954-6CB2457E06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7A5D50B-429E-CAA6-48E0-86B49674E2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79B688B-2A8D-8EF6-1EE8-C09D95D1E3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45479F3-EB7B-4BFC-1CE3-342A560F70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F448E25-A8D9-A4F4-B8A2-1431FA6C38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FFAAC1E-F043-4777-BFD2-099C4D6CD7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50655DE-03A5-907E-7FCA-B3AE80BFEB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DE992A-059F-94F1-6A82-485D69FE2B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3963" y="690563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9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6322C42-4223-A5C7-0C3E-B4299A71A9D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0227" y="1193771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44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0F286F1-EDD3-CC0C-04B3-206B4DA910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5506" y="701449"/>
            <a:ext cx="10952389" cy="614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11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AE79ED-5A37-A56C-7341-96B0F5EEF9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3963" y="690563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932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597499A-4999-BDF0-7BFC-CF4FBA4DC76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306" y="690563"/>
            <a:ext cx="11039475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8E406-479B-DCDD-4864-CEB28B15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756A626-2446-2E96-3CAF-2E014AA6E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5ADFAC4-FE17-2C11-F0A5-2ECB7E01A2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378A48B-EDCD-0C6B-1E4A-3645B613E2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64B6E6F-26BB-6468-9DF3-128CE02121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DD9427D-2E8B-D4A9-5B8E-5D29E408F7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5E3AE8E-994A-196F-0C95-21376C79AA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A5A7494-B471-D9E0-A541-2095EBA3C3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9545251-0388-5A4A-56EC-8B570D2152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96D7EDC-1D60-4700-4673-B1E7695344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33BBE55-4269-0125-D5CF-C56E587FE0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D3D718-D9BB-DC5B-E0D9-252483281E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6466" y="696203"/>
            <a:ext cx="10546180" cy="592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010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A5BCB2-893E-B1ED-5556-C605357A66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3963" y="690563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83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A8A115-BF5F-70B3-9094-EF9D6987F4A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3963" y="1001379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06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7D7671-CC6B-5177-A0BD-27FC99E475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3963" y="871037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31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0DB23EF-FDB5-0729-78A2-56738CB7A64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3963" y="871037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377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1C23D-1805-001F-CD84-2E577CF1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06A2B57-C15C-4A3D-8DF0-BC1F52797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856BF78-A965-64C9-23AE-3ED4AC5211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BF89804-203A-6E2C-E2A8-A24C52842F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EB2F3A7-501A-2899-471D-F0684E3EF9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E2570EC-2E5B-97F3-39E5-5D33F5907A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B2B844A-0143-AA53-EF3D-2A0787CA69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33803DE-D92A-E0F2-5998-4462BD43EC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36D0E42-47F7-EDFA-0CB6-E9239A26EB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A07E67E-9969-0BBC-D033-0BC50CB86D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2B65FEE-0E51-C69C-3C4D-BB744783EC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8869AC-0C31-0851-3CD6-45618FE16E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3963" y="971300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00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BFF9A-CD02-22FB-D4E7-93679BF5D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1ECD1D2-02F1-19E7-A014-AE6DD8EF7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5252C9A-898F-7350-7611-206DDF11B0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BCC5508-C497-6069-CA81-2D0822C1ED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BC6D5E6-FA15-4345-8401-EE6D88932D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0BAC715-4993-7F32-B5AB-D0AD9B1B9F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73F2F29-A874-EAE4-0950-3912B06A8B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04C5265-7F53-697F-7C33-483A8F2650E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1A58C9B-6EE0-C846-5140-6950E768841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8F5C26B-8596-2878-21CA-F6C722F7B2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DAF4429-6A97-562D-09BC-F6DF0F8C9A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96D59E1-4C7E-CD8B-558E-EC713C64083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3963" y="1101642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780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C36F-7D1B-6E00-259E-12EF928D0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AF7413D-9A82-437B-9B0B-7165B7D71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C19D5EA-1048-5227-AB4E-13FD50CC8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ABB945D-B03C-34AB-10EE-3690E7451B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A6DF237-7A47-102C-BB1C-FB60EDDA7C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0278D64-3FC2-AE7F-B6A5-94659884F4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40B84B5-7B41-31D7-2A42-437D5695FC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F338115-3E1A-2C78-D05B-CDC9E19BCD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779A554-946B-A641-FB26-4C0D3298D3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FBB0BF8-00A9-16DB-F955-787EB0EF99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152A7BF-5ED4-8ECA-95A5-1535FF7CBB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4711D7-AD90-AAFD-5C62-C202DF4FE03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3963" y="690563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185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9068C-B1A6-B048-6EBD-1C567FF5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5117D79-ADC8-E7D9-BF42-B0200B4F4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AD0D96B-785E-F06F-82A0-CED0A826C4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488389D-E550-EB1B-FD4D-94AFC9E2E9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DEF1F4D-B24F-B1BC-49BA-E52727D61B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844B9BE-1AB6-AC70-E40B-2E7306BF5F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EE0C2D2-E26C-162A-0F9D-F510406C37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A309EB-F824-68FC-AF93-54F8B9197D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B036EA3-A3CC-D925-1096-606B987F1D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5EB55BB-3142-04DD-CC7A-5AD523F772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0C533D7-8779-982A-B35B-A76A0EFEAD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A34795-EC8B-CF15-4EED-6017682DB29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90020" y="1191306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8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B34C2-CA44-DC1F-EF33-7188BC435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E500F4A-82E1-05B9-714E-A3650126B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45DFDEE-A185-47D0-FE4F-ACE4EF7824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F682619-910E-B521-B7E5-40AE77E861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570D222-B482-C7E8-ADC6-15C4F80E04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14F7E28-53B3-8ED5-7E54-5140CCDE07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9B8B4CA-C600-B035-24EC-CB4217872D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0D66F88-7910-0848-ECD5-01A250E9EF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A586DA3-A78F-BAD7-BBA8-F5D0B94A7E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EF1AEBA-B299-5BB6-077D-969390F56A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018275F-9F40-7515-83BC-8CF32CF565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5C3905-CF34-1F71-80C0-FB80BAB56E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9020" y="1267506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34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6952B-548B-203A-42E3-D5F5B7603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5FC2A4C-7C7D-168C-0B7C-3106A8258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B8E28F7-2805-94A0-F9A5-A9324DADCC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07075D1-E863-8610-DD12-3BC5ECB4F5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61C632E-3B17-6665-8AA9-4706296838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26CCB7A-0584-A131-2FE1-FBDA5BD2C2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3435063-604F-7755-B53B-D04C18300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69448AE-AABC-38F0-F70A-9D594F341A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FD1B8EB-DB9B-2531-3A8E-81302E638A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799614E-93E9-1C3A-04EB-6108E00056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9C68B01-AA47-5619-4BF6-3248607751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0687C8-F609-C11B-962F-70C0661900F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7633" y="1002200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143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C700-31C5-D41E-0EE4-DD5C71ABA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3C5167A-A8CA-93EF-87B7-A1B2BB869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1275E28-BB62-8644-B610-C21C2A2B6A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75C719A-ED91-3C3D-CD77-1C7F07D0DD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7C413A3-452B-507D-C5E5-843AA94EAB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787A70D-3287-A976-883A-B04B1C104B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42D7DBB-6915-1891-A83E-0A81E149A0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1EEE214-4927-73F9-D13E-545DF000F6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E8A0C52-11E3-DB0B-A43E-A849FAB8A9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9EFE070-8961-5F3A-C0E2-E7CFE97F67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8AEC253-CD3D-1DEB-DBEC-9BAAFC6996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FEB2B5D-A48C-BBFD-76C8-44B038E9F4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1025" y="1827360"/>
            <a:ext cx="5366165" cy="161552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0E0B0715-0CD8-807E-323A-98B32F07A0D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3159" y="3928731"/>
            <a:ext cx="5384439" cy="1978392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4530090-DCA2-9F7D-1676-4F495E34ABD4}"/>
              </a:ext>
            </a:extLst>
          </p:cNvPr>
          <p:cNvSpPr txBox="1"/>
          <p:nvPr/>
        </p:nvSpPr>
        <p:spPr>
          <a:xfrm>
            <a:off x="7211904" y="2451967"/>
            <a:ext cx="272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No combinacional</a:t>
            </a:r>
            <a:endParaRPr lang="es-419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80F30D9-2875-320F-B74A-390E90FF5A40}"/>
              </a:ext>
            </a:extLst>
          </p:cNvPr>
          <p:cNvSpPr txBox="1"/>
          <p:nvPr/>
        </p:nvSpPr>
        <p:spPr>
          <a:xfrm>
            <a:off x="7062538" y="4244871"/>
            <a:ext cx="272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combinacional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30136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DDF1-2DEC-DCEA-0CFA-98032699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972AAA-9663-2358-25B2-76E3C0F66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8137BF-C601-D0E2-0187-F5DD4752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9C1926-5397-8A4D-E25B-12F79EFE8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6A4199-FEC0-7FBD-0A06-EF768BF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BA67F9-4CC6-3D7B-5DAA-B91D568967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052BCE-11AE-94AF-0A47-768F2D9C6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47F04C-44F7-7022-90E8-6A2A3D7ED2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D68A26-0C8C-6E4E-8EFF-12626615EB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DEDA66-D7B3-277D-7EB3-E777660456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F7A2F8-63DC-C050-47BE-4DE8C2D43D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BF8EA61-5BF3-000B-1C5B-76F142091A56}"/>
              </a:ext>
            </a:extLst>
          </p:cNvPr>
          <p:cNvSpPr txBox="1"/>
          <p:nvPr/>
        </p:nvSpPr>
        <p:spPr>
          <a:xfrm>
            <a:off x="730911" y="1444366"/>
            <a:ext cx="1070667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b="1"/>
              <a:t>Clasificación básica de circuitos combinacionales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4A6337D-AA83-CA63-3968-539777D89776}"/>
              </a:ext>
            </a:extLst>
          </p:cNvPr>
          <p:cNvSpPr txBox="1"/>
          <p:nvPr/>
        </p:nvSpPr>
        <p:spPr>
          <a:xfrm>
            <a:off x="1067119" y="2082710"/>
            <a:ext cx="974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/>
              <a:t>Los circuitos combinacionales pueden cumplir diversas funciones</a:t>
            </a:r>
          </a:p>
          <a:p>
            <a:pPr>
              <a:buNone/>
            </a:pPr>
            <a:endParaRPr lang="es-ES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11FCD28E-A48E-0894-4AB2-466B24EA1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704467"/>
              </p:ext>
            </p:extLst>
          </p:nvPr>
        </p:nvGraphicFramePr>
        <p:xfrm>
          <a:off x="1525781" y="2773941"/>
          <a:ext cx="8873722" cy="39185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36861">
                  <a:extLst>
                    <a:ext uri="{9D8B030D-6E8A-4147-A177-3AD203B41FA5}">
                      <a16:colId xmlns:a16="http://schemas.microsoft.com/office/drawing/2014/main" val="3002422937"/>
                    </a:ext>
                  </a:extLst>
                </a:gridCol>
                <a:gridCol w="4436861">
                  <a:extLst>
                    <a:ext uri="{9D8B030D-6E8A-4147-A177-3AD203B41FA5}">
                      <a16:colId xmlns:a16="http://schemas.microsoft.com/office/drawing/2014/main" val="2759387698"/>
                    </a:ext>
                  </a:extLst>
                </a:gridCol>
              </a:tblGrid>
              <a:tr h="378377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>
                          <a:effectLst/>
                        </a:rPr>
                        <a:t>Tipo de circuito</a:t>
                      </a:r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400" u="none" strike="noStrike">
                          <a:effectLst/>
                        </a:rPr>
                        <a:t>¿Qué hace?</a:t>
                      </a:r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ctr"/>
                </a:tc>
                <a:extLst>
                  <a:ext uri="{0D108BD9-81ED-4DB2-BD59-A6C34878D82A}">
                    <a16:rowId xmlns:a16="http://schemas.microsoft.com/office/drawing/2014/main" val="3307986429"/>
                  </a:ext>
                </a:extLst>
              </a:tr>
              <a:tr h="469523">
                <a:tc>
                  <a:txBody>
                    <a:bodyPr/>
                    <a:lstStyle/>
                    <a:p>
                      <a:pPr algn="l" fontAlgn="ctr"/>
                      <a:r>
                        <a:rPr lang="es-CO" sz="2400" u="none" strike="noStrike">
                          <a:effectLst/>
                        </a:rPr>
                        <a:t>Sumador</a:t>
                      </a:r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O" sz="2400" u="none" strike="noStrike">
                          <a:effectLst/>
                        </a:rPr>
                        <a:t>Realiza suma de bits</a:t>
                      </a:r>
                      <a:endParaRPr lang="es-CO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ctr"/>
                </a:tc>
                <a:extLst>
                  <a:ext uri="{0D108BD9-81ED-4DB2-BD59-A6C34878D82A}">
                    <a16:rowId xmlns:a16="http://schemas.microsoft.com/office/drawing/2014/main" val="735270186"/>
                  </a:ext>
                </a:extLst>
              </a:tr>
              <a:tr h="543641">
                <a:tc>
                  <a:txBody>
                    <a:bodyPr/>
                    <a:lstStyle/>
                    <a:p>
                      <a:pPr algn="l" fontAlgn="ctr"/>
                      <a:r>
                        <a:rPr lang="es-CO" sz="2400" u="none" strike="noStrike">
                          <a:effectLst/>
                        </a:rPr>
                        <a:t>Comparador</a:t>
                      </a:r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400" u="none" strike="noStrike">
                          <a:effectLst/>
                        </a:rPr>
                        <a:t>Verifica igualdad o magnitud entre datos</a:t>
                      </a:r>
                      <a:endParaRPr lang="es-E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ctr"/>
                </a:tc>
                <a:extLst>
                  <a:ext uri="{0D108BD9-81ED-4DB2-BD59-A6C34878D82A}">
                    <a16:rowId xmlns:a16="http://schemas.microsoft.com/office/drawing/2014/main" val="2667387413"/>
                  </a:ext>
                </a:extLst>
              </a:tr>
              <a:tr h="605034">
                <a:tc>
                  <a:txBody>
                    <a:bodyPr/>
                    <a:lstStyle/>
                    <a:p>
                      <a:pPr algn="l" fontAlgn="ctr"/>
                      <a:r>
                        <a:rPr lang="es-CO" sz="2400" u="none" strike="noStrike">
                          <a:effectLst/>
                        </a:rPr>
                        <a:t>Multiplexor (MUX)</a:t>
                      </a:r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400" u="none" strike="noStrike">
                          <a:effectLst/>
                        </a:rPr>
                        <a:t>Selecciona una entrada entre varias</a:t>
                      </a:r>
                      <a:endParaRPr lang="es-E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ctr"/>
                </a:tc>
                <a:extLst>
                  <a:ext uri="{0D108BD9-81ED-4DB2-BD59-A6C34878D82A}">
                    <a16:rowId xmlns:a16="http://schemas.microsoft.com/office/drawing/2014/main" val="3735608267"/>
                  </a:ext>
                </a:extLst>
              </a:tr>
              <a:tr h="778722">
                <a:tc>
                  <a:txBody>
                    <a:bodyPr/>
                    <a:lstStyle/>
                    <a:p>
                      <a:pPr algn="l" fontAlgn="ctr"/>
                      <a:r>
                        <a:rPr lang="es-CO" sz="2400" u="none" strike="noStrike">
                          <a:effectLst/>
                        </a:rPr>
                        <a:t>Decodificador</a:t>
                      </a:r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400" u="none" strike="noStrike">
                          <a:effectLst/>
                        </a:rPr>
                        <a:t>Convierte una entrada binaria en salida única</a:t>
                      </a:r>
                      <a:endParaRPr lang="es-E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ctr"/>
                </a:tc>
                <a:extLst>
                  <a:ext uri="{0D108BD9-81ED-4DB2-BD59-A6C34878D82A}">
                    <a16:rowId xmlns:a16="http://schemas.microsoft.com/office/drawing/2014/main" val="2008888183"/>
                  </a:ext>
                </a:extLst>
              </a:tr>
              <a:tr h="945943">
                <a:tc>
                  <a:txBody>
                    <a:bodyPr/>
                    <a:lstStyle/>
                    <a:p>
                      <a:pPr algn="l" fontAlgn="ctr"/>
                      <a:r>
                        <a:rPr lang="es-CO" sz="2400" u="none" strike="noStrike">
                          <a:effectLst/>
                        </a:rPr>
                        <a:t>Codificador</a:t>
                      </a:r>
                      <a:endParaRPr lang="es-CO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400" u="none" strike="noStrike">
                          <a:effectLst/>
                        </a:rPr>
                        <a:t>Realiza el proceso inverso al decodificador</a:t>
                      </a:r>
                      <a:endParaRPr lang="es-E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59" marR="9459" marT="9459" marB="0" anchor="ctr"/>
                </a:tc>
                <a:extLst>
                  <a:ext uri="{0D108BD9-81ED-4DB2-BD59-A6C34878D82A}">
                    <a16:rowId xmlns:a16="http://schemas.microsoft.com/office/drawing/2014/main" val="2775905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06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DDF1-2DEC-DCEA-0CFA-98032699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972AAA-9663-2358-25B2-76E3C0F66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8137BF-C601-D0E2-0187-F5DD4752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9C1926-5397-8A4D-E25B-12F79EFE8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6A4199-FEC0-7FBD-0A06-EF768BF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BA67F9-4CC6-3D7B-5DAA-B91D568967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052BCE-11AE-94AF-0A47-768F2D9C6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47F04C-44F7-7022-90E8-6A2A3D7ED2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D68A26-0C8C-6E4E-8EFF-12626615EB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DEDA66-D7B3-277D-7EB3-E777660456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F7A2F8-63DC-C050-47BE-4DE8C2D43D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E510465-AAF5-C271-1B80-4E69244123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5004" y="996490"/>
            <a:ext cx="10461992" cy="5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46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DDF1-2DEC-DCEA-0CFA-98032699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972AAA-9663-2358-25B2-76E3C0F66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8137BF-C601-D0E2-0187-F5DD4752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9C1926-5397-8A4D-E25B-12F79EFE8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6A4199-FEC0-7FBD-0A06-EF768BF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BA67F9-4CC6-3D7B-5DAA-B91D568967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052BCE-11AE-94AF-0A47-768F2D9C6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47F04C-44F7-7022-90E8-6A2A3D7ED2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D68A26-0C8C-6E4E-8EFF-12626615EB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DEDA66-D7B3-277D-7EB3-E777660456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F7A2F8-63DC-C050-47BE-4DE8C2D43D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67C843-373E-B106-C838-E4A9E529F8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3963" y="1105366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25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DDF1-2DEC-DCEA-0CFA-98032699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972AAA-9663-2358-25B2-76E3C0F66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8137BF-C601-D0E2-0187-F5DD4752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9C1926-5397-8A4D-E25B-12F79EFE8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6A4199-FEC0-7FBD-0A06-EF768BF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BA67F9-4CC6-3D7B-5DAA-B91D568967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052BCE-11AE-94AF-0A47-768F2D9C6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47F04C-44F7-7022-90E8-6A2A3D7ED2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D68A26-0C8C-6E4E-8EFF-12626615EB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DEDA66-D7B3-277D-7EB3-E777660456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F7A2F8-63DC-C050-47BE-4DE8C2D43D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EE45895-4151-3849-9688-D06A9BCFA0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9791" y="1093335"/>
            <a:ext cx="97440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44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DDF1-2DEC-DCEA-0CFA-98032699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972AAA-9663-2358-25B2-76E3C0F66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8137BF-C601-D0E2-0187-F5DD4752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9C1926-5397-8A4D-E25B-12F79EFE8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6A4199-FEC0-7FBD-0A06-EF768BF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BA67F9-4CC6-3D7B-5DAA-B91D568967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052BCE-11AE-94AF-0A47-768F2D9C6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47F04C-44F7-7022-90E8-6A2A3D7ED2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D68A26-0C8C-6E4E-8EFF-12626615EB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DEDA66-D7B3-277D-7EB3-E777660456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F7A2F8-63DC-C050-47BE-4DE8C2D43D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BF8EA61-5BF3-000B-1C5B-76F142091A56}"/>
              </a:ext>
            </a:extLst>
          </p:cNvPr>
          <p:cNvSpPr txBox="1"/>
          <p:nvPr/>
        </p:nvSpPr>
        <p:spPr>
          <a:xfrm>
            <a:off x="730911" y="1444366"/>
            <a:ext cx="1070667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400"/>
              <a:t>Ejemplo</a:t>
            </a:r>
            <a:endParaRPr lang="es-ES" sz="2400" b="1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4A6337D-AA83-CA63-3968-539777D89776}"/>
              </a:ext>
            </a:extLst>
          </p:cNvPr>
          <p:cNvSpPr txBox="1"/>
          <p:nvPr/>
        </p:nvSpPr>
        <p:spPr>
          <a:xfrm>
            <a:off x="1067119" y="2082710"/>
            <a:ext cx="97401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/>
              <a:t>Diseña un circuito que active una salida F cuando:</a:t>
            </a:r>
          </a:p>
          <a:p>
            <a:pPr>
              <a:buNone/>
            </a:pPr>
            <a:endParaRPr lang="es-ES"/>
          </a:p>
          <a:p>
            <a:pPr>
              <a:buNone/>
            </a:pPr>
            <a:r>
              <a:rPr lang="es-ES"/>
              <a:t>A = 1 y</a:t>
            </a:r>
          </a:p>
          <a:p>
            <a:pPr>
              <a:buNone/>
            </a:pPr>
            <a:r>
              <a:rPr lang="es-ES"/>
              <a:t>B = 0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1A2F961-0807-CA07-CB81-4642BD74C3A2}"/>
              </a:ext>
            </a:extLst>
          </p:cNvPr>
          <p:cNvSpPr txBox="1"/>
          <p:nvPr/>
        </p:nvSpPr>
        <p:spPr>
          <a:xfrm>
            <a:off x="1030925" y="3512733"/>
            <a:ext cx="612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/>
              <a:t>1. Identificamos la función: F = A · ¬B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166CD43-E6D6-12CB-7F2C-E223FDF5A12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9033" y="4132092"/>
            <a:ext cx="4943475" cy="2314575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12DED60-2349-CEB4-7CB7-272BD0ACF561}"/>
              </a:ext>
            </a:extLst>
          </p:cNvPr>
          <p:cNvSpPr txBox="1"/>
          <p:nvPr/>
        </p:nvSpPr>
        <p:spPr>
          <a:xfrm>
            <a:off x="1025710" y="4210992"/>
            <a:ext cx="612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/>
              <a:t>2. Tabla de verdad:</a:t>
            </a:r>
          </a:p>
        </p:txBody>
      </p:sp>
      <p:pic>
        <p:nvPicPr>
          <p:cNvPr id="6150" name="Picture 6" descr="Imagen de salida">
            <a:extLst>
              <a:ext uri="{FF2B5EF4-FFF2-40B4-BE49-F238E27FC236}">
                <a16:creationId xmlns:a16="http://schemas.microsoft.com/office/drawing/2014/main" id="{D1DA6FC9-BC8C-8677-A5C1-4C72F6AA57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740"/>
          <a:stretch/>
        </p:blipFill>
        <p:spPr bwMode="auto">
          <a:xfrm>
            <a:off x="8407442" y="4160859"/>
            <a:ext cx="3139828" cy="229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00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DDF1-2DEC-DCEA-0CFA-98032699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972AAA-9663-2358-25B2-76E3C0F66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8137BF-C601-D0E2-0187-F5DD4752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9C1926-5397-8A4D-E25B-12F79EFE8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6A4199-FEC0-7FBD-0A06-EF768BF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BA67F9-4CC6-3D7B-5DAA-B91D568967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052BCE-11AE-94AF-0A47-768F2D9C6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47F04C-44F7-7022-90E8-6A2A3D7ED2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D68A26-0C8C-6E4E-8EFF-12626615EB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DEDA66-D7B3-277D-7EB3-E777660456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F7A2F8-63DC-C050-47BE-4DE8C2D43D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BF8EA61-5BF3-000B-1C5B-76F142091A56}"/>
              </a:ext>
            </a:extLst>
          </p:cNvPr>
          <p:cNvSpPr txBox="1"/>
          <p:nvPr/>
        </p:nvSpPr>
        <p:spPr>
          <a:xfrm>
            <a:off x="730911" y="1444366"/>
            <a:ext cx="1070667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2400"/>
              <a:t>Ejemplo 2</a:t>
            </a:r>
            <a:endParaRPr lang="es-ES" sz="2400" b="1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4A6337D-AA83-CA63-3968-539777D89776}"/>
              </a:ext>
            </a:extLst>
          </p:cNvPr>
          <p:cNvSpPr txBox="1"/>
          <p:nvPr/>
        </p:nvSpPr>
        <p:spPr>
          <a:xfrm>
            <a:off x="1067119" y="2082710"/>
            <a:ext cx="974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/>
              <a:t>Dado La función lógica: F = (A + B) · C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1A2F961-0807-CA07-CB81-4642BD74C3A2}"/>
              </a:ext>
            </a:extLst>
          </p:cNvPr>
          <p:cNvSpPr txBox="1"/>
          <p:nvPr/>
        </p:nvSpPr>
        <p:spPr>
          <a:xfrm>
            <a:off x="1059577" y="2695484"/>
            <a:ext cx="61280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Actividad:</a:t>
            </a:r>
          </a:p>
          <a:p>
            <a:endParaRPr lang="es-ES"/>
          </a:p>
          <a:p>
            <a:pPr marL="342900" indent="-342900">
              <a:buAutoNum type="arabicPeriod"/>
            </a:pPr>
            <a:r>
              <a:rPr lang="es-ES"/>
              <a:t>Escribir la tabla de verdad.</a:t>
            </a:r>
          </a:p>
          <a:p>
            <a:pPr marL="342900" indent="-342900">
              <a:buAutoNum type="arabicPeriod"/>
            </a:pPr>
            <a:r>
              <a:rPr lang="es-ES"/>
              <a:t>Dibujar el diagrama de compuertas.</a:t>
            </a:r>
          </a:p>
          <a:p>
            <a:pPr marL="342900" indent="-342900">
              <a:buAutoNum type="arabicPeriod"/>
            </a:pPr>
            <a:r>
              <a:rPr lang="es-ES"/>
              <a:t>Describir verbalmente cuándo se activa la salida F.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556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DDF1-2DEC-DCEA-0CFA-98032699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972AAA-9663-2358-25B2-76E3C0F66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8137BF-C601-D0E2-0187-F5DD4752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9C1926-5397-8A4D-E25B-12F79EFE8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6A4199-FEC0-7FBD-0A06-EF768BF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BA67F9-4CC6-3D7B-5DAA-B91D568967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052BCE-11AE-94AF-0A47-768F2D9C6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47F04C-44F7-7022-90E8-6A2A3D7ED2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D68A26-0C8C-6E4E-8EFF-12626615EB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DEDA66-D7B3-277D-7EB3-E777660456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F7A2F8-63DC-C050-47BE-4DE8C2D43D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FCA3E7D-0206-A2C3-A3E3-27F0DDBD54A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691" y="1740871"/>
            <a:ext cx="4852300" cy="3370999"/>
          </a:xfrm>
          <a:prstGeom prst="rect">
            <a:avLst/>
          </a:prstGeom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E4B069AC-8688-8B5E-C4E5-E6E5509A8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157" y="1633335"/>
            <a:ext cx="5056497" cy="337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A813B1F8-46BD-4164-BFF6-5806899211C6}"/>
              </a:ext>
            </a:extLst>
          </p:cNvPr>
          <p:cNvSpPr txBox="1"/>
          <p:nvPr/>
        </p:nvSpPr>
        <p:spPr>
          <a:xfrm>
            <a:off x="535200" y="5333360"/>
            <a:ext cx="91919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/>
              <a:t>La salida F se activa solo si al menos una de las variables A o B está activa (1) y además C también está activa (1). En otras palabras, C actúa como condición de autorización o habilitación.</a:t>
            </a:r>
          </a:p>
        </p:txBody>
      </p:sp>
    </p:spTree>
    <p:extLst>
      <p:ext uri="{BB962C8B-B14F-4D97-AF65-F5344CB8AC3E}">
        <p14:creationId xmlns:p14="http://schemas.microsoft.com/office/powerpoint/2010/main" val="391589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DDF1-2DEC-DCEA-0CFA-98032699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972AAA-9663-2358-25B2-76E3C0F66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8137BF-C601-D0E2-0187-F5DD4752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9C1926-5397-8A4D-E25B-12F79EFE8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6A4199-FEC0-7FBD-0A06-EF768BF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BA67F9-4CC6-3D7B-5DAA-B91D568967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052BCE-11AE-94AF-0A47-768F2D9C6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47F04C-44F7-7022-90E8-6A2A3D7ED2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D68A26-0C8C-6E4E-8EFF-12626615EB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DEDA66-D7B3-277D-7EB3-E777660456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F7A2F8-63DC-C050-47BE-4DE8C2D43D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81A2F961-0807-CA07-CB81-4642BD74C3A2}"/>
              </a:ext>
            </a:extLst>
          </p:cNvPr>
          <p:cNvSpPr txBox="1"/>
          <p:nvPr/>
        </p:nvSpPr>
        <p:spPr>
          <a:xfrm>
            <a:off x="177718" y="1229652"/>
            <a:ext cx="1159518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Un sistema de control automatizado utiliza dos señales de entrada:</a:t>
            </a:r>
          </a:p>
          <a:p>
            <a:endParaRPr lang="es-ES"/>
          </a:p>
          <a:p>
            <a:r>
              <a:rPr lang="es-ES"/>
              <a:t>P: Activación de un sensor de movimiento.</a:t>
            </a:r>
          </a:p>
          <a:p>
            <a:r>
              <a:rPr lang="es-ES"/>
              <a:t>Q: Detección de luz ambiental.</a:t>
            </a:r>
          </a:p>
          <a:p>
            <a:endParaRPr lang="es-ES"/>
          </a:p>
          <a:p>
            <a:r>
              <a:rPr lang="es-ES"/>
              <a:t>El circuito mostrado utiliza compuertas lógicas para generar una salida (F) que determina si se debe encender una alarma.</a:t>
            </a:r>
          </a:p>
          <a:p>
            <a:endParaRPr lang="es-ES"/>
          </a:p>
          <a:p>
            <a:r>
              <a:rPr lang="es-ES"/>
              <a:t>A partir del siguiente diagrama lógico:</a:t>
            </a:r>
          </a:p>
          <a:p>
            <a:endParaRPr lang="es-ES"/>
          </a:p>
          <a:p>
            <a:r>
              <a:rPr lang="es-ES"/>
              <a:t>1. Escribe la función lógica que representa el comportamiento del circuito, usando Álgebra Booleana.</a:t>
            </a:r>
          </a:p>
          <a:p>
            <a:r>
              <a:rPr lang="es-ES"/>
              <a:t>2. Construye la tabla de verdad completa considerando todas las combinaciones posibles de entrada (P y Q).</a:t>
            </a:r>
            <a:endParaRPr lang="es-CO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BC3E993-7A06-1100-B3D0-A4938F81F723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8053"/>
          <a:stretch/>
        </p:blipFill>
        <p:spPr>
          <a:xfrm>
            <a:off x="1990263" y="4613875"/>
            <a:ext cx="7970091" cy="178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332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DDF1-2DEC-DCEA-0CFA-98032699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972AAA-9663-2358-25B2-76E3C0F66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8137BF-C601-D0E2-0187-F5DD4752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9C1926-5397-8A4D-E25B-12F79EFE8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6A4199-FEC0-7FBD-0A06-EF768BF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BA67F9-4CC6-3D7B-5DAA-B91D568967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052BCE-11AE-94AF-0A47-768F2D9C6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47F04C-44F7-7022-90E8-6A2A3D7ED2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D68A26-0C8C-6E4E-8EFF-12626615EB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DEDA66-D7B3-277D-7EB3-E777660456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F7A2F8-63DC-C050-47BE-4DE8C2D43D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1AC5640-E57F-3E71-A319-189D7DF27A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6156" y="35892"/>
            <a:ext cx="7681357" cy="680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DDF1-2DEC-DCEA-0CFA-98032699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972AAA-9663-2358-25B2-76E3C0F66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8137BF-C601-D0E2-0187-F5DD4752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9C1926-5397-8A4D-E25B-12F79EFE8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6A4199-FEC0-7FBD-0A06-EF768BF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BA67F9-4CC6-3D7B-5DAA-B91D568967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052BCE-11AE-94AF-0A47-768F2D9C6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47F04C-44F7-7022-90E8-6A2A3D7ED2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D68A26-0C8C-6E4E-8EFF-12626615EB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DEDA66-D7B3-277D-7EB3-E777660456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F7A2F8-63DC-C050-47BE-4DE8C2D43D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AD9754D-614F-2547-3381-1B905F72BEF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9706" y="82058"/>
            <a:ext cx="8244991" cy="676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58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DDF1-2DEC-DCEA-0CFA-98032699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972AAA-9663-2358-25B2-76E3C0F66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8137BF-C601-D0E2-0187-F5DD4752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9C1926-5397-8A4D-E25B-12F79EFE8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6A4199-FEC0-7FBD-0A06-EF768BF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BA67F9-4CC6-3D7B-5DAA-B91D568967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052BCE-11AE-94AF-0A47-768F2D9C6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47F04C-44F7-7022-90E8-6A2A3D7ED2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D68A26-0C8C-6E4E-8EFF-12626615EB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DEDA66-D7B3-277D-7EB3-E777660456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F7A2F8-63DC-C050-47BE-4DE8C2D43D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20E9330-1D58-4596-7EE8-5D816EC041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08640" y="12560"/>
            <a:ext cx="6862644" cy="297009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85FCCA6-DAF2-47D8-D345-5A5A7E9B1D83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54512"/>
          <a:stretch/>
        </p:blipFill>
        <p:spPr>
          <a:xfrm>
            <a:off x="2008640" y="2667000"/>
            <a:ext cx="6862644" cy="405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48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DDF1-2DEC-DCEA-0CFA-98032699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D972AAA-9663-2358-25B2-76E3C0F66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48137BF-C601-D0E2-0187-F5DD4752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9C1926-5397-8A4D-E25B-12F79EFE8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6A4199-FEC0-7FBD-0A06-EF768BF67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BA67F9-4CC6-3D7B-5DAA-B91D568967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052BCE-11AE-94AF-0A47-768F2D9C62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47F04C-44F7-7022-90E8-6A2A3D7ED2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D68A26-0C8C-6E4E-8EFF-12626615EB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DEDA66-D7B3-277D-7EB3-E777660456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F7A2F8-63DC-C050-47BE-4DE8C2D43D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5395729-4B39-1487-389A-A6095A89EB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40159" y="3541757"/>
            <a:ext cx="8277831" cy="221685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58262A6-841A-4644-E6D6-7192DDDFA26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40159" y="36045"/>
            <a:ext cx="822960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31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9F5C132E68874FBA0DC0A54E1CE725" ma:contentTypeVersion="18" ma:contentTypeDescription="Crear nuevo documento." ma:contentTypeScope="" ma:versionID="e2679dce9c770ce644d68ae78ced9a67">
  <xsd:schema xmlns:xsd="http://www.w3.org/2001/XMLSchema" xmlns:xs="http://www.w3.org/2001/XMLSchema" xmlns:p="http://schemas.microsoft.com/office/2006/metadata/properties" xmlns:ns2="898a1637-15bf-40de-bb83-d1701772c8de" xmlns:ns3="02f92887-2380-4577-a522-0d3d154534c9" targetNamespace="http://schemas.microsoft.com/office/2006/metadata/properties" ma:root="true" ma:fieldsID="ac16bf50419132631741af3fc9f6716f" ns2:_="" ns3:_="">
    <xsd:import namespace="898a1637-15bf-40de-bb83-d1701772c8de"/>
    <xsd:import namespace="02f92887-2380-4577-a522-0d3d154534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8a1637-15bf-40de-bb83-d1701772c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3275abd0-3801-4d23-a03f-3aac7ab7ca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f92887-2380-4577-a522-0d3d154534c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d4069e7-55c8-4405-8338-860c549c6caf}" ma:internalName="TaxCatchAll" ma:showField="CatchAllData" ma:web="02f92887-2380-4577-a522-0d3d154534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8a1637-15bf-40de-bb83-d1701772c8de">
      <Terms xmlns="http://schemas.microsoft.com/office/infopath/2007/PartnerControls"/>
    </lcf76f155ced4ddcb4097134ff3c332f>
    <TaxCatchAll xmlns="02f92887-2380-4577-a522-0d3d154534c9" xsi:nil="true"/>
  </documentManagement>
</p:properties>
</file>

<file path=customXml/itemProps1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C3A831-1960-4B95-88DB-D7294C7258C5}">
  <ds:schemaRefs>
    <ds:schemaRef ds:uri="02f92887-2380-4577-a522-0d3d154534c9"/>
    <ds:schemaRef ds:uri="898a1637-15bf-40de-bb83-d1701772c8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188521E-61ED-4F45-B1B4-1DD77D94DB22}">
  <ds:schemaRefs>
    <ds:schemaRef ds:uri="02f92887-2380-4577-a522-0d3d154534c9"/>
    <ds:schemaRef ds:uri="898a1637-15bf-40de-bb83-d1701772c8d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Microsoft Office PowerPoint</Application>
  <PresentationFormat>Panorámica</PresentationFormat>
  <Paragraphs>105</Paragraphs>
  <Slides>31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Montserrat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83</cp:revision>
  <dcterms:created xsi:type="dcterms:W3CDTF">2022-07-12T20:27:57Z</dcterms:created>
  <dcterms:modified xsi:type="dcterms:W3CDTF">2026-05-07T14:58:28Z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0x0101007D9F5C132E68874FBA0DC0A54E1CE725</vt:lpwstr>
  </property>
</Properties>
</file>