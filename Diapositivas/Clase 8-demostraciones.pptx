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60" r:id="rId5"/>
  </p:sldMasterIdLst>
  <p:notesMasterIdLst>
    <p:notesMasterId r:id="rId36"/>
  </p:notesMasterIdLst>
  <p:sldIdLst>
    <p:sldId id="259" r:id="rId6"/>
    <p:sldId id="256" r:id="rId7"/>
    <p:sldId id="257" r:id="rId8"/>
    <p:sldId id="258" r:id="rId9"/>
    <p:sldId id="260" r:id="rId10"/>
    <p:sldId id="436" r:id="rId11"/>
    <p:sldId id="261" r:id="rId12"/>
    <p:sldId id="262" r:id="rId13"/>
    <p:sldId id="263" r:id="rId14"/>
    <p:sldId id="264" r:id="rId15"/>
    <p:sldId id="437" r:id="rId16"/>
    <p:sldId id="438" r:id="rId17"/>
    <p:sldId id="439" r:id="rId18"/>
    <p:sldId id="440" r:id="rId19"/>
    <p:sldId id="441" r:id="rId20"/>
    <p:sldId id="442" r:id="rId21"/>
    <p:sldId id="443" r:id="rId22"/>
    <p:sldId id="444" r:id="rId23"/>
    <p:sldId id="265" r:id="rId24"/>
    <p:sldId id="445" r:id="rId25"/>
    <p:sldId id="454" r:id="rId26"/>
    <p:sldId id="446" r:id="rId27"/>
    <p:sldId id="453" r:id="rId28"/>
    <p:sldId id="447" r:id="rId29"/>
    <p:sldId id="448" r:id="rId30"/>
    <p:sldId id="449" r:id="rId31"/>
    <p:sldId id="450" r:id="rId32"/>
    <p:sldId id="455" r:id="rId33"/>
    <p:sldId id="451" r:id="rId34"/>
    <p:sldId id="358" r:id="rId3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4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9AF34-51DB-4FA5-566F-BF63922469F1}" v="2" dt="2025-09-10T02:14:22.7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5" autoAdjust="0"/>
    <p:restoredTop sz="94249" autoAdjust="0"/>
  </p:normalViewPr>
  <p:slideViewPr>
    <p:cSldViewPr snapToGrid="0">
      <p:cViewPr varScale="1">
        <p:scale>
          <a:sx n="104" d="100"/>
          <a:sy n="104" d="100"/>
        </p:scale>
        <p:origin x="79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MONTOYA VILLADA" userId="S::sebastianmontoya8118@correo.itm.edu.co::dffcc6c4-4ec2-40a3-ba2d-1adaa01cc26d" providerId="AD" clId="Web-{3CE8B649-AD30-2734-D257-360C0530A273}"/>
    <pc:docChg chg="addSld delSld modSld sldOrd">
      <pc:chgData name="SEBASTIAN MONTOYA VILLADA" userId="S::sebastianmontoya8118@correo.itm.edu.co::dffcc6c4-4ec2-40a3-ba2d-1adaa01cc26d" providerId="AD" clId="Web-{3CE8B649-AD30-2734-D257-360C0530A273}" dt="2025-02-19T15:07:14.819" v="401"/>
      <pc:docMkLst>
        <pc:docMk/>
      </pc:docMkLst>
      <pc:sldChg chg="modSp">
        <pc:chgData name="SEBASTIAN MONTOYA VILLADA" userId="S::sebastianmontoya8118@correo.itm.edu.co::dffcc6c4-4ec2-40a3-ba2d-1adaa01cc26d" providerId="AD" clId="Web-{3CE8B649-AD30-2734-D257-360C0530A273}" dt="2025-02-19T14:01:33.294" v="1" actId="20577"/>
        <pc:sldMkLst>
          <pc:docMk/>
          <pc:sldMk cId="1972982473" sldId="259"/>
        </pc:sldMkLst>
      </pc:sldChg>
      <pc:sldChg chg="delSp modSp">
        <pc:chgData name="SEBASTIAN MONTOYA VILLADA" userId="S::sebastianmontoya8118@correo.itm.edu.co::dffcc6c4-4ec2-40a3-ba2d-1adaa01cc26d" providerId="AD" clId="Web-{3CE8B649-AD30-2734-D257-360C0530A273}" dt="2025-02-19T14:03:21.671" v="32" actId="20577"/>
        <pc:sldMkLst>
          <pc:docMk/>
          <pc:sldMk cId="771191104" sldId="376"/>
        </pc:sldMkLst>
      </pc:sldChg>
      <pc:sldChg chg="modSp">
        <pc:chgData name="SEBASTIAN MONTOYA VILLADA" userId="S::sebastianmontoya8118@correo.itm.edu.co::dffcc6c4-4ec2-40a3-ba2d-1adaa01cc26d" providerId="AD" clId="Web-{3CE8B649-AD30-2734-D257-360C0530A273}" dt="2025-02-19T14:01:51.216" v="4" actId="20577"/>
        <pc:sldMkLst>
          <pc:docMk/>
          <pc:sldMk cId="2518797674" sldId="377"/>
        </pc:sldMkLst>
      </pc:sldChg>
      <pc:sldChg chg="delSp modSp">
        <pc:chgData name="SEBASTIAN MONTOYA VILLADA" userId="S::sebastianmontoya8118@correo.itm.edu.co::dffcc6c4-4ec2-40a3-ba2d-1adaa01cc26d" providerId="AD" clId="Web-{3CE8B649-AD30-2734-D257-360C0530A273}" dt="2025-02-19T14:08:30.662" v="70" actId="20577"/>
        <pc:sldMkLst>
          <pc:docMk/>
          <pc:sldMk cId="3948052957" sldId="391"/>
        </pc:sldMkLst>
      </pc:sldChg>
      <pc:sldChg chg="modSp add replId">
        <pc:chgData name="SEBASTIAN MONTOYA VILLADA" userId="S::sebastianmontoya8118@correo.itm.edu.co::dffcc6c4-4ec2-40a3-ba2d-1adaa01cc26d" providerId="AD" clId="Web-{3CE8B649-AD30-2734-D257-360C0530A273}" dt="2025-02-19T14:11:44.229" v="95" actId="20577"/>
        <pc:sldMkLst>
          <pc:docMk/>
          <pc:sldMk cId="2779665603" sldId="392"/>
        </pc:sldMkLst>
      </pc:sldChg>
      <pc:sldChg chg="add replId">
        <pc:chgData name="SEBASTIAN MONTOYA VILLADA" userId="S::sebastianmontoya8118@correo.itm.edu.co::dffcc6c4-4ec2-40a3-ba2d-1adaa01cc26d" providerId="AD" clId="Web-{3CE8B649-AD30-2734-D257-360C0530A273}" dt="2025-02-19T14:11:45.760" v="96"/>
        <pc:sldMkLst>
          <pc:docMk/>
          <pc:sldMk cId="2684145180" sldId="393"/>
        </pc:sldMkLst>
      </pc:sldChg>
      <pc:sldChg chg="modSp add replId">
        <pc:chgData name="SEBASTIAN MONTOYA VILLADA" userId="S::sebastianmontoya8118@correo.itm.edu.co::dffcc6c4-4ec2-40a3-ba2d-1adaa01cc26d" providerId="AD" clId="Web-{3CE8B649-AD30-2734-D257-360C0530A273}" dt="2025-02-19T14:15:19.359" v="133" actId="20577"/>
        <pc:sldMkLst>
          <pc:docMk/>
          <pc:sldMk cId="1372416297" sldId="394"/>
        </pc:sldMkLst>
      </pc:sldChg>
      <pc:sldChg chg="addSp modSp add replId">
        <pc:chgData name="SEBASTIAN MONTOYA VILLADA" userId="S::sebastianmontoya8118@correo.itm.edu.co::dffcc6c4-4ec2-40a3-ba2d-1adaa01cc26d" providerId="AD" clId="Web-{3CE8B649-AD30-2734-D257-360C0530A273}" dt="2025-02-19T14:31:35.037" v="256" actId="1076"/>
        <pc:sldMkLst>
          <pc:docMk/>
          <pc:sldMk cId="4159955468" sldId="395"/>
        </pc:sldMkLst>
      </pc:sldChg>
      <pc:sldChg chg="addSp delSp modSp add replId">
        <pc:chgData name="SEBASTIAN MONTOYA VILLADA" userId="S::sebastianmontoya8118@correo.itm.edu.co::dffcc6c4-4ec2-40a3-ba2d-1adaa01cc26d" providerId="AD" clId="Web-{3CE8B649-AD30-2734-D257-360C0530A273}" dt="2025-02-19T14:22:12.149" v="255" actId="20577"/>
        <pc:sldMkLst>
          <pc:docMk/>
          <pc:sldMk cId="1401765061" sldId="396"/>
        </pc:sldMkLst>
      </pc:sldChg>
      <pc:sldChg chg="addSp delSp modSp add replId">
        <pc:chgData name="SEBASTIAN MONTOYA VILLADA" userId="S::sebastianmontoya8118@correo.itm.edu.co::dffcc6c4-4ec2-40a3-ba2d-1adaa01cc26d" providerId="AD" clId="Web-{3CE8B649-AD30-2734-D257-360C0530A273}" dt="2025-02-19T14:33:19.696" v="290" actId="20577"/>
        <pc:sldMkLst>
          <pc:docMk/>
          <pc:sldMk cId="3007750762" sldId="397"/>
        </pc:sldMkLst>
      </pc:sldChg>
      <pc:sldChg chg="addSp delSp modSp add replId delAnim">
        <pc:chgData name="SEBASTIAN MONTOYA VILLADA" userId="S::sebastianmontoya8118@correo.itm.edu.co::dffcc6c4-4ec2-40a3-ba2d-1adaa01cc26d" providerId="AD" clId="Web-{3CE8B649-AD30-2734-D257-360C0530A273}" dt="2025-02-19T14:34:04.525" v="308" actId="1076"/>
        <pc:sldMkLst>
          <pc:docMk/>
          <pc:sldMk cId="282698230" sldId="398"/>
        </pc:sldMkLst>
      </pc:sldChg>
      <pc:sldChg chg="addSp delSp modSp add replId">
        <pc:chgData name="SEBASTIAN MONTOYA VILLADA" userId="S::sebastianmontoya8118@correo.itm.edu.co::dffcc6c4-4ec2-40a3-ba2d-1adaa01cc26d" providerId="AD" clId="Web-{3CE8B649-AD30-2734-D257-360C0530A273}" dt="2025-02-19T14:34:44.526" v="312" actId="1076"/>
        <pc:sldMkLst>
          <pc:docMk/>
          <pc:sldMk cId="3854643144" sldId="399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093" v="38"/>
        <pc:sldMkLst>
          <pc:docMk/>
          <pc:sldMk cId="2983642901" sldId="400"/>
        </pc:sldMkLst>
      </pc:sldChg>
      <pc:sldChg chg="addSp delSp modSp add replId delAnim">
        <pc:chgData name="SEBASTIAN MONTOYA VILLADA" userId="S::sebastianmontoya8118@correo.itm.edu.co::dffcc6c4-4ec2-40a3-ba2d-1adaa01cc26d" providerId="AD" clId="Web-{3CE8B649-AD30-2734-D257-360C0530A273}" dt="2025-02-19T14:58:04.549" v="319" actId="1076"/>
        <pc:sldMkLst>
          <pc:docMk/>
          <pc:sldMk cId="4048662281" sldId="400"/>
        </pc:sldMkLst>
      </pc:sldChg>
      <pc:sldChg chg="delSp modSp add ord replId">
        <pc:chgData name="SEBASTIAN MONTOYA VILLADA" userId="S::sebastianmontoya8118@correo.itm.edu.co::dffcc6c4-4ec2-40a3-ba2d-1adaa01cc26d" providerId="AD" clId="Web-{3CE8B649-AD30-2734-D257-360C0530A273}" dt="2025-02-19T15:00:00.522" v="331" actId="20577"/>
        <pc:sldMkLst>
          <pc:docMk/>
          <pc:sldMk cId="2452735410" sldId="401"/>
        </pc:sldMkLst>
      </pc:sldChg>
      <pc:sldChg chg="addSp delSp modSp add replId delAnim">
        <pc:chgData name="SEBASTIAN MONTOYA VILLADA" userId="S::sebastianmontoya8118@correo.itm.edu.co::dffcc6c4-4ec2-40a3-ba2d-1adaa01cc26d" providerId="AD" clId="Web-{3CE8B649-AD30-2734-D257-360C0530A273}" dt="2025-02-19T15:00:43.102" v="335"/>
        <pc:sldMkLst>
          <pc:docMk/>
          <pc:sldMk cId="4119457137" sldId="402"/>
        </pc:sldMkLst>
      </pc:sldChg>
      <pc:sldChg chg="addSp delSp modSp add replId">
        <pc:chgData name="SEBASTIAN MONTOYA VILLADA" userId="S::sebastianmontoya8118@correo.itm.edu.co::dffcc6c4-4ec2-40a3-ba2d-1adaa01cc26d" providerId="AD" clId="Web-{3CE8B649-AD30-2734-D257-360C0530A273}" dt="2025-02-19T15:01:36.885" v="343" actId="14100"/>
        <pc:sldMkLst>
          <pc:docMk/>
          <pc:sldMk cId="3113664391" sldId="403"/>
        </pc:sldMkLst>
      </pc:sldChg>
      <pc:sldChg chg="addSp delSp modSp add ord replId">
        <pc:chgData name="SEBASTIAN MONTOYA VILLADA" userId="S::sebastianmontoya8118@correo.itm.edu.co::dffcc6c4-4ec2-40a3-ba2d-1adaa01cc26d" providerId="AD" clId="Web-{3CE8B649-AD30-2734-D257-360C0530A273}" dt="2025-02-19T15:02:00.027" v="347"/>
        <pc:sldMkLst>
          <pc:docMk/>
          <pc:sldMk cId="4264727119" sldId="404"/>
        </pc:sldMkLst>
      </pc:sldChg>
      <pc:sldChg chg="add del replId">
        <pc:chgData name="SEBASTIAN MONTOYA VILLADA" userId="S::sebastianmontoya8118@correo.itm.edu.co::dffcc6c4-4ec2-40a3-ba2d-1adaa01cc26d" providerId="AD" clId="Web-{3CE8B649-AD30-2734-D257-360C0530A273}" dt="2025-02-19T15:03:10.701" v="349"/>
        <pc:sldMkLst>
          <pc:docMk/>
          <pc:sldMk cId="1707420140" sldId="405"/>
        </pc:sldMkLst>
      </pc:sldChg>
      <pc:sldChg chg="modSp add ord replId">
        <pc:chgData name="SEBASTIAN MONTOYA VILLADA" userId="S::sebastianmontoya8118@correo.itm.edu.co::dffcc6c4-4ec2-40a3-ba2d-1adaa01cc26d" providerId="AD" clId="Web-{3CE8B649-AD30-2734-D257-360C0530A273}" dt="2025-02-19T15:05:27.487" v="384" actId="20577"/>
        <pc:sldMkLst>
          <pc:docMk/>
          <pc:sldMk cId="2011643188" sldId="405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09" v="41"/>
        <pc:sldMkLst>
          <pc:docMk/>
          <pc:sldMk cId="3030745904" sldId="405"/>
        </pc:sldMkLst>
      </pc:sldChg>
      <pc:sldChg chg="addSp delSp modSp add replId delAnim">
        <pc:chgData name="SEBASTIAN MONTOYA VILLADA" userId="S::sebastianmontoya8118@correo.itm.edu.co::dffcc6c4-4ec2-40a3-ba2d-1adaa01cc26d" providerId="AD" clId="Web-{3CE8B649-AD30-2734-D257-360C0530A273}" dt="2025-02-19T15:05:53.285" v="394" actId="1076"/>
        <pc:sldMkLst>
          <pc:docMk/>
          <pc:sldMk cId="129453002" sldId="406"/>
        </pc:sldMkLst>
      </pc:sldChg>
      <pc:sldChg chg="add del replId">
        <pc:chgData name="SEBASTIAN MONTOYA VILLADA" userId="S::sebastianmontoya8118@correo.itm.edu.co::dffcc6c4-4ec2-40a3-ba2d-1adaa01cc26d" providerId="AD" clId="Web-{3CE8B649-AD30-2734-D257-360C0530A273}" dt="2025-02-19T15:04:04.219" v="352"/>
        <pc:sldMkLst>
          <pc:docMk/>
          <pc:sldMk cId="3836455362" sldId="406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093" v="36"/>
        <pc:sldMkLst>
          <pc:docMk/>
          <pc:sldMk cId="264314326" sldId="407"/>
        </pc:sldMkLst>
      </pc:sldChg>
      <pc:sldChg chg="addSp delSp modSp add replId">
        <pc:chgData name="SEBASTIAN MONTOYA VILLADA" userId="S::sebastianmontoya8118@correo.itm.edu.co::dffcc6c4-4ec2-40a3-ba2d-1adaa01cc26d" providerId="AD" clId="Web-{3CE8B649-AD30-2734-D257-360C0530A273}" dt="2025-02-19T15:06:31.709" v="398"/>
        <pc:sldMkLst>
          <pc:docMk/>
          <pc:sldMk cId="2118000355" sldId="407"/>
        </pc:sldMkLst>
      </pc:sldChg>
      <pc:sldChg chg="addSp delSp modSp add replId">
        <pc:chgData name="SEBASTIAN MONTOYA VILLADA" userId="S::sebastianmontoya8118@correo.itm.edu.co::dffcc6c4-4ec2-40a3-ba2d-1adaa01cc26d" providerId="AD" clId="Web-{3CE8B649-AD30-2734-D257-360C0530A273}" dt="2025-02-19T15:07:14.819" v="401"/>
        <pc:sldMkLst>
          <pc:docMk/>
          <pc:sldMk cId="2496008213" sldId="408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093" v="35"/>
        <pc:sldMkLst>
          <pc:docMk/>
          <pc:sldMk cId="883493532" sldId="415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56" v="53"/>
        <pc:sldMkLst>
          <pc:docMk/>
          <pc:sldMk cId="1582947114" sldId="417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56" v="55"/>
        <pc:sldMkLst>
          <pc:docMk/>
          <pc:sldMk cId="4162135195" sldId="418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56" v="54"/>
        <pc:sldMkLst>
          <pc:docMk/>
          <pc:sldMk cId="2277183801" sldId="419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40" v="52"/>
        <pc:sldMkLst>
          <pc:docMk/>
          <pc:sldMk cId="3172300573" sldId="420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40" v="49"/>
        <pc:sldMkLst>
          <pc:docMk/>
          <pc:sldMk cId="1052279356" sldId="421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40" v="51"/>
        <pc:sldMkLst>
          <pc:docMk/>
          <pc:sldMk cId="558072135" sldId="422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40" v="50"/>
        <pc:sldMkLst>
          <pc:docMk/>
          <pc:sldMk cId="612992250" sldId="423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40" v="48"/>
        <pc:sldMkLst>
          <pc:docMk/>
          <pc:sldMk cId="2471884271" sldId="424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24" v="47"/>
        <pc:sldMkLst>
          <pc:docMk/>
          <pc:sldMk cId="2883539494" sldId="425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24" v="46"/>
        <pc:sldMkLst>
          <pc:docMk/>
          <pc:sldMk cId="1889712123" sldId="426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24" v="45"/>
        <pc:sldMkLst>
          <pc:docMk/>
          <pc:sldMk cId="1845372240" sldId="427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24" v="44"/>
        <pc:sldMkLst>
          <pc:docMk/>
          <pc:sldMk cId="1649356625" sldId="429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09" v="39"/>
        <pc:sldMkLst>
          <pc:docMk/>
          <pc:sldMk cId="753574481" sldId="430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09" v="42"/>
        <pc:sldMkLst>
          <pc:docMk/>
          <pc:sldMk cId="3058751669" sldId="431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09" v="40"/>
        <pc:sldMkLst>
          <pc:docMk/>
          <pc:sldMk cId="4218912115" sldId="432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124" v="43"/>
        <pc:sldMkLst>
          <pc:docMk/>
          <pc:sldMk cId="4220384787" sldId="433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093" v="37"/>
        <pc:sldMkLst>
          <pc:docMk/>
          <pc:sldMk cId="402471539" sldId="435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093" v="34"/>
        <pc:sldMkLst>
          <pc:docMk/>
          <pc:sldMk cId="1486134515" sldId="436"/>
        </pc:sldMkLst>
      </pc:sldChg>
      <pc:sldChg chg="del">
        <pc:chgData name="SEBASTIAN MONTOYA VILLADA" userId="S::sebastianmontoya8118@correo.itm.edu.co::dffcc6c4-4ec2-40a3-ba2d-1adaa01cc26d" providerId="AD" clId="Web-{3CE8B649-AD30-2734-D257-360C0530A273}" dt="2025-02-19T14:03:34.077" v="33"/>
        <pc:sldMkLst>
          <pc:docMk/>
          <pc:sldMk cId="69470726" sldId="437"/>
        </pc:sldMkLst>
      </pc:sldChg>
    </pc:docChg>
  </pc:docChgLst>
  <pc:docChgLst>
    <pc:chgData name="SEBASTIAN MONTOYA VILLADA" userId="S::sebastianmontoya8118@correo.itm.edu.co::dffcc6c4-4ec2-40a3-ba2d-1adaa01cc26d" providerId="AD" clId="Web-{A0E0B7A2-9A94-995E-2BBB-8BE9FF7DF5FE}"/>
    <pc:docChg chg="delSld modSld">
      <pc:chgData name="SEBASTIAN MONTOYA VILLADA" userId="S::sebastianmontoya8118@correo.itm.edu.co::dffcc6c4-4ec2-40a3-ba2d-1adaa01cc26d" providerId="AD" clId="Web-{A0E0B7A2-9A94-995E-2BBB-8BE9FF7DF5FE}" dt="2025-03-06T14:43:07.862" v="13"/>
      <pc:docMkLst>
        <pc:docMk/>
      </pc:docMkLst>
      <pc:sldChg chg="modSp">
        <pc:chgData name="SEBASTIAN MONTOYA VILLADA" userId="S::sebastianmontoya8118@correo.itm.edu.co::dffcc6c4-4ec2-40a3-ba2d-1adaa01cc26d" providerId="AD" clId="Web-{A0E0B7A2-9A94-995E-2BBB-8BE9FF7DF5FE}" dt="2025-03-06T14:20:07.689" v="0" actId="1076"/>
        <pc:sldMkLst>
          <pc:docMk/>
          <pc:sldMk cId="2779665603" sldId="392"/>
        </pc:sldMkLst>
      </pc:sldChg>
      <pc:sldChg chg="addSp delSp modSp">
        <pc:chgData name="SEBASTIAN MONTOYA VILLADA" userId="S::sebastianmontoya8118@correo.itm.edu.co::dffcc6c4-4ec2-40a3-ba2d-1adaa01cc26d" providerId="AD" clId="Web-{A0E0B7A2-9A94-995E-2BBB-8BE9FF7DF5FE}" dt="2025-03-06T14:41:23.390" v="9" actId="1076"/>
        <pc:sldMkLst>
          <pc:docMk/>
          <pc:sldMk cId="343385265" sldId="419"/>
        </pc:sldMkLst>
      </pc:sldChg>
      <pc:sldChg chg="delSp del">
        <pc:chgData name="SEBASTIAN MONTOYA VILLADA" userId="S::sebastianmontoya8118@correo.itm.edu.co::dffcc6c4-4ec2-40a3-ba2d-1adaa01cc26d" providerId="AD" clId="Web-{A0E0B7A2-9A94-995E-2BBB-8BE9FF7DF5FE}" dt="2025-03-06T14:43:02.597" v="12"/>
        <pc:sldMkLst>
          <pc:docMk/>
          <pc:sldMk cId="2125716445" sldId="420"/>
        </pc:sldMkLst>
      </pc:sldChg>
      <pc:sldChg chg="del">
        <pc:chgData name="SEBASTIAN MONTOYA VILLADA" userId="S::sebastianmontoya8118@correo.itm.edu.co::dffcc6c4-4ec2-40a3-ba2d-1adaa01cc26d" providerId="AD" clId="Web-{A0E0B7A2-9A94-995E-2BBB-8BE9FF7DF5FE}" dt="2025-03-06T14:43:07.862" v="13"/>
        <pc:sldMkLst>
          <pc:docMk/>
          <pc:sldMk cId="1886220171" sldId="422"/>
        </pc:sldMkLst>
      </pc:sldChg>
    </pc:docChg>
  </pc:docChgLst>
  <pc:docChgLst>
    <pc:chgData name="SEBASTIAN MONTOYA VILLADA" userId="S::sebastianmontoya8118@correo.itm.edu.co::dffcc6c4-4ec2-40a3-ba2d-1adaa01cc26d" providerId="AD" clId="Web-{6D3D69EF-5012-C119-0825-C17144B664E7}"/>
    <pc:docChg chg="addSld delSld modSld">
      <pc:chgData name="SEBASTIAN MONTOYA VILLADA" userId="S::sebastianmontoya8118@correo.itm.edu.co::dffcc6c4-4ec2-40a3-ba2d-1adaa01cc26d" providerId="AD" clId="Web-{6D3D69EF-5012-C119-0825-C17144B664E7}" dt="2025-03-05T16:33:38.074" v="161" actId="1076"/>
      <pc:docMkLst>
        <pc:docMk/>
      </pc:docMkLst>
      <pc:sldChg chg="modSp">
        <pc:chgData name="SEBASTIAN MONTOYA VILLADA" userId="S::sebastianmontoya8118@correo.itm.edu.co::dffcc6c4-4ec2-40a3-ba2d-1adaa01cc26d" providerId="AD" clId="Web-{6D3D69EF-5012-C119-0825-C17144B664E7}" dt="2025-03-05T14:09:48.508" v="12" actId="20577"/>
        <pc:sldMkLst>
          <pc:docMk/>
          <pc:sldMk cId="771191104" sldId="376"/>
        </pc:sldMkLst>
      </pc:sldChg>
      <pc:sldChg chg="modSp">
        <pc:chgData name="SEBASTIAN MONTOYA VILLADA" userId="S::sebastianmontoya8118@correo.itm.edu.co::dffcc6c4-4ec2-40a3-ba2d-1adaa01cc26d" providerId="AD" clId="Web-{6D3D69EF-5012-C119-0825-C17144B664E7}" dt="2025-03-05T14:09:24.007" v="7"/>
        <pc:sldMkLst>
          <pc:docMk/>
          <pc:sldMk cId="2518797674" sldId="377"/>
        </pc:sldMkLst>
      </pc:sldChg>
      <pc:sldChg chg="modSp">
        <pc:chgData name="SEBASTIAN MONTOYA VILLADA" userId="S::sebastianmontoya8118@correo.itm.edu.co::dffcc6c4-4ec2-40a3-ba2d-1adaa01cc26d" providerId="AD" clId="Web-{6D3D69EF-5012-C119-0825-C17144B664E7}" dt="2025-03-05T14:15:15.271" v="54" actId="20577"/>
        <pc:sldMkLst>
          <pc:docMk/>
          <pc:sldMk cId="2779665603" sldId="392"/>
        </pc:sldMkLst>
      </pc:sldChg>
      <pc:sldChg chg="modSp">
        <pc:chgData name="SEBASTIAN MONTOYA VILLADA" userId="S::sebastianmontoya8118@correo.itm.edu.co::dffcc6c4-4ec2-40a3-ba2d-1adaa01cc26d" providerId="AD" clId="Web-{6D3D69EF-5012-C119-0825-C17144B664E7}" dt="2025-03-05T14:23:18.806" v="71" actId="20577"/>
        <pc:sldMkLst>
          <pc:docMk/>
          <pc:sldMk cId="4159955468" sldId="395"/>
        </pc:sldMkLst>
      </pc:sldChg>
      <pc:sldChg chg="modSp">
        <pc:chgData name="SEBASTIAN MONTOYA VILLADA" userId="S::sebastianmontoya8118@correo.itm.edu.co::dffcc6c4-4ec2-40a3-ba2d-1adaa01cc26d" providerId="AD" clId="Web-{6D3D69EF-5012-C119-0825-C17144B664E7}" dt="2025-03-05T14:55:26.916" v="94" actId="20577"/>
        <pc:sldMkLst>
          <pc:docMk/>
          <pc:sldMk cId="2011643188" sldId="405"/>
        </pc:sldMkLst>
      </pc:sldChg>
      <pc:sldChg chg="modSp">
        <pc:chgData name="SEBASTIAN MONTOYA VILLADA" userId="S::sebastianmontoya8118@correo.itm.edu.co::dffcc6c4-4ec2-40a3-ba2d-1adaa01cc26d" providerId="AD" clId="Web-{6D3D69EF-5012-C119-0825-C17144B664E7}" dt="2025-03-05T14:23:49.604" v="89"/>
        <pc:sldMkLst>
          <pc:docMk/>
          <pc:sldMk cId="2848485575" sldId="409"/>
        </pc:sldMkLst>
      </pc:sldChg>
      <pc:sldChg chg="modSp">
        <pc:chgData name="SEBASTIAN MONTOYA VILLADA" userId="S::sebastianmontoya8118@correo.itm.edu.co::dffcc6c4-4ec2-40a3-ba2d-1adaa01cc26d" providerId="AD" clId="Web-{6D3D69EF-5012-C119-0825-C17144B664E7}" dt="2025-03-05T16:33:38.074" v="161" actId="1076"/>
        <pc:sldMkLst>
          <pc:docMk/>
          <pc:sldMk cId="2009429092" sldId="411"/>
        </pc:sldMkLst>
      </pc:sldChg>
      <pc:sldChg chg="addSp delSp modSp">
        <pc:chgData name="SEBASTIAN MONTOYA VILLADA" userId="S::sebastianmontoya8118@correo.itm.edu.co::dffcc6c4-4ec2-40a3-ba2d-1adaa01cc26d" providerId="AD" clId="Web-{6D3D69EF-5012-C119-0825-C17144B664E7}" dt="2025-03-05T15:11:52.973" v="120" actId="1076"/>
        <pc:sldMkLst>
          <pc:docMk/>
          <pc:sldMk cId="3687206568" sldId="416"/>
        </pc:sldMkLst>
      </pc:sldChg>
      <pc:sldChg chg="modSp">
        <pc:chgData name="SEBASTIAN MONTOYA VILLADA" userId="S::sebastianmontoya8118@correo.itm.edu.co::dffcc6c4-4ec2-40a3-ba2d-1adaa01cc26d" providerId="AD" clId="Web-{6D3D69EF-5012-C119-0825-C17144B664E7}" dt="2025-03-05T16:01:38.670" v="151" actId="1076"/>
        <pc:sldMkLst>
          <pc:docMk/>
          <pc:sldMk cId="3135112175" sldId="417"/>
        </pc:sldMkLst>
      </pc:sldChg>
      <pc:sldChg chg="addSp modSp">
        <pc:chgData name="SEBASTIAN MONTOYA VILLADA" userId="S::sebastianmontoya8118@correo.itm.edu.co::dffcc6c4-4ec2-40a3-ba2d-1adaa01cc26d" providerId="AD" clId="Web-{6D3D69EF-5012-C119-0825-C17144B664E7}" dt="2025-03-05T16:32:16.916" v="159" actId="1076"/>
        <pc:sldMkLst>
          <pc:docMk/>
          <pc:sldMk cId="343385265" sldId="419"/>
        </pc:sldMkLst>
      </pc:sldChg>
      <pc:sldChg chg="modSp">
        <pc:chgData name="SEBASTIAN MONTOYA VILLADA" userId="S::sebastianmontoya8118@correo.itm.edu.co::dffcc6c4-4ec2-40a3-ba2d-1adaa01cc26d" providerId="AD" clId="Web-{6D3D69EF-5012-C119-0825-C17144B664E7}" dt="2025-03-05T15:15:06.871" v="127" actId="14100"/>
        <pc:sldMkLst>
          <pc:docMk/>
          <pc:sldMk cId="2125716445" sldId="420"/>
        </pc:sldMkLst>
      </pc:sldChg>
      <pc:sldChg chg="del">
        <pc:chgData name="SEBASTIAN MONTOYA VILLADA" userId="S::sebastianmontoya8118@correo.itm.edu.co::dffcc6c4-4ec2-40a3-ba2d-1adaa01cc26d" providerId="AD" clId="Web-{6D3D69EF-5012-C119-0825-C17144B664E7}" dt="2025-03-05T15:15:25.935" v="128"/>
        <pc:sldMkLst>
          <pc:docMk/>
          <pc:sldMk cId="3545595158" sldId="421"/>
        </pc:sldMkLst>
      </pc:sldChg>
      <pc:sldChg chg="delSp modSp">
        <pc:chgData name="SEBASTIAN MONTOYA VILLADA" userId="S::sebastianmontoya8118@correo.itm.edu.co::dffcc6c4-4ec2-40a3-ba2d-1adaa01cc26d" providerId="AD" clId="Web-{6D3D69EF-5012-C119-0825-C17144B664E7}" dt="2025-03-05T15:16:08.452" v="143" actId="14100"/>
        <pc:sldMkLst>
          <pc:docMk/>
          <pc:sldMk cId="1886220171" sldId="422"/>
        </pc:sldMkLst>
      </pc:sldChg>
      <pc:sldChg chg="addSp delSp modSp add replId delAnim">
        <pc:chgData name="SEBASTIAN MONTOYA VILLADA" userId="S::sebastianmontoya8118@correo.itm.edu.co::dffcc6c4-4ec2-40a3-ba2d-1adaa01cc26d" providerId="AD" clId="Web-{6D3D69EF-5012-C119-0825-C17144B664E7}" dt="2025-03-05T15:06:41.507" v="105" actId="1076"/>
        <pc:sldMkLst>
          <pc:docMk/>
          <pc:sldMk cId="1361808067" sldId="423"/>
        </pc:sldMkLst>
      </pc:sldChg>
    </pc:docChg>
  </pc:docChgLst>
  <pc:docChgLst>
    <pc:chgData name="Sebastian Montoya Villada" userId="S::sebastianmontoya@itm.edu.co::cc1249ff-5059-433a-9743-876e0c6e746b" providerId="AD" clId="Web-{46D9AF34-51DB-4FA5-566F-BF63922469F1}"/>
    <pc:docChg chg="modSld">
      <pc:chgData name="Sebastian Montoya Villada" userId="S::sebastianmontoya@itm.edu.co::cc1249ff-5059-433a-9743-876e0c6e746b" providerId="AD" clId="Web-{46D9AF34-51DB-4FA5-566F-BF63922469F1}" dt="2025-09-10T02:14:18.299" v="0" actId="20577"/>
      <pc:docMkLst>
        <pc:docMk/>
      </pc:docMkLst>
      <pc:sldChg chg="modSp">
        <pc:chgData name="Sebastian Montoya Villada" userId="S::sebastianmontoya@itm.edu.co::cc1249ff-5059-433a-9743-876e0c6e746b" providerId="AD" clId="Web-{46D9AF34-51DB-4FA5-566F-BF63922469F1}" dt="2025-09-10T02:14:18.299" v="0" actId="20577"/>
        <pc:sldMkLst>
          <pc:docMk/>
          <pc:sldMk cId="1972982473" sldId="259"/>
        </pc:sldMkLst>
        <pc:spChg chg="mod">
          <ac:chgData name="Sebastian Montoya Villada" userId="S::sebastianmontoya@itm.edu.co::cc1249ff-5059-433a-9743-876e0c6e746b" providerId="AD" clId="Web-{46D9AF34-51DB-4FA5-566F-BF63922469F1}" dt="2025-09-10T02:14:18.299" v="0" actId="20577"/>
          <ac:spMkLst>
            <pc:docMk/>
            <pc:sldMk cId="1972982473" sldId="259"/>
            <ac:spMk id="7" creationId="{2B45B46A-91AE-80AB-4C52-6F9A4C7FEC60}"/>
          </ac:spMkLst>
        </pc:spChg>
      </pc:sldChg>
    </pc:docChg>
  </pc:docChgLst>
  <pc:docChgLst>
    <pc:chgData name="SEBASTIAN MONTOYA VILLADA" userId="dffcc6c4-4ec2-40a3-ba2d-1adaa01cc26d" providerId="ADAL" clId="{F09527A7-D27E-404A-BC6E-E58270939841}"/>
    <pc:docChg chg="undo redo custSel addSld delSld modSld sldOrd">
      <pc:chgData name="SEBASTIAN MONTOYA VILLADA" userId="dffcc6c4-4ec2-40a3-ba2d-1adaa01cc26d" providerId="ADAL" clId="{F09527A7-D27E-404A-BC6E-E58270939841}" dt="2025-02-16T20:12:59.267" v="701" actId="22"/>
      <pc:docMkLst>
        <pc:docMk/>
      </pc:docMkLst>
      <pc:sldChg chg="addSp modSp mod modAnim">
        <pc:chgData name="SEBASTIAN MONTOYA VILLADA" userId="dffcc6c4-4ec2-40a3-ba2d-1adaa01cc26d" providerId="ADAL" clId="{F09527A7-D27E-404A-BC6E-E58270939841}" dt="2025-02-16T19:12:43.973" v="31" actId="113"/>
        <pc:sldMkLst>
          <pc:docMk/>
          <pc:sldMk cId="771191104" sldId="376"/>
        </pc:sldMkLst>
      </pc:sldChg>
      <pc:sldChg chg="del">
        <pc:chgData name="SEBASTIAN MONTOYA VILLADA" userId="dffcc6c4-4ec2-40a3-ba2d-1adaa01cc26d" providerId="ADAL" clId="{F09527A7-D27E-404A-BC6E-E58270939841}" dt="2025-02-16T19:47:21.924" v="331" actId="47"/>
        <pc:sldMkLst>
          <pc:docMk/>
          <pc:sldMk cId="1316426740" sldId="380"/>
        </pc:sldMkLst>
      </pc:sldChg>
      <pc:sldChg chg="del">
        <pc:chgData name="SEBASTIAN MONTOYA VILLADA" userId="dffcc6c4-4ec2-40a3-ba2d-1adaa01cc26d" providerId="ADAL" clId="{F09527A7-D27E-404A-BC6E-E58270939841}" dt="2025-02-16T19:47:36.928" v="336" actId="47"/>
        <pc:sldMkLst>
          <pc:docMk/>
          <pc:sldMk cId="30056615" sldId="382"/>
        </pc:sldMkLst>
      </pc:sldChg>
      <pc:sldChg chg="del">
        <pc:chgData name="SEBASTIAN MONTOYA VILLADA" userId="dffcc6c4-4ec2-40a3-ba2d-1adaa01cc26d" providerId="ADAL" clId="{F09527A7-D27E-404A-BC6E-E58270939841}" dt="2025-02-16T20:09:42.046" v="656" actId="47"/>
        <pc:sldMkLst>
          <pc:docMk/>
          <pc:sldMk cId="1682749734" sldId="390"/>
        </pc:sldMkLst>
      </pc:sldChg>
      <pc:sldChg chg="addSp modSp mod modAnim">
        <pc:chgData name="SEBASTIAN MONTOYA VILLADA" userId="dffcc6c4-4ec2-40a3-ba2d-1adaa01cc26d" providerId="ADAL" clId="{F09527A7-D27E-404A-BC6E-E58270939841}" dt="2025-02-16T19:13:57.957" v="73" actId="20577"/>
        <pc:sldMkLst>
          <pc:docMk/>
          <pc:sldMk cId="3948052957" sldId="391"/>
        </pc:sldMkLst>
      </pc:sldChg>
      <pc:sldChg chg="del">
        <pc:chgData name="SEBASTIAN MONTOYA VILLADA" userId="dffcc6c4-4ec2-40a3-ba2d-1adaa01cc26d" providerId="ADAL" clId="{F09527A7-D27E-404A-BC6E-E58270939841}" dt="2025-02-16T19:47:24.251" v="332" actId="47"/>
        <pc:sldMkLst>
          <pc:docMk/>
          <pc:sldMk cId="2414021238" sldId="395"/>
        </pc:sldMkLst>
      </pc:sldChg>
      <pc:sldChg chg="modSp modAnim">
        <pc:chgData name="SEBASTIAN MONTOYA VILLADA" userId="dffcc6c4-4ec2-40a3-ba2d-1adaa01cc26d" providerId="ADAL" clId="{F09527A7-D27E-404A-BC6E-E58270939841}" dt="2025-02-16T20:05:56.634" v="600" actId="20577"/>
        <pc:sldMkLst>
          <pc:docMk/>
          <pc:sldMk cId="2983642901" sldId="400"/>
        </pc:sldMkLst>
      </pc:sldChg>
      <pc:sldChg chg="del">
        <pc:chgData name="SEBASTIAN MONTOYA VILLADA" userId="dffcc6c4-4ec2-40a3-ba2d-1adaa01cc26d" providerId="ADAL" clId="{F09527A7-D27E-404A-BC6E-E58270939841}" dt="2025-02-16T19:47:27.033" v="333" actId="47"/>
        <pc:sldMkLst>
          <pc:docMk/>
          <pc:sldMk cId="1050413160" sldId="401"/>
        </pc:sldMkLst>
      </pc:sldChg>
      <pc:sldChg chg="del">
        <pc:chgData name="SEBASTIAN MONTOYA VILLADA" userId="dffcc6c4-4ec2-40a3-ba2d-1adaa01cc26d" providerId="ADAL" clId="{F09527A7-D27E-404A-BC6E-E58270939841}" dt="2025-02-16T19:47:27.920" v="334" actId="47"/>
        <pc:sldMkLst>
          <pc:docMk/>
          <pc:sldMk cId="554192678" sldId="402"/>
        </pc:sldMkLst>
      </pc:sldChg>
      <pc:sldChg chg="del">
        <pc:chgData name="SEBASTIAN MONTOYA VILLADA" userId="dffcc6c4-4ec2-40a3-ba2d-1adaa01cc26d" providerId="ADAL" clId="{F09527A7-D27E-404A-BC6E-E58270939841}" dt="2025-02-16T19:47:30.340" v="335" actId="47"/>
        <pc:sldMkLst>
          <pc:docMk/>
          <pc:sldMk cId="3909010307" sldId="403"/>
        </pc:sldMkLst>
      </pc:sldChg>
      <pc:sldChg chg="del ord">
        <pc:chgData name="SEBASTIAN MONTOYA VILLADA" userId="dffcc6c4-4ec2-40a3-ba2d-1adaa01cc26d" providerId="ADAL" clId="{F09527A7-D27E-404A-BC6E-E58270939841}" dt="2025-02-16T20:09:13.668" v="647" actId="47"/>
        <pc:sldMkLst>
          <pc:docMk/>
          <pc:sldMk cId="3717018916" sldId="404"/>
        </pc:sldMkLst>
      </pc:sldChg>
      <pc:sldChg chg="modSp mod">
        <pc:chgData name="SEBASTIAN MONTOYA VILLADA" userId="dffcc6c4-4ec2-40a3-ba2d-1adaa01cc26d" providerId="ADAL" clId="{F09527A7-D27E-404A-BC6E-E58270939841}" dt="2025-02-16T20:02:32.864" v="521" actId="20577"/>
        <pc:sldMkLst>
          <pc:docMk/>
          <pc:sldMk cId="3030745904" sldId="405"/>
        </pc:sldMkLst>
      </pc:sldChg>
      <pc:sldChg chg="del">
        <pc:chgData name="SEBASTIAN MONTOYA VILLADA" userId="dffcc6c4-4ec2-40a3-ba2d-1adaa01cc26d" providerId="ADAL" clId="{F09527A7-D27E-404A-BC6E-E58270939841}" dt="2025-02-16T20:07:43.996" v="627" actId="47"/>
        <pc:sldMkLst>
          <pc:docMk/>
          <pc:sldMk cId="3373459878" sldId="406"/>
        </pc:sldMkLst>
      </pc:sldChg>
      <pc:sldChg chg="modSp modAnim">
        <pc:chgData name="SEBASTIAN MONTOYA VILLADA" userId="dffcc6c4-4ec2-40a3-ba2d-1adaa01cc26d" providerId="ADAL" clId="{F09527A7-D27E-404A-BC6E-E58270939841}" dt="2025-02-16T20:09:00.610" v="646" actId="20577"/>
        <pc:sldMkLst>
          <pc:docMk/>
          <pc:sldMk cId="264314326" sldId="407"/>
        </pc:sldMkLst>
      </pc:sldChg>
      <pc:sldChg chg="del">
        <pc:chgData name="SEBASTIAN MONTOYA VILLADA" userId="dffcc6c4-4ec2-40a3-ba2d-1adaa01cc26d" providerId="ADAL" clId="{F09527A7-D27E-404A-BC6E-E58270939841}" dt="2025-02-16T20:09:16.941" v="648" actId="47"/>
        <pc:sldMkLst>
          <pc:docMk/>
          <pc:sldMk cId="4022216482" sldId="408"/>
        </pc:sldMkLst>
      </pc:sldChg>
      <pc:sldChg chg="del">
        <pc:chgData name="SEBASTIAN MONTOYA VILLADA" userId="dffcc6c4-4ec2-40a3-ba2d-1adaa01cc26d" providerId="ADAL" clId="{F09527A7-D27E-404A-BC6E-E58270939841}" dt="2025-02-16T20:09:18.190" v="649" actId="47"/>
        <pc:sldMkLst>
          <pc:docMk/>
          <pc:sldMk cId="1918284679" sldId="409"/>
        </pc:sldMkLst>
      </pc:sldChg>
      <pc:sldChg chg="del">
        <pc:chgData name="SEBASTIAN MONTOYA VILLADA" userId="dffcc6c4-4ec2-40a3-ba2d-1adaa01cc26d" providerId="ADAL" clId="{F09527A7-D27E-404A-BC6E-E58270939841}" dt="2025-02-16T20:09:19.238" v="650" actId="47"/>
        <pc:sldMkLst>
          <pc:docMk/>
          <pc:sldMk cId="3700439104" sldId="411"/>
        </pc:sldMkLst>
      </pc:sldChg>
      <pc:sldChg chg="del">
        <pc:chgData name="SEBASTIAN MONTOYA VILLADA" userId="dffcc6c4-4ec2-40a3-ba2d-1adaa01cc26d" providerId="ADAL" clId="{F09527A7-D27E-404A-BC6E-E58270939841}" dt="2025-02-16T20:09:19.750" v="651" actId="47"/>
        <pc:sldMkLst>
          <pc:docMk/>
          <pc:sldMk cId="3936341471" sldId="412"/>
        </pc:sldMkLst>
      </pc:sldChg>
      <pc:sldChg chg="del">
        <pc:chgData name="SEBASTIAN MONTOYA VILLADA" userId="dffcc6c4-4ec2-40a3-ba2d-1adaa01cc26d" providerId="ADAL" clId="{F09527A7-D27E-404A-BC6E-E58270939841}" dt="2025-02-16T20:09:20.292" v="652" actId="47"/>
        <pc:sldMkLst>
          <pc:docMk/>
          <pc:sldMk cId="2826602838" sldId="413"/>
        </pc:sldMkLst>
      </pc:sldChg>
      <pc:sldChg chg="del">
        <pc:chgData name="SEBASTIAN MONTOYA VILLADA" userId="dffcc6c4-4ec2-40a3-ba2d-1adaa01cc26d" providerId="ADAL" clId="{F09527A7-D27E-404A-BC6E-E58270939841}" dt="2025-02-16T20:09:20.752" v="653" actId="47"/>
        <pc:sldMkLst>
          <pc:docMk/>
          <pc:sldMk cId="3875755718" sldId="414"/>
        </pc:sldMkLst>
      </pc:sldChg>
      <pc:sldChg chg="addSp delSp modSp mod ord delAnim">
        <pc:chgData name="SEBASTIAN MONTOYA VILLADA" userId="dffcc6c4-4ec2-40a3-ba2d-1adaa01cc26d" providerId="ADAL" clId="{F09527A7-D27E-404A-BC6E-E58270939841}" dt="2025-02-16T20:12:18.440" v="692" actId="1076"/>
        <pc:sldMkLst>
          <pc:docMk/>
          <pc:sldMk cId="883493532" sldId="415"/>
        </pc:sldMkLst>
      </pc:sldChg>
      <pc:sldChg chg="del">
        <pc:chgData name="SEBASTIAN MONTOYA VILLADA" userId="dffcc6c4-4ec2-40a3-ba2d-1adaa01cc26d" providerId="ADAL" clId="{F09527A7-D27E-404A-BC6E-E58270939841}" dt="2025-02-16T20:09:45.011" v="657" actId="47"/>
        <pc:sldMkLst>
          <pc:docMk/>
          <pc:sldMk cId="2097254035" sldId="416"/>
        </pc:sldMkLst>
      </pc:sldChg>
      <pc:sldChg chg="addSp modSp add mod modAnim">
        <pc:chgData name="SEBASTIAN MONTOYA VILLADA" userId="dffcc6c4-4ec2-40a3-ba2d-1adaa01cc26d" providerId="ADAL" clId="{F09527A7-D27E-404A-BC6E-E58270939841}" dt="2025-02-16T19:33:47.279" v="234" actId="113"/>
        <pc:sldMkLst>
          <pc:docMk/>
          <pc:sldMk cId="1582947114" sldId="417"/>
        </pc:sldMkLst>
      </pc:sldChg>
      <pc:sldChg chg="addSp delSp modSp add mod delAnim modAnim">
        <pc:chgData name="SEBASTIAN MONTOYA VILLADA" userId="dffcc6c4-4ec2-40a3-ba2d-1adaa01cc26d" providerId="ADAL" clId="{F09527A7-D27E-404A-BC6E-E58270939841}" dt="2025-02-16T19:26:37.723" v="136" actId="1076"/>
        <pc:sldMkLst>
          <pc:docMk/>
          <pc:sldMk cId="4162135195" sldId="418"/>
        </pc:sldMkLst>
      </pc:sldChg>
      <pc:sldChg chg="addSp delSp modSp add mod delAnim">
        <pc:chgData name="SEBASTIAN MONTOYA VILLADA" userId="dffcc6c4-4ec2-40a3-ba2d-1adaa01cc26d" providerId="ADAL" clId="{F09527A7-D27E-404A-BC6E-E58270939841}" dt="2025-02-16T19:28:15.812" v="172" actId="5793"/>
        <pc:sldMkLst>
          <pc:docMk/>
          <pc:sldMk cId="2277183801" sldId="419"/>
        </pc:sldMkLst>
      </pc:sldChg>
      <pc:sldChg chg="addSp delSp modSp add mod">
        <pc:chgData name="SEBASTIAN MONTOYA VILLADA" userId="dffcc6c4-4ec2-40a3-ba2d-1adaa01cc26d" providerId="ADAL" clId="{F09527A7-D27E-404A-BC6E-E58270939841}" dt="2025-02-16T19:36:15.326" v="271" actId="1076"/>
        <pc:sldMkLst>
          <pc:docMk/>
          <pc:sldMk cId="3172300573" sldId="420"/>
        </pc:sldMkLst>
      </pc:sldChg>
      <pc:sldChg chg="addSp delSp modSp add mod ord delAnim modAnim">
        <pc:chgData name="SEBASTIAN MONTOYA VILLADA" userId="dffcc6c4-4ec2-40a3-ba2d-1adaa01cc26d" providerId="ADAL" clId="{F09527A7-D27E-404A-BC6E-E58270939841}" dt="2025-02-16T19:43:18.110" v="323"/>
        <pc:sldMkLst>
          <pc:docMk/>
          <pc:sldMk cId="1052279356" sldId="421"/>
        </pc:sldMkLst>
      </pc:sldChg>
      <pc:sldChg chg="delSp modSp add mod">
        <pc:chgData name="SEBASTIAN MONTOYA VILLADA" userId="dffcc6c4-4ec2-40a3-ba2d-1adaa01cc26d" providerId="ADAL" clId="{F09527A7-D27E-404A-BC6E-E58270939841}" dt="2025-02-16T19:39:47.956" v="297" actId="20577"/>
        <pc:sldMkLst>
          <pc:docMk/>
          <pc:sldMk cId="558072135" sldId="422"/>
        </pc:sldMkLst>
      </pc:sldChg>
      <pc:sldChg chg="add">
        <pc:chgData name="SEBASTIAN MONTOYA VILLADA" userId="dffcc6c4-4ec2-40a3-ba2d-1adaa01cc26d" providerId="ADAL" clId="{F09527A7-D27E-404A-BC6E-E58270939841}" dt="2025-02-16T19:39:53.029" v="298" actId="2890"/>
        <pc:sldMkLst>
          <pc:docMk/>
          <pc:sldMk cId="612992250" sldId="423"/>
        </pc:sldMkLst>
      </pc:sldChg>
      <pc:sldChg chg="addSp delSp modSp add mod modAnim">
        <pc:chgData name="SEBASTIAN MONTOYA VILLADA" userId="dffcc6c4-4ec2-40a3-ba2d-1adaa01cc26d" providerId="ADAL" clId="{F09527A7-D27E-404A-BC6E-E58270939841}" dt="2025-02-16T19:43:03.885" v="321"/>
        <pc:sldMkLst>
          <pc:docMk/>
          <pc:sldMk cId="2471884271" sldId="424"/>
        </pc:sldMkLst>
      </pc:sldChg>
      <pc:sldChg chg="addSp modSp add mod ord">
        <pc:chgData name="SEBASTIAN MONTOYA VILLADA" userId="dffcc6c4-4ec2-40a3-ba2d-1adaa01cc26d" providerId="ADAL" clId="{F09527A7-D27E-404A-BC6E-E58270939841}" dt="2025-02-16T19:45:55.589" v="330" actId="20577"/>
        <pc:sldMkLst>
          <pc:docMk/>
          <pc:sldMk cId="2883539494" sldId="425"/>
        </pc:sldMkLst>
      </pc:sldChg>
      <pc:sldChg chg="addSp delSp modSp add mod">
        <pc:chgData name="SEBASTIAN MONTOYA VILLADA" userId="dffcc6c4-4ec2-40a3-ba2d-1adaa01cc26d" providerId="ADAL" clId="{F09527A7-D27E-404A-BC6E-E58270939841}" dt="2025-02-16T19:52:56.178" v="356" actId="1076"/>
        <pc:sldMkLst>
          <pc:docMk/>
          <pc:sldMk cId="1889712123" sldId="426"/>
        </pc:sldMkLst>
      </pc:sldChg>
      <pc:sldChg chg="addSp delSp modSp add mod delAnim">
        <pc:chgData name="SEBASTIAN MONTOYA VILLADA" userId="dffcc6c4-4ec2-40a3-ba2d-1adaa01cc26d" providerId="ADAL" clId="{F09527A7-D27E-404A-BC6E-E58270939841}" dt="2025-02-16T19:53:40.938" v="374" actId="1076"/>
        <pc:sldMkLst>
          <pc:docMk/>
          <pc:sldMk cId="1845372240" sldId="427"/>
        </pc:sldMkLst>
      </pc:sldChg>
      <pc:sldChg chg="addSp modSp add del mod">
        <pc:chgData name="SEBASTIAN MONTOYA VILLADA" userId="dffcc6c4-4ec2-40a3-ba2d-1adaa01cc26d" providerId="ADAL" clId="{F09527A7-D27E-404A-BC6E-E58270939841}" dt="2025-02-16T19:56:04.891" v="383" actId="47"/>
        <pc:sldMkLst>
          <pc:docMk/>
          <pc:sldMk cId="4075768467" sldId="428"/>
        </pc:sldMkLst>
      </pc:sldChg>
      <pc:sldChg chg="addSp delSp modSp add mod ord modAnim">
        <pc:chgData name="SEBASTIAN MONTOYA VILLADA" userId="dffcc6c4-4ec2-40a3-ba2d-1adaa01cc26d" providerId="ADAL" clId="{F09527A7-D27E-404A-BC6E-E58270939841}" dt="2025-02-16T19:57:59.178" v="428" actId="1076"/>
        <pc:sldMkLst>
          <pc:docMk/>
          <pc:sldMk cId="1649356625" sldId="429"/>
        </pc:sldMkLst>
      </pc:sldChg>
      <pc:sldChg chg="addSp delSp modSp add mod ord modAnim">
        <pc:chgData name="SEBASTIAN MONTOYA VILLADA" userId="dffcc6c4-4ec2-40a3-ba2d-1adaa01cc26d" providerId="ADAL" clId="{F09527A7-D27E-404A-BC6E-E58270939841}" dt="2025-02-16T20:08:01.746" v="630"/>
        <pc:sldMkLst>
          <pc:docMk/>
          <pc:sldMk cId="753574481" sldId="430"/>
        </pc:sldMkLst>
      </pc:sldChg>
      <pc:sldChg chg="addSp delSp modSp add mod modAnim">
        <pc:chgData name="SEBASTIAN MONTOYA VILLADA" userId="dffcc6c4-4ec2-40a3-ba2d-1adaa01cc26d" providerId="ADAL" clId="{F09527A7-D27E-404A-BC6E-E58270939841}" dt="2025-02-16T20:00:54.795" v="479" actId="5793"/>
        <pc:sldMkLst>
          <pc:docMk/>
          <pc:sldMk cId="3058751669" sldId="431"/>
        </pc:sldMkLst>
      </pc:sldChg>
      <pc:sldChg chg="addSp modSp add mod ord">
        <pc:chgData name="SEBASTIAN MONTOYA VILLADA" userId="dffcc6c4-4ec2-40a3-ba2d-1adaa01cc26d" providerId="ADAL" clId="{F09527A7-D27E-404A-BC6E-E58270939841}" dt="2025-02-16T20:04:37.670" v="570"/>
        <pc:sldMkLst>
          <pc:docMk/>
          <pc:sldMk cId="4218912115" sldId="432"/>
        </pc:sldMkLst>
      </pc:sldChg>
      <pc:sldChg chg="add ord">
        <pc:chgData name="SEBASTIAN MONTOYA VILLADA" userId="dffcc6c4-4ec2-40a3-ba2d-1adaa01cc26d" providerId="ADAL" clId="{F09527A7-D27E-404A-BC6E-E58270939841}" dt="2025-02-16T20:04:25.413" v="566"/>
        <pc:sldMkLst>
          <pc:docMk/>
          <pc:sldMk cId="4220384787" sldId="433"/>
        </pc:sldMkLst>
      </pc:sldChg>
      <pc:sldChg chg="addSp delSp modSp add del mod ord modAnim">
        <pc:chgData name="SEBASTIAN MONTOYA VILLADA" userId="dffcc6c4-4ec2-40a3-ba2d-1adaa01cc26d" providerId="ADAL" clId="{F09527A7-D27E-404A-BC6E-E58270939841}" dt="2025-02-16T20:08:12.394" v="631" actId="47"/>
        <pc:sldMkLst>
          <pc:docMk/>
          <pc:sldMk cId="2590167215" sldId="434"/>
        </pc:sldMkLst>
      </pc:sldChg>
      <pc:sldChg chg="addSp delSp modSp add mod ord modAnim">
        <pc:chgData name="SEBASTIAN MONTOYA VILLADA" userId="dffcc6c4-4ec2-40a3-ba2d-1adaa01cc26d" providerId="ADAL" clId="{F09527A7-D27E-404A-BC6E-E58270939841}" dt="2025-02-16T20:08:35.148" v="638"/>
        <pc:sldMkLst>
          <pc:docMk/>
          <pc:sldMk cId="402471539" sldId="435"/>
        </pc:sldMkLst>
      </pc:sldChg>
      <pc:sldChg chg="addSp delSp modSp add mod delAnim">
        <pc:chgData name="SEBASTIAN MONTOYA VILLADA" userId="dffcc6c4-4ec2-40a3-ba2d-1adaa01cc26d" providerId="ADAL" clId="{F09527A7-D27E-404A-BC6E-E58270939841}" dt="2025-02-16T20:12:39.570" v="698" actId="1076"/>
        <pc:sldMkLst>
          <pc:docMk/>
          <pc:sldMk cId="1486134515" sldId="436"/>
        </pc:sldMkLst>
      </pc:sldChg>
      <pc:sldChg chg="addSp delSp add mod">
        <pc:chgData name="SEBASTIAN MONTOYA VILLADA" userId="dffcc6c4-4ec2-40a3-ba2d-1adaa01cc26d" providerId="ADAL" clId="{F09527A7-D27E-404A-BC6E-E58270939841}" dt="2025-02-16T20:12:59.267" v="701" actId="22"/>
        <pc:sldMkLst>
          <pc:docMk/>
          <pc:sldMk cId="69470726" sldId="437"/>
        </pc:sldMkLst>
      </pc:sldChg>
    </pc:docChg>
  </pc:docChgLst>
  <pc:docChgLst>
    <pc:chgData name="SEBASTIAN MONTOYA VILLADA" userId="S::sebastianmontoya8118@correo.itm.edu.co::dffcc6c4-4ec2-40a3-ba2d-1adaa01cc26d" providerId="AD" clId="Web-{A548E2A0-A980-DC18-6B47-AB0760A24180}"/>
    <pc:docChg chg="addSld delSld modSld">
      <pc:chgData name="SEBASTIAN MONTOYA VILLADA" userId="S::sebastianmontoya8118@correo.itm.edu.co::dffcc6c4-4ec2-40a3-ba2d-1adaa01cc26d" providerId="AD" clId="Web-{A548E2A0-A980-DC18-6B47-AB0760A24180}" dt="2025-02-15T01:39:02.499" v="290"/>
      <pc:docMkLst>
        <pc:docMk/>
      </pc:docMkLst>
      <pc:sldChg chg="delSp modSp delAnim">
        <pc:chgData name="SEBASTIAN MONTOYA VILLADA" userId="S::sebastianmontoya8118@correo.itm.edu.co::dffcc6c4-4ec2-40a3-ba2d-1adaa01cc26d" providerId="AD" clId="Web-{A548E2A0-A980-DC18-6B47-AB0760A24180}" dt="2025-02-15T01:17:15.372" v="15" actId="20577"/>
        <pc:sldMkLst>
          <pc:docMk/>
          <pc:sldMk cId="771191104" sldId="376"/>
        </pc:sldMkLst>
      </pc:sldChg>
      <pc:sldChg chg="modSp">
        <pc:chgData name="SEBASTIAN MONTOYA VILLADA" userId="S::sebastianmontoya8118@correo.itm.edu.co::dffcc6c4-4ec2-40a3-ba2d-1adaa01cc26d" providerId="AD" clId="Web-{A548E2A0-A980-DC18-6B47-AB0760A24180}" dt="2025-02-15T01:16:40.449" v="2" actId="20577"/>
        <pc:sldMkLst>
          <pc:docMk/>
          <pc:sldMk cId="2518797674" sldId="377"/>
        </pc:sldMkLst>
      </pc:sldChg>
      <pc:sldChg chg="modSp">
        <pc:chgData name="SEBASTIAN MONTOYA VILLADA" userId="S::sebastianmontoya8118@correo.itm.edu.co::dffcc6c4-4ec2-40a3-ba2d-1adaa01cc26d" providerId="AD" clId="Web-{A548E2A0-A980-DC18-6B47-AB0760A24180}" dt="2025-02-15T01:22:35.615" v="35" actId="20577"/>
        <pc:sldMkLst>
          <pc:docMk/>
          <pc:sldMk cId="1316426740" sldId="380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31:13.924" v="189"/>
        <pc:sldMkLst>
          <pc:docMk/>
          <pc:sldMk cId="2036934883" sldId="381"/>
        </pc:sldMkLst>
      </pc:sldChg>
      <pc:sldChg chg="delSp modSp delAnim">
        <pc:chgData name="SEBASTIAN MONTOYA VILLADA" userId="S::sebastianmontoya8118@correo.itm.edu.co::dffcc6c4-4ec2-40a3-ba2d-1adaa01cc26d" providerId="AD" clId="Web-{A548E2A0-A980-DC18-6B47-AB0760A24180}" dt="2025-02-15T01:26:10.464" v="123" actId="20577"/>
        <pc:sldMkLst>
          <pc:docMk/>
          <pc:sldMk cId="30056615" sldId="382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31:15.643" v="190"/>
        <pc:sldMkLst>
          <pc:docMk/>
          <pc:sldMk cId="3571772818" sldId="383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31:18.987" v="198"/>
        <pc:sldMkLst>
          <pc:docMk/>
          <pc:sldMk cId="454399484" sldId="384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31:18.987" v="195"/>
        <pc:sldMkLst>
          <pc:docMk/>
          <pc:sldMk cId="2415177045" sldId="386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31:18.971" v="194"/>
        <pc:sldMkLst>
          <pc:docMk/>
          <pc:sldMk cId="3580543414" sldId="387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31:18.987" v="197"/>
        <pc:sldMkLst>
          <pc:docMk/>
          <pc:sldMk cId="3338239895" sldId="388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31:18.987" v="196"/>
        <pc:sldMkLst>
          <pc:docMk/>
          <pc:sldMk cId="458759952" sldId="389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31:18.971" v="191"/>
        <pc:sldMkLst>
          <pc:docMk/>
          <pc:sldMk cId="766657896" sldId="390"/>
        </pc:sldMkLst>
      </pc:sldChg>
      <pc:sldChg chg="delSp modSp delAnim">
        <pc:chgData name="SEBASTIAN MONTOYA VILLADA" userId="S::sebastianmontoya8118@correo.itm.edu.co::dffcc6c4-4ec2-40a3-ba2d-1adaa01cc26d" providerId="AD" clId="Web-{A548E2A0-A980-DC18-6B47-AB0760A24180}" dt="2025-02-15T01:17:42.435" v="31" actId="20577"/>
        <pc:sldMkLst>
          <pc:docMk/>
          <pc:sldMk cId="3948052957" sldId="391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31:18.971" v="193"/>
        <pc:sldMkLst>
          <pc:docMk/>
          <pc:sldMk cId="3894409822" sldId="392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31:18.971" v="192"/>
        <pc:sldMkLst>
          <pc:docMk/>
          <pc:sldMk cId="2824380758" sldId="393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22:56.428" v="39"/>
        <pc:sldMkLst>
          <pc:docMk/>
          <pc:sldMk cId="3186547110" sldId="394"/>
        </pc:sldMkLst>
      </pc:sldChg>
      <pc:sldChg chg="delSp modSp delAnim">
        <pc:chgData name="SEBASTIAN MONTOYA VILLADA" userId="S::sebastianmontoya8118@correo.itm.edu.co::dffcc6c4-4ec2-40a3-ba2d-1adaa01cc26d" providerId="AD" clId="Web-{A548E2A0-A980-DC18-6B47-AB0760A24180}" dt="2025-02-15T01:22:44.990" v="38" actId="20577"/>
        <pc:sldMkLst>
          <pc:docMk/>
          <pc:sldMk cId="2414021238" sldId="395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23:04.287" v="42"/>
        <pc:sldMkLst>
          <pc:docMk/>
          <pc:sldMk cId="3530286321" sldId="396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23:02.006" v="40"/>
        <pc:sldMkLst>
          <pc:docMk/>
          <pc:sldMk cId="374000399" sldId="397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23:02.943" v="41"/>
        <pc:sldMkLst>
          <pc:docMk/>
          <pc:sldMk cId="31451681" sldId="398"/>
        </pc:sldMkLst>
      </pc:sldChg>
      <pc:sldChg chg="del">
        <pc:chgData name="SEBASTIAN MONTOYA VILLADA" userId="S::sebastianmontoya8118@correo.itm.edu.co::dffcc6c4-4ec2-40a3-ba2d-1adaa01cc26d" providerId="AD" clId="Web-{A548E2A0-A980-DC18-6B47-AB0760A24180}" dt="2025-02-15T01:23:05.147" v="43"/>
        <pc:sldMkLst>
          <pc:docMk/>
          <pc:sldMk cId="3906853588" sldId="399"/>
        </pc:sldMkLst>
      </pc:sldChg>
      <pc:sldChg chg="delSp modSp delAnim">
        <pc:chgData name="SEBASTIAN MONTOYA VILLADA" userId="S::sebastianmontoya8118@correo.itm.edu.co::dffcc6c4-4ec2-40a3-ba2d-1adaa01cc26d" providerId="AD" clId="Web-{A548E2A0-A980-DC18-6B47-AB0760A24180}" dt="2025-02-15T01:31:07.565" v="188" actId="20577"/>
        <pc:sldMkLst>
          <pc:docMk/>
          <pc:sldMk cId="2983642901" sldId="400"/>
        </pc:sldMkLst>
      </pc:sldChg>
      <pc:sldChg chg="modSp add replId">
        <pc:chgData name="SEBASTIAN MONTOYA VILLADA" userId="S::sebastianmontoya8118@correo.itm.edu.co::dffcc6c4-4ec2-40a3-ba2d-1adaa01cc26d" providerId="AD" clId="Web-{A548E2A0-A980-DC18-6B47-AB0760A24180}" dt="2025-02-15T01:23:35.366" v="64" actId="20577"/>
        <pc:sldMkLst>
          <pc:docMk/>
          <pc:sldMk cId="1050413160" sldId="401"/>
        </pc:sldMkLst>
      </pc:sldChg>
      <pc:sldChg chg="modSp add replId">
        <pc:chgData name="SEBASTIAN MONTOYA VILLADA" userId="S::sebastianmontoya8118@correo.itm.edu.co::dffcc6c4-4ec2-40a3-ba2d-1adaa01cc26d" providerId="AD" clId="Web-{A548E2A0-A980-DC18-6B47-AB0760A24180}" dt="2025-02-15T01:23:55.867" v="68" actId="20577"/>
        <pc:sldMkLst>
          <pc:docMk/>
          <pc:sldMk cId="554192678" sldId="402"/>
        </pc:sldMkLst>
      </pc:sldChg>
      <pc:sldChg chg="modSp add replId">
        <pc:chgData name="SEBASTIAN MONTOYA VILLADA" userId="S::sebastianmontoya8118@correo.itm.edu.co::dffcc6c4-4ec2-40a3-ba2d-1adaa01cc26d" providerId="AD" clId="Web-{A548E2A0-A980-DC18-6B47-AB0760A24180}" dt="2025-02-15T01:24:31.680" v="84" actId="20577"/>
        <pc:sldMkLst>
          <pc:docMk/>
          <pc:sldMk cId="3909010307" sldId="403"/>
        </pc:sldMkLst>
      </pc:sldChg>
      <pc:sldChg chg="addSp modSp add replId">
        <pc:chgData name="SEBASTIAN MONTOYA VILLADA" userId="S::sebastianmontoya8118@correo.itm.edu.co::dffcc6c4-4ec2-40a3-ba2d-1adaa01cc26d" providerId="AD" clId="Web-{A548E2A0-A980-DC18-6B47-AB0760A24180}" dt="2025-02-15T01:27:05.793" v="140" actId="1076"/>
        <pc:sldMkLst>
          <pc:docMk/>
          <pc:sldMk cId="3717018916" sldId="404"/>
        </pc:sldMkLst>
      </pc:sldChg>
      <pc:sldChg chg="delSp modSp add replId">
        <pc:chgData name="SEBASTIAN MONTOYA VILLADA" userId="S::sebastianmontoya8118@correo.itm.edu.co::dffcc6c4-4ec2-40a3-ba2d-1adaa01cc26d" providerId="AD" clId="Web-{A548E2A0-A980-DC18-6B47-AB0760A24180}" dt="2025-02-15T01:28:02.310" v="164" actId="20577"/>
        <pc:sldMkLst>
          <pc:docMk/>
          <pc:sldMk cId="3030745904" sldId="405"/>
        </pc:sldMkLst>
      </pc:sldChg>
      <pc:sldChg chg="addSp modSp add replId">
        <pc:chgData name="SEBASTIAN MONTOYA VILLADA" userId="S::sebastianmontoya8118@correo.itm.edu.co::dffcc6c4-4ec2-40a3-ba2d-1adaa01cc26d" providerId="AD" clId="Web-{A548E2A0-A980-DC18-6B47-AB0760A24180}" dt="2025-02-15T01:33:45.881" v="228" actId="14100"/>
        <pc:sldMkLst>
          <pc:docMk/>
          <pc:sldMk cId="3373459878" sldId="406"/>
        </pc:sldMkLst>
      </pc:sldChg>
      <pc:sldChg chg="delSp modSp add replId">
        <pc:chgData name="SEBASTIAN MONTOYA VILLADA" userId="S::sebastianmontoya8118@correo.itm.edu.co::dffcc6c4-4ec2-40a3-ba2d-1adaa01cc26d" providerId="AD" clId="Web-{A548E2A0-A980-DC18-6B47-AB0760A24180}" dt="2025-02-15T01:34:36.789" v="249" actId="20577"/>
        <pc:sldMkLst>
          <pc:docMk/>
          <pc:sldMk cId="264314326" sldId="407"/>
        </pc:sldMkLst>
      </pc:sldChg>
      <pc:sldChg chg="modSp add replId">
        <pc:chgData name="SEBASTIAN MONTOYA VILLADA" userId="S::sebastianmontoya8118@correo.itm.edu.co::dffcc6c4-4ec2-40a3-ba2d-1adaa01cc26d" providerId="AD" clId="Web-{A548E2A0-A980-DC18-6B47-AB0760A24180}" dt="2025-02-15T01:36:12.104" v="256" actId="20577"/>
        <pc:sldMkLst>
          <pc:docMk/>
          <pc:sldMk cId="4022216482" sldId="408"/>
        </pc:sldMkLst>
      </pc:sldChg>
      <pc:sldChg chg="addSp delSp modSp add replId delAnim">
        <pc:chgData name="SEBASTIAN MONTOYA VILLADA" userId="S::sebastianmontoya8118@correo.itm.edu.co::dffcc6c4-4ec2-40a3-ba2d-1adaa01cc26d" providerId="AD" clId="Web-{A548E2A0-A980-DC18-6B47-AB0760A24180}" dt="2025-02-15T01:36:51.308" v="262" actId="1076"/>
        <pc:sldMkLst>
          <pc:docMk/>
          <pc:sldMk cId="1918284679" sldId="409"/>
        </pc:sldMkLst>
      </pc:sldChg>
      <pc:sldChg chg="addSp modSp add del replId">
        <pc:chgData name="SEBASTIAN MONTOYA VILLADA" userId="S::sebastianmontoya8118@correo.itm.edu.co::dffcc6c4-4ec2-40a3-ba2d-1adaa01cc26d" providerId="AD" clId="Web-{A548E2A0-A980-DC18-6B47-AB0760A24180}" dt="2025-02-15T01:38:23.435" v="279"/>
        <pc:sldMkLst>
          <pc:docMk/>
          <pc:sldMk cId="1015379762" sldId="410"/>
        </pc:sldMkLst>
      </pc:sldChg>
      <pc:sldChg chg="addSp delSp modSp add replId">
        <pc:chgData name="SEBASTIAN MONTOYA VILLADA" userId="S::sebastianmontoya8118@correo.itm.edu.co::dffcc6c4-4ec2-40a3-ba2d-1adaa01cc26d" providerId="AD" clId="Web-{A548E2A0-A980-DC18-6B47-AB0760A24180}" dt="2025-02-15T01:38:01.872" v="278" actId="1076"/>
        <pc:sldMkLst>
          <pc:docMk/>
          <pc:sldMk cId="3700439104" sldId="411"/>
        </pc:sldMkLst>
      </pc:sldChg>
      <pc:sldChg chg="addSp delSp modSp add replId">
        <pc:chgData name="SEBASTIAN MONTOYA VILLADA" userId="S::sebastianmontoya8118@correo.itm.edu.co::dffcc6c4-4ec2-40a3-ba2d-1adaa01cc26d" providerId="AD" clId="Web-{A548E2A0-A980-DC18-6B47-AB0760A24180}" dt="2025-02-15T01:38:33.170" v="284"/>
        <pc:sldMkLst>
          <pc:docMk/>
          <pc:sldMk cId="3936341471" sldId="412"/>
        </pc:sldMkLst>
      </pc:sldChg>
      <pc:sldChg chg="addSp delSp modSp add replId">
        <pc:chgData name="SEBASTIAN MONTOYA VILLADA" userId="S::sebastianmontoya8118@correo.itm.edu.co::dffcc6c4-4ec2-40a3-ba2d-1adaa01cc26d" providerId="AD" clId="Web-{A548E2A0-A980-DC18-6B47-AB0760A24180}" dt="2025-02-15T01:38:47.998" v="287"/>
        <pc:sldMkLst>
          <pc:docMk/>
          <pc:sldMk cId="2826602838" sldId="413"/>
        </pc:sldMkLst>
      </pc:sldChg>
      <pc:sldChg chg="addSp delSp modSp add replId">
        <pc:chgData name="SEBASTIAN MONTOYA VILLADA" userId="S::sebastianmontoya8118@correo.itm.edu.co::dffcc6c4-4ec2-40a3-ba2d-1adaa01cc26d" providerId="AD" clId="Web-{A548E2A0-A980-DC18-6B47-AB0760A24180}" dt="2025-02-15T01:39:02.499" v="290"/>
        <pc:sldMkLst>
          <pc:docMk/>
          <pc:sldMk cId="3875755718" sldId="414"/>
        </pc:sldMkLst>
      </pc:sldChg>
    </pc:docChg>
  </pc:docChgLst>
  <pc:docChgLst>
    <pc:chgData name="SEBASTIAN MONTOYA VILLADA" userId="S::sebastianmontoya8118@correo.itm.edu.co::dffcc6c4-4ec2-40a3-ba2d-1adaa01cc26d" providerId="AD" clId="Web-{0791A9F6-F39A-42C0-75E0-6B6FB8EA49A0}"/>
    <pc:docChg chg="addSld">
      <pc:chgData name="SEBASTIAN MONTOYA VILLADA" userId="S::sebastianmontoya8118@correo.itm.edu.co::dffcc6c4-4ec2-40a3-ba2d-1adaa01cc26d" providerId="AD" clId="Web-{0791A9F6-F39A-42C0-75E0-6B6FB8EA49A0}" dt="2025-02-16T18:56:10.116" v="2"/>
      <pc:docMkLst>
        <pc:docMk/>
      </pc:docMkLst>
      <pc:sldChg chg="add">
        <pc:chgData name="SEBASTIAN MONTOYA VILLADA" userId="S::sebastianmontoya8118@correo.itm.edu.co::dffcc6c4-4ec2-40a3-ba2d-1adaa01cc26d" providerId="AD" clId="Web-{0791A9F6-F39A-42C0-75E0-6B6FB8EA49A0}" dt="2025-02-16T18:56:10.100" v="1"/>
        <pc:sldMkLst>
          <pc:docMk/>
          <pc:sldMk cId="1682749734" sldId="390"/>
        </pc:sldMkLst>
      </pc:sldChg>
      <pc:sldChg chg="add">
        <pc:chgData name="SEBASTIAN MONTOYA VILLADA" userId="S::sebastianmontoya8118@correo.itm.edu.co::dffcc6c4-4ec2-40a3-ba2d-1adaa01cc26d" providerId="AD" clId="Web-{0791A9F6-F39A-42C0-75E0-6B6FB8EA49A0}" dt="2025-02-16T18:56:10.084" v="0"/>
        <pc:sldMkLst>
          <pc:docMk/>
          <pc:sldMk cId="883493532" sldId="415"/>
        </pc:sldMkLst>
      </pc:sldChg>
      <pc:sldChg chg="add">
        <pc:chgData name="SEBASTIAN MONTOYA VILLADA" userId="S::sebastianmontoya8118@correo.itm.edu.co::dffcc6c4-4ec2-40a3-ba2d-1adaa01cc26d" providerId="AD" clId="Web-{0791A9F6-F39A-42C0-75E0-6B6FB8EA49A0}" dt="2025-02-16T18:56:10.116" v="2"/>
        <pc:sldMkLst>
          <pc:docMk/>
          <pc:sldMk cId="2097254035" sldId="416"/>
        </pc:sldMkLst>
      </pc:sldChg>
    </pc:docChg>
  </pc:docChgLst>
  <pc:docChgLst>
    <pc:chgData userId="dffcc6c4-4ec2-40a3-ba2d-1adaa01cc26d" providerId="ADAL" clId="{3668EF5E-8573-4CDE-9F54-55E3E4E85028}"/>
    <pc:docChg chg="undo redo custSel addSld modSld">
      <pc:chgData name="" userId="dffcc6c4-4ec2-40a3-ba2d-1adaa01cc26d" providerId="ADAL" clId="{3668EF5E-8573-4CDE-9F54-55E3E4E85028}" dt="2025-02-03T21:21:24.197" v="173" actId="1076"/>
      <pc:docMkLst>
        <pc:docMk/>
      </pc:docMkLst>
      <pc:sldChg chg="delSp modSp mod delAnim modAnim">
        <pc:chgData name="" userId="dffcc6c4-4ec2-40a3-ba2d-1adaa01cc26d" providerId="ADAL" clId="{3668EF5E-8573-4CDE-9F54-55E3E4E85028}" dt="2025-02-03T16:05:55.706" v="19" actId="20577"/>
        <pc:sldMkLst>
          <pc:docMk/>
          <pc:sldMk cId="1316426740" sldId="380"/>
        </pc:sldMkLst>
      </pc:sldChg>
      <pc:sldChg chg="addSp delSp modSp mod delAnim">
        <pc:chgData name="" userId="dffcc6c4-4ec2-40a3-ba2d-1adaa01cc26d" providerId="ADAL" clId="{3668EF5E-8573-4CDE-9F54-55E3E4E85028}" dt="2025-02-03T21:21:24.197" v="173" actId="1076"/>
        <pc:sldMkLst>
          <pc:docMk/>
          <pc:sldMk cId="30056615" sldId="382"/>
        </pc:sldMkLst>
      </pc:sldChg>
      <pc:sldChg chg="modSp">
        <pc:chgData name="" userId="dffcc6c4-4ec2-40a3-ba2d-1adaa01cc26d" providerId="ADAL" clId="{3668EF5E-8573-4CDE-9F54-55E3E4E85028}" dt="2025-02-03T16:06:28.844" v="22" actId="20577"/>
        <pc:sldMkLst>
          <pc:docMk/>
          <pc:sldMk cId="3948052957" sldId="391"/>
        </pc:sldMkLst>
      </pc:sldChg>
      <pc:sldChg chg="addSp modSp mod modAnim">
        <pc:chgData name="" userId="dffcc6c4-4ec2-40a3-ba2d-1adaa01cc26d" providerId="ADAL" clId="{3668EF5E-8573-4CDE-9F54-55E3E4E85028}" dt="2025-02-03T16:23:31.839" v="74" actId="14100"/>
        <pc:sldMkLst>
          <pc:docMk/>
          <pc:sldMk cId="3186547110" sldId="394"/>
        </pc:sldMkLst>
      </pc:sldChg>
      <pc:sldChg chg="delSp modSp add mod delAnim">
        <pc:chgData name="" userId="dffcc6c4-4ec2-40a3-ba2d-1adaa01cc26d" providerId="ADAL" clId="{3668EF5E-8573-4CDE-9F54-55E3E4E85028}" dt="2025-02-03T15:58:29.394" v="7"/>
        <pc:sldMkLst>
          <pc:docMk/>
          <pc:sldMk cId="2414021238" sldId="395"/>
        </pc:sldMkLst>
      </pc:sldChg>
      <pc:sldChg chg="addSp modSp add mod modAnim">
        <pc:chgData name="" userId="dffcc6c4-4ec2-40a3-ba2d-1adaa01cc26d" providerId="ADAL" clId="{3668EF5E-8573-4CDE-9F54-55E3E4E85028}" dt="2025-02-03T21:05:43.283" v="129" actId="1076"/>
        <pc:sldMkLst>
          <pc:docMk/>
          <pc:sldMk cId="3530286321" sldId="396"/>
        </pc:sldMkLst>
      </pc:sldChg>
      <pc:sldChg chg="addSp delSp modSp add mod modAnim">
        <pc:chgData name="" userId="dffcc6c4-4ec2-40a3-ba2d-1adaa01cc26d" providerId="ADAL" clId="{3668EF5E-8573-4CDE-9F54-55E3E4E85028}" dt="2025-02-03T20:39:56.878" v="99" actId="14100"/>
        <pc:sldMkLst>
          <pc:docMk/>
          <pc:sldMk cId="374000399" sldId="397"/>
        </pc:sldMkLst>
      </pc:sldChg>
      <pc:sldChg chg="addSp delSp modSp add mod">
        <pc:chgData name="" userId="dffcc6c4-4ec2-40a3-ba2d-1adaa01cc26d" providerId="ADAL" clId="{3668EF5E-8573-4CDE-9F54-55E3E4E85028}" dt="2025-02-03T20:51:46.680" v="115" actId="1076"/>
        <pc:sldMkLst>
          <pc:docMk/>
          <pc:sldMk cId="31451681" sldId="398"/>
        </pc:sldMkLst>
      </pc:sldChg>
      <pc:sldChg chg="add">
        <pc:chgData name="" userId="dffcc6c4-4ec2-40a3-ba2d-1adaa01cc26d" providerId="ADAL" clId="{3668EF5E-8573-4CDE-9F54-55E3E4E85028}" dt="2025-02-03T21:06:23.299" v="130" actId="2890"/>
        <pc:sldMkLst>
          <pc:docMk/>
          <pc:sldMk cId="3906853588" sldId="399"/>
        </pc:sldMkLst>
      </pc:sldChg>
      <pc:sldChg chg="add">
        <pc:chgData name="" userId="dffcc6c4-4ec2-40a3-ba2d-1adaa01cc26d" providerId="ADAL" clId="{3668EF5E-8573-4CDE-9F54-55E3E4E85028}" dt="2025-02-03T21:13:34.759" v="131" actId="2890"/>
        <pc:sldMkLst>
          <pc:docMk/>
          <pc:sldMk cId="2983642901" sldId="400"/>
        </pc:sldMkLst>
      </pc:sldChg>
    </pc:docChg>
  </pc:docChgLst>
  <pc:docChgLst>
    <pc:chgData name="Sebastian Montoya Villada" userId="S::sebastianmontoya@itm.edu.co::cc1249ff-5059-433a-9743-876e0c6e746b" providerId="AD" clId="Web-{9498BF0F-80AB-F31C-A224-41ABD0B19607}"/>
    <pc:docChg chg="addSld delSld modSld">
      <pc:chgData name="Sebastian Montoya Villada" userId="S::sebastianmontoya@itm.edu.co::cc1249ff-5059-433a-9743-876e0c6e746b" providerId="AD" clId="Web-{9498BF0F-80AB-F31C-A224-41ABD0B19607}" dt="2025-09-01T02:21:29.227" v="167" actId="1076"/>
      <pc:docMkLst>
        <pc:docMk/>
      </pc:docMkLst>
      <pc:sldChg chg="addSp delSp modSp delAnim">
        <pc:chgData name="Sebastian Montoya Villada" userId="S::sebastianmontoya@itm.edu.co::cc1249ff-5059-433a-9743-876e0c6e746b" providerId="AD" clId="Web-{9498BF0F-80AB-F31C-A224-41ABD0B19607}" dt="2025-09-01T01:28:15.567" v="12" actId="1076"/>
        <pc:sldMkLst>
          <pc:docMk/>
          <pc:sldMk cId="771191104" sldId="376"/>
        </pc:sldMkLst>
        <pc:picChg chg="add mod modCrop">
          <ac:chgData name="Sebastian Montoya Villada" userId="S::sebastianmontoya@itm.edu.co::cc1249ff-5059-433a-9743-876e0c6e746b" providerId="AD" clId="Web-{9498BF0F-80AB-F31C-A224-41ABD0B19607}" dt="2025-09-01T01:28:15.567" v="12" actId="1076"/>
          <ac:picMkLst>
            <pc:docMk/>
            <pc:sldMk cId="771191104" sldId="376"/>
            <ac:picMk id="15" creationId="{925DA1F1-8F7A-2D42-FDE3-BE27BC3C5C25}"/>
          </ac:picMkLst>
        </pc:picChg>
      </pc:sldChg>
      <pc:sldChg chg="addSp delSp modSp delAnim">
        <pc:chgData name="Sebastian Montoya Villada" userId="S::sebastianmontoya@itm.edu.co::cc1249ff-5059-433a-9743-876e0c6e746b" providerId="AD" clId="Web-{9498BF0F-80AB-F31C-A224-41ABD0B19607}" dt="2025-09-01T01:32:02.784" v="31"/>
        <pc:sldMkLst>
          <pc:docMk/>
          <pc:sldMk cId="3948052957" sldId="391"/>
        </pc:sldMkLst>
        <pc:picChg chg="add mod">
          <ac:chgData name="Sebastian Montoya Villada" userId="S::sebastianmontoya@itm.edu.co::cc1249ff-5059-433a-9743-876e0c6e746b" providerId="AD" clId="Web-{9498BF0F-80AB-F31C-A224-41ABD0B19607}" dt="2025-09-01T01:32:02.784" v="31"/>
          <ac:picMkLst>
            <pc:docMk/>
            <pc:sldMk cId="3948052957" sldId="391"/>
            <ac:picMk id="15" creationId="{B776014F-E841-E585-F8A6-89DBF6BF072B}"/>
          </ac:picMkLst>
        </pc:picChg>
      </pc:sldChg>
      <pc:sldChg chg="del">
        <pc:chgData name="Sebastian Montoya Villada" userId="S::sebastianmontoya@itm.edu.co::cc1249ff-5059-433a-9743-876e0c6e746b" providerId="AD" clId="Web-{9498BF0F-80AB-F31C-A224-41ABD0B19607}" dt="2025-09-01T01:32:44.317" v="36"/>
        <pc:sldMkLst>
          <pc:docMk/>
          <pc:sldMk cId="2779665603" sldId="392"/>
        </pc:sldMkLst>
      </pc:sldChg>
      <pc:sldChg chg="addSp delSp modSp delAnim">
        <pc:chgData name="Sebastian Montoya Villada" userId="S::sebastianmontoya@itm.edu.co::cc1249ff-5059-433a-9743-876e0c6e746b" providerId="AD" clId="Web-{9498BF0F-80AB-F31C-A224-41ABD0B19607}" dt="2025-09-01T01:34:31.539" v="40"/>
        <pc:sldMkLst>
          <pc:docMk/>
          <pc:sldMk cId="1372416297" sldId="394"/>
        </pc:sldMkLst>
        <pc:picChg chg="add mod">
          <ac:chgData name="Sebastian Montoya Villada" userId="S::sebastianmontoya@itm.edu.co::cc1249ff-5059-433a-9743-876e0c6e746b" providerId="AD" clId="Web-{9498BF0F-80AB-F31C-A224-41ABD0B19607}" dt="2025-09-01T01:34:31.539" v="40"/>
          <ac:picMkLst>
            <pc:docMk/>
            <pc:sldMk cId="1372416297" sldId="394"/>
            <ac:picMk id="2" creationId="{7D658562-D69E-92DB-19D0-F0C4ED75E239}"/>
          </ac:picMkLst>
        </pc:picChg>
      </pc:sldChg>
      <pc:sldChg chg="addSp delSp modSp delAnim">
        <pc:chgData name="Sebastian Montoya Villada" userId="S::sebastianmontoya@itm.edu.co::cc1249ff-5059-433a-9743-876e0c6e746b" providerId="AD" clId="Web-{9498BF0F-80AB-F31C-A224-41ABD0B19607}" dt="2025-09-01T01:36:15.822" v="46"/>
        <pc:sldMkLst>
          <pc:docMk/>
          <pc:sldMk cId="4159955468" sldId="395"/>
        </pc:sldMkLst>
        <pc:picChg chg="add mod">
          <ac:chgData name="Sebastian Montoya Villada" userId="S::sebastianmontoya@itm.edu.co::cc1249ff-5059-433a-9743-876e0c6e746b" providerId="AD" clId="Web-{9498BF0F-80AB-F31C-A224-41ABD0B19607}" dt="2025-09-01T01:36:15.822" v="46"/>
          <ac:picMkLst>
            <pc:docMk/>
            <pc:sldMk cId="4159955468" sldId="395"/>
            <ac:picMk id="16" creationId="{79180616-B6DF-BAE3-918F-960C863D03A3}"/>
          </ac:picMkLst>
        </pc:picChg>
      </pc:sldChg>
      <pc:sldChg chg="addSp delSp modSp delAnim">
        <pc:chgData name="Sebastian Montoya Villada" userId="S::sebastianmontoya@itm.edu.co::cc1249ff-5059-433a-9743-876e0c6e746b" providerId="AD" clId="Web-{9498BF0F-80AB-F31C-A224-41ABD0B19607}" dt="2025-09-01T02:17:47.226" v="146"/>
        <pc:sldMkLst>
          <pc:docMk/>
          <pc:sldMk cId="2011643188" sldId="405"/>
        </pc:sldMkLst>
        <pc:picChg chg="add mod">
          <ac:chgData name="Sebastian Montoya Villada" userId="S::sebastianmontoya@itm.edu.co::cc1249ff-5059-433a-9743-876e0c6e746b" providerId="AD" clId="Web-{9498BF0F-80AB-F31C-A224-41ABD0B19607}" dt="2025-09-01T02:17:47.226" v="146"/>
          <ac:picMkLst>
            <pc:docMk/>
            <pc:sldMk cId="2011643188" sldId="405"/>
            <ac:picMk id="15" creationId="{2B95F79C-0174-32DA-5402-192F1A0672FB}"/>
          </ac:picMkLst>
        </pc:picChg>
      </pc:sldChg>
      <pc:sldChg chg="addSp delSp modSp delAnim">
        <pc:chgData name="Sebastian Montoya Villada" userId="S::sebastianmontoya@itm.edu.co::cc1249ff-5059-433a-9743-876e0c6e746b" providerId="AD" clId="Web-{9498BF0F-80AB-F31C-A224-41ABD0B19607}" dt="2025-09-01T01:37:01.417" v="56" actId="1076"/>
        <pc:sldMkLst>
          <pc:docMk/>
          <pc:sldMk cId="2848485575" sldId="409"/>
        </pc:sldMkLst>
        <pc:picChg chg="add mod modCrop">
          <ac:chgData name="Sebastian Montoya Villada" userId="S::sebastianmontoya@itm.edu.co::cc1249ff-5059-433a-9743-876e0c6e746b" providerId="AD" clId="Web-{9498BF0F-80AB-F31C-A224-41ABD0B19607}" dt="2025-09-01T01:37:01.417" v="56" actId="1076"/>
          <ac:picMkLst>
            <pc:docMk/>
            <pc:sldMk cId="2848485575" sldId="409"/>
            <ac:picMk id="2" creationId="{ACA9B39A-5472-C50B-EA2C-7B981195159C}"/>
          </ac:picMkLst>
        </pc:picChg>
      </pc:sldChg>
      <pc:sldChg chg="addSp delSp modSp delAnim">
        <pc:chgData name="Sebastian Montoya Villada" userId="S::sebastianmontoya@itm.edu.co::cc1249ff-5059-433a-9743-876e0c6e746b" providerId="AD" clId="Web-{9498BF0F-80AB-F31C-A224-41ABD0B19607}" dt="2025-09-01T01:38:55.026" v="61"/>
        <pc:sldMkLst>
          <pc:docMk/>
          <pc:sldMk cId="2637358817" sldId="410"/>
        </pc:sldMkLst>
        <pc:picChg chg="add mod">
          <ac:chgData name="Sebastian Montoya Villada" userId="S::sebastianmontoya@itm.edu.co::cc1249ff-5059-433a-9743-876e0c6e746b" providerId="AD" clId="Web-{9498BF0F-80AB-F31C-A224-41ABD0B19607}" dt="2025-09-01T01:38:55.026" v="61"/>
          <ac:picMkLst>
            <pc:docMk/>
            <pc:sldMk cId="2637358817" sldId="410"/>
            <ac:picMk id="2" creationId="{8E4CD561-B7D0-01D4-D512-E8098C6363F6}"/>
          </ac:picMkLst>
        </pc:picChg>
      </pc:sldChg>
      <pc:sldChg chg="addSp delSp modSp">
        <pc:chgData name="Sebastian Montoya Villada" userId="S::sebastianmontoya@itm.edu.co::cc1249ff-5059-433a-9743-876e0c6e746b" providerId="AD" clId="Web-{9498BF0F-80AB-F31C-A224-41ABD0B19607}" dt="2025-09-01T01:39:34.870" v="63"/>
        <pc:sldMkLst>
          <pc:docMk/>
          <pc:sldMk cId="2009429092" sldId="411"/>
        </pc:sldMkLst>
        <pc:picChg chg="add mod">
          <ac:chgData name="Sebastian Montoya Villada" userId="S::sebastianmontoya@itm.edu.co::cc1249ff-5059-433a-9743-876e0c6e746b" providerId="AD" clId="Web-{9498BF0F-80AB-F31C-A224-41ABD0B19607}" dt="2025-09-01T01:39:34.870" v="63"/>
          <ac:picMkLst>
            <pc:docMk/>
            <pc:sldMk cId="2009429092" sldId="411"/>
            <ac:picMk id="2" creationId="{6B079953-B90A-9381-1820-3A3ACA5BCD2B}"/>
          </ac:picMkLst>
        </pc:picChg>
      </pc:sldChg>
      <pc:sldChg chg="addSp delSp modSp">
        <pc:chgData name="Sebastian Montoya Villada" userId="S::sebastianmontoya@itm.edu.co::cc1249ff-5059-433a-9743-876e0c6e746b" providerId="AD" clId="Web-{9498BF0F-80AB-F31C-A224-41ABD0B19607}" dt="2025-09-01T01:43:36.284" v="70"/>
        <pc:sldMkLst>
          <pc:docMk/>
          <pc:sldMk cId="629183969" sldId="412"/>
        </pc:sldMkLst>
        <pc:picChg chg="add mod">
          <ac:chgData name="Sebastian Montoya Villada" userId="S::sebastianmontoya@itm.edu.co::cc1249ff-5059-433a-9743-876e0c6e746b" providerId="AD" clId="Web-{9498BF0F-80AB-F31C-A224-41ABD0B19607}" dt="2025-09-01T01:43:36.284" v="70"/>
          <ac:picMkLst>
            <pc:docMk/>
            <pc:sldMk cId="629183969" sldId="412"/>
            <ac:picMk id="2" creationId="{398C31AE-F561-85DA-F83F-CD9992E54F7D}"/>
          </ac:picMkLst>
        </pc:picChg>
        <pc:picChg chg="add del">
          <ac:chgData name="Sebastian Montoya Villada" userId="S::sebastianmontoya@itm.edu.co::cc1249ff-5059-433a-9743-876e0c6e746b" providerId="AD" clId="Web-{9498BF0F-80AB-F31C-A224-41ABD0B19607}" dt="2025-09-01T01:43:29.690" v="69"/>
          <ac:picMkLst>
            <pc:docMk/>
            <pc:sldMk cId="629183969" sldId="412"/>
            <ac:picMk id="3" creationId="{35F20371-9323-D9E0-61C2-AA810C732CDE}"/>
          </ac:picMkLst>
        </pc:picChg>
        <pc:picChg chg="mod">
          <ac:chgData name="Sebastian Montoya Villada" userId="S::sebastianmontoya@itm.edu.co::cc1249ff-5059-433a-9743-876e0c6e746b" providerId="AD" clId="Web-{9498BF0F-80AB-F31C-A224-41ABD0B19607}" dt="2025-09-01T01:43:25.409" v="68" actId="1076"/>
          <ac:picMkLst>
            <pc:docMk/>
            <pc:sldMk cId="629183969" sldId="412"/>
            <ac:picMk id="9" creationId="{E947BF8B-29F1-85C1-6466-B196D4104AF7}"/>
          </ac:picMkLst>
        </pc:picChg>
      </pc:sldChg>
      <pc:sldChg chg="addSp delSp modSp delAnim">
        <pc:chgData name="Sebastian Montoya Villada" userId="S::sebastianmontoya@itm.edu.co::cc1249ff-5059-433a-9743-876e0c6e746b" providerId="AD" clId="Web-{9498BF0F-80AB-F31C-A224-41ABD0B19607}" dt="2025-09-01T01:46:54.621" v="76"/>
        <pc:sldMkLst>
          <pc:docMk/>
          <pc:sldMk cId="163989796" sldId="413"/>
        </pc:sldMkLst>
        <pc:picChg chg="add mod">
          <ac:chgData name="Sebastian Montoya Villada" userId="S::sebastianmontoya@itm.edu.co::cc1249ff-5059-433a-9743-876e0c6e746b" providerId="AD" clId="Web-{9498BF0F-80AB-F31C-A224-41ABD0B19607}" dt="2025-09-01T01:46:54.621" v="76"/>
          <ac:picMkLst>
            <pc:docMk/>
            <pc:sldMk cId="163989796" sldId="413"/>
            <ac:picMk id="2" creationId="{05A7172F-ED9E-6FE4-57FC-9F577398F903}"/>
          </ac:picMkLst>
        </pc:picChg>
      </pc:sldChg>
      <pc:sldChg chg="addSp delSp">
        <pc:chgData name="Sebastian Montoya Villada" userId="S::sebastianmontoya@itm.edu.co::cc1249ff-5059-433a-9743-876e0c6e746b" providerId="AD" clId="Web-{9498BF0F-80AB-F31C-A224-41ABD0B19607}" dt="2025-09-01T01:47:40.623" v="80"/>
        <pc:sldMkLst>
          <pc:docMk/>
          <pc:sldMk cId="1054365525" sldId="414"/>
        </pc:sldMkLst>
        <pc:picChg chg="add del">
          <ac:chgData name="Sebastian Montoya Villada" userId="S::sebastianmontoya@itm.edu.co::cc1249ff-5059-433a-9743-876e0c6e746b" providerId="AD" clId="Web-{9498BF0F-80AB-F31C-A224-41ABD0B19607}" dt="2025-09-01T01:47:40.623" v="80"/>
          <ac:picMkLst>
            <pc:docMk/>
            <pc:sldMk cId="1054365525" sldId="414"/>
            <ac:picMk id="22" creationId="{FB39CE6F-EEBD-E68E-DC42-AAC7220B9752}"/>
          </ac:picMkLst>
        </pc:picChg>
      </pc:sldChg>
      <pc:sldChg chg="modSp del">
        <pc:chgData name="Sebastian Montoya Villada" userId="S::sebastianmontoya@itm.edu.co::cc1249ff-5059-433a-9743-876e0c6e746b" providerId="AD" clId="Web-{9498BF0F-80AB-F31C-A224-41ABD0B19607}" dt="2025-09-01T02:14:34.960" v="144"/>
        <pc:sldMkLst>
          <pc:docMk/>
          <pc:sldMk cId="3687206568" sldId="416"/>
        </pc:sldMkLst>
      </pc:sldChg>
      <pc:sldChg chg="addSp delSp modSp delAnim">
        <pc:chgData name="Sebastian Montoya Villada" userId="S::sebastianmontoya@itm.edu.co::cc1249ff-5059-433a-9743-876e0c6e746b" providerId="AD" clId="Web-{9498BF0F-80AB-F31C-A224-41ABD0B19607}" dt="2025-09-01T02:18:35.335" v="151"/>
        <pc:sldMkLst>
          <pc:docMk/>
          <pc:sldMk cId="3135112175" sldId="417"/>
        </pc:sldMkLst>
        <pc:picChg chg="add mod">
          <ac:chgData name="Sebastian Montoya Villada" userId="S::sebastianmontoya@itm.edu.co::cc1249ff-5059-433a-9743-876e0c6e746b" providerId="AD" clId="Web-{9498BF0F-80AB-F31C-A224-41ABD0B19607}" dt="2025-09-01T02:18:35.335" v="151"/>
          <ac:picMkLst>
            <pc:docMk/>
            <pc:sldMk cId="3135112175" sldId="417"/>
            <ac:picMk id="2" creationId="{17041ED7-C135-2C79-6725-D2177EF6C068}"/>
          </ac:picMkLst>
        </pc:picChg>
      </pc:sldChg>
      <pc:sldChg chg="del">
        <pc:chgData name="Sebastian Montoya Villada" userId="S::sebastianmontoya@itm.edu.co::cc1249ff-5059-433a-9743-876e0c6e746b" providerId="AD" clId="Web-{9498BF0F-80AB-F31C-A224-41ABD0B19607}" dt="2025-09-01T02:19:15.757" v="152"/>
        <pc:sldMkLst>
          <pc:docMk/>
          <pc:sldMk cId="1623982081" sldId="418"/>
        </pc:sldMkLst>
      </pc:sldChg>
      <pc:sldChg chg="addSp delSp modSp">
        <pc:chgData name="Sebastian Montoya Villada" userId="S::sebastianmontoya@itm.edu.co::cc1249ff-5059-433a-9743-876e0c6e746b" providerId="AD" clId="Web-{9498BF0F-80AB-F31C-A224-41ABD0B19607}" dt="2025-09-01T02:19:30.492" v="158"/>
        <pc:sldMkLst>
          <pc:docMk/>
          <pc:sldMk cId="343385265" sldId="419"/>
        </pc:sldMkLst>
        <pc:picChg chg="add mod">
          <ac:chgData name="Sebastian Montoya Villada" userId="S::sebastianmontoya@itm.edu.co::cc1249ff-5059-433a-9743-876e0c6e746b" providerId="AD" clId="Web-{9498BF0F-80AB-F31C-A224-41ABD0B19607}" dt="2025-09-01T02:19:30.492" v="158"/>
          <ac:picMkLst>
            <pc:docMk/>
            <pc:sldMk cId="343385265" sldId="419"/>
            <ac:picMk id="16" creationId="{769ECD36-ACE9-9E1E-6B45-4C780EC2C609}"/>
          </ac:picMkLst>
        </pc:picChg>
      </pc:sldChg>
      <pc:sldChg chg="addSp delSp modSp">
        <pc:chgData name="Sebastian Montoya Villada" userId="S::sebastianmontoya@itm.edu.co::cc1249ff-5059-433a-9743-876e0c6e746b" providerId="AD" clId="Web-{9498BF0F-80AB-F31C-A224-41ABD0B19607}" dt="2025-09-01T02:14:28.663" v="143" actId="14100"/>
        <pc:sldMkLst>
          <pc:docMk/>
          <pc:sldMk cId="1361808067" sldId="423"/>
        </pc:sldMkLst>
        <pc:picChg chg="add mod modCrop">
          <ac:chgData name="Sebastian Montoya Villada" userId="S::sebastianmontoya@itm.edu.co::cc1249ff-5059-433a-9743-876e0c6e746b" providerId="AD" clId="Web-{9498BF0F-80AB-F31C-A224-41ABD0B19607}" dt="2025-09-01T02:14:28.663" v="143" actId="14100"/>
          <ac:picMkLst>
            <pc:docMk/>
            <pc:sldMk cId="1361808067" sldId="423"/>
            <ac:picMk id="13" creationId="{7DC4FA71-C213-FE66-A100-6E8644D53575}"/>
          </ac:picMkLst>
        </pc:picChg>
      </pc:sldChg>
      <pc:sldChg chg="add del replId">
        <pc:chgData name="Sebastian Montoya Villada" userId="S::sebastianmontoya@itm.edu.co::cc1249ff-5059-433a-9743-876e0c6e746b" providerId="AD" clId="Web-{9498BF0F-80AB-F31C-A224-41ABD0B19607}" dt="2025-09-01T01:29:41.868" v="22"/>
        <pc:sldMkLst>
          <pc:docMk/>
          <pc:sldMk cId="3439789248" sldId="424"/>
        </pc:sldMkLst>
      </pc:sldChg>
      <pc:sldChg chg="addSp delSp modSp add replId">
        <pc:chgData name="Sebastian Montoya Villada" userId="S::sebastianmontoya@itm.edu.co::cc1249ff-5059-433a-9743-876e0c6e746b" providerId="AD" clId="Web-{9498BF0F-80AB-F31C-A224-41ABD0B19607}" dt="2025-09-01T01:28:54.100" v="21" actId="1076"/>
        <pc:sldMkLst>
          <pc:docMk/>
          <pc:sldMk cId="1744067417" sldId="425"/>
        </pc:sldMkLst>
        <pc:picChg chg="add mod modCrop">
          <ac:chgData name="Sebastian Montoya Villada" userId="S::sebastianmontoya@itm.edu.co::cc1249ff-5059-433a-9743-876e0c6e746b" providerId="AD" clId="Web-{9498BF0F-80AB-F31C-A224-41ABD0B19607}" dt="2025-09-01T01:28:54.100" v="21" actId="1076"/>
          <ac:picMkLst>
            <pc:docMk/>
            <pc:sldMk cId="1744067417" sldId="425"/>
            <ac:picMk id="2" creationId="{C069A8FB-88E8-3850-5D20-5306640EB16D}"/>
          </ac:picMkLst>
        </pc:picChg>
      </pc:sldChg>
      <pc:sldChg chg="add del replId">
        <pc:chgData name="Sebastian Montoya Villada" userId="S::sebastianmontoya@itm.edu.co::cc1249ff-5059-433a-9743-876e0c6e746b" providerId="AD" clId="Web-{9498BF0F-80AB-F31C-A224-41ABD0B19607}" dt="2025-09-01T01:32:42.895" v="35"/>
        <pc:sldMkLst>
          <pc:docMk/>
          <pc:sldMk cId="710375666" sldId="426"/>
        </pc:sldMkLst>
      </pc:sldChg>
      <pc:sldChg chg="addSp delSp modSp add replId">
        <pc:chgData name="Sebastian Montoya Villada" userId="S::sebastianmontoya@itm.edu.co::cc1249ff-5059-433a-9743-876e0c6e746b" providerId="AD" clId="Web-{9498BF0F-80AB-F31C-A224-41ABD0B19607}" dt="2025-09-01T01:32:24.394" v="34"/>
        <pc:sldMkLst>
          <pc:docMk/>
          <pc:sldMk cId="3885067712" sldId="427"/>
        </pc:sldMkLst>
        <pc:picChg chg="add mod">
          <ac:chgData name="Sebastian Montoya Villada" userId="S::sebastianmontoya@itm.edu.co::cc1249ff-5059-433a-9743-876e0c6e746b" providerId="AD" clId="Web-{9498BF0F-80AB-F31C-A224-41ABD0B19607}" dt="2025-09-01T01:32:24.394" v="34"/>
          <ac:picMkLst>
            <pc:docMk/>
            <pc:sldMk cId="3885067712" sldId="427"/>
            <ac:picMk id="2" creationId="{93956EC1-7597-FC42-012C-4A0DB06EABA7}"/>
          </ac:picMkLst>
        </pc:picChg>
      </pc:sldChg>
      <pc:sldChg chg="addSp delSp modSp add replId">
        <pc:chgData name="Sebastian Montoya Villada" userId="S::sebastianmontoya@itm.edu.co::cc1249ff-5059-433a-9743-876e0c6e746b" providerId="AD" clId="Web-{9498BF0F-80AB-F31C-A224-41ABD0B19607}" dt="2025-09-01T01:44:09.644" v="73"/>
        <pc:sldMkLst>
          <pc:docMk/>
          <pc:sldMk cId="1664384704" sldId="428"/>
        </pc:sldMkLst>
        <pc:picChg chg="add mod">
          <ac:chgData name="Sebastian Montoya Villada" userId="S::sebastianmontoya@itm.edu.co::cc1249ff-5059-433a-9743-876e0c6e746b" providerId="AD" clId="Web-{9498BF0F-80AB-F31C-A224-41ABD0B19607}" dt="2025-09-01T01:44:09.644" v="73"/>
          <ac:picMkLst>
            <pc:docMk/>
            <pc:sldMk cId="1664384704" sldId="428"/>
            <ac:picMk id="13" creationId="{5FD2704B-CE78-0C59-9316-D1AC4589AA71}"/>
          </ac:picMkLst>
        </pc:picChg>
      </pc:sldChg>
      <pc:sldChg chg="addSp delSp modSp add replId delAnim">
        <pc:chgData name="Sebastian Montoya Villada" userId="S::sebastianmontoya@itm.edu.co::cc1249ff-5059-433a-9743-876e0c6e746b" providerId="AD" clId="Web-{9498BF0F-80AB-F31C-A224-41ABD0B19607}" dt="2025-09-01T01:49:34.359" v="88"/>
        <pc:sldMkLst>
          <pc:docMk/>
          <pc:sldMk cId="3175898662" sldId="429"/>
        </pc:sldMkLst>
        <pc:picChg chg="add mod">
          <ac:chgData name="Sebastian Montoya Villada" userId="S::sebastianmontoya@itm.edu.co::cc1249ff-5059-433a-9743-876e0c6e746b" providerId="AD" clId="Web-{9498BF0F-80AB-F31C-A224-41ABD0B19607}" dt="2025-09-01T01:49:34.359" v="88"/>
          <ac:picMkLst>
            <pc:docMk/>
            <pc:sldMk cId="3175898662" sldId="429"/>
            <ac:picMk id="13" creationId="{FE27E376-D0C9-6563-7FD4-A932F7E84B12}"/>
          </ac:picMkLst>
        </pc:picChg>
      </pc:sldChg>
      <pc:sldChg chg="addSp delSp modSp add replId">
        <pc:chgData name="Sebastian Montoya Villada" userId="S::sebastianmontoya@itm.edu.co::cc1249ff-5059-433a-9743-876e0c6e746b" providerId="AD" clId="Web-{9498BF0F-80AB-F31C-A224-41ABD0B19607}" dt="2025-09-01T02:11:55.021" v="119" actId="14100"/>
        <pc:sldMkLst>
          <pc:docMk/>
          <pc:sldMk cId="1299146292" sldId="430"/>
        </pc:sldMkLst>
        <pc:picChg chg="add mod modCrop">
          <ac:chgData name="Sebastian Montoya Villada" userId="S::sebastianmontoya@itm.edu.co::cc1249ff-5059-433a-9743-876e0c6e746b" providerId="AD" clId="Web-{9498BF0F-80AB-F31C-A224-41ABD0B19607}" dt="2025-09-01T02:11:55.021" v="119" actId="14100"/>
          <ac:picMkLst>
            <pc:docMk/>
            <pc:sldMk cId="1299146292" sldId="430"/>
            <ac:picMk id="13" creationId="{F937AEA1-4410-3C5D-48FE-977BC5323EF5}"/>
          </ac:picMkLst>
        </pc:picChg>
      </pc:sldChg>
      <pc:sldChg chg="add del replId">
        <pc:chgData name="Sebastian Montoya Villada" userId="S::sebastianmontoya@itm.edu.co::cc1249ff-5059-433a-9743-876e0c6e746b" providerId="AD" clId="Web-{9498BF0F-80AB-F31C-A224-41ABD0B19607}" dt="2025-09-01T01:49:41.109" v="89"/>
        <pc:sldMkLst>
          <pc:docMk/>
          <pc:sldMk cId="1893690706" sldId="430"/>
        </pc:sldMkLst>
      </pc:sldChg>
      <pc:sldChg chg="addSp delSp modSp add replId">
        <pc:chgData name="Sebastian Montoya Villada" userId="S::sebastianmontoya@itm.edu.co::cc1249ff-5059-433a-9743-876e0c6e746b" providerId="AD" clId="Web-{9498BF0F-80AB-F31C-A224-41ABD0B19607}" dt="2025-09-01T02:12:44.569" v="134" actId="14100"/>
        <pc:sldMkLst>
          <pc:docMk/>
          <pc:sldMk cId="3040693732" sldId="431"/>
        </pc:sldMkLst>
        <pc:picChg chg="add mod modCrop">
          <ac:chgData name="Sebastian Montoya Villada" userId="S::sebastianmontoya@itm.edu.co::cc1249ff-5059-433a-9743-876e0c6e746b" providerId="AD" clId="Web-{9498BF0F-80AB-F31C-A224-41ABD0B19607}" dt="2025-09-01T02:12:44.569" v="134" actId="14100"/>
          <ac:picMkLst>
            <pc:docMk/>
            <pc:sldMk cId="3040693732" sldId="431"/>
            <ac:picMk id="2" creationId="{C8F67696-6FA5-70F9-C4C2-529E698C63F4}"/>
          </ac:picMkLst>
        </pc:picChg>
      </pc:sldChg>
      <pc:sldChg chg="add mod replId modShow">
        <pc:chgData name="Sebastian Montoya Villada" userId="S::sebastianmontoya@itm.edu.co::cc1249ff-5059-433a-9743-876e0c6e746b" providerId="AD" clId="Web-{9498BF0F-80AB-F31C-A224-41ABD0B19607}" dt="2025-09-01T02:21:09.633" v="159"/>
        <pc:sldMkLst>
          <pc:docMk/>
          <pc:sldMk cId="510972060" sldId="432"/>
        </pc:sldMkLst>
      </pc:sldChg>
      <pc:sldChg chg="addSp delSp modSp add replId">
        <pc:chgData name="Sebastian Montoya Villada" userId="S::sebastianmontoya@itm.edu.co::cc1249ff-5059-433a-9743-876e0c6e746b" providerId="AD" clId="Web-{9498BF0F-80AB-F31C-A224-41ABD0B19607}" dt="2025-09-01T02:21:29.227" v="167" actId="1076"/>
        <pc:sldMkLst>
          <pc:docMk/>
          <pc:sldMk cId="2593108962" sldId="433"/>
        </pc:sldMkLst>
        <pc:picChg chg="add mod modCrop">
          <ac:chgData name="Sebastian Montoya Villada" userId="S::sebastianmontoya@itm.edu.co::cc1249ff-5059-433a-9743-876e0c6e746b" providerId="AD" clId="Web-{9498BF0F-80AB-F31C-A224-41ABD0B19607}" dt="2025-09-01T02:21:29.227" v="167" actId="1076"/>
          <ac:picMkLst>
            <pc:docMk/>
            <pc:sldMk cId="2593108962" sldId="433"/>
            <ac:picMk id="2" creationId="{3E80E751-83EF-0D2B-DF01-20CC5964F672}"/>
          </ac:picMkLst>
        </pc:picChg>
      </pc:sldChg>
    </pc:docChg>
  </pc:docChgLst>
  <pc:docChgLst>
    <pc:chgData name="SEBASTIAN MONTOYA VILLADA" userId="S::sebastianmontoya8118@correo.itm.edu.co::dffcc6c4-4ec2-40a3-ba2d-1adaa01cc26d" providerId="AD" clId="Web-{D4608BDC-893A-5597-E24B-3AD764A1D1A6}"/>
    <pc:docChg chg="modSld">
      <pc:chgData name="SEBASTIAN MONTOYA VILLADA" userId="S::sebastianmontoya8118@correo.itm.edu.co::dffcc6c4-4ec2-40a3-ba2d-1adaa01cc26d" providerId="AD" clId="Web-{D4608BDC-893A-5597-E24B-3AD764A1D1A6}" dt="2025-03-13T22:12:22.053" v="1" actId="20577"/>
      <pc:docMkLst>
        <pc:docMk/>
      </pc:docMkLst>
      <pc:sldChg chg="modSp">
        <pc:chgData name="SEBASTIAN MONTOYA VILLADA" userId="S::sebastianmontoya8118@correo.itm.edu.co::dffcc6c4-4ec2-40a3-ba2d-1adaa01cc26d" providerId="AD" clId="Web-{D4608BDC-893A-5597-E24B-3AD764A1D1A6}" dt="2025-03-13T22:12:22.053" v="1" actId="20577"/>
        <pc:sldMkLst>
          <pc:docMk/>
          <pc:sldMk cId="4159955468" sldId="395"/>
        </pc:sldMkLst>
      </pc:sldChg>
    </pc:docChg>
  </pc:docChgLst>
  <pc:docChgLst>
    <pc:chgData name="Sebastian Montoya Villada" userId="S::sebastianmontoya@itm.edu.co::cc1249ff-5059-433a-9743-876e0c6e746b" providerId="AD" clId="Web-{6357BB5F-46F0-2C72-2A57-3A3DFA2545C4}"/>
    <pc:docChg chg="addSld modSld sldOrd">
      <pc:chgData name="Sebastian Montoya Villada" userId="S::sebastianmontoya@itm.edu.co::cc1249ff-5059-433a-9743-876e0c6e746b" providerId="AD" clId="Web-{6357BB5F-46F0-2C72-2A57-3A3DFA2545C4}" dt="2025-09-04T14:41:57.680" v="14" actId="1076"/>
      <pc:docMkLst>
        <pc:docMk/>
      </pc:docMkLst>
      <pc:sldChg chg="delSp">
        <pc:chgData name="Sebastian Montoya Villada" userId="S::sebastianmontoya@itm.edu.co::cc1249ff-5059-433a-9743-876e0c6e746b" providerId="AD" clId="Web-{6357BB5F-46F0-2C72-2A57-3A3DFA2545C4}" dt="2025-09-04T14:23:02.512" v="0"/>
        <pc:sldMkLst>
          <pc:docMk/>
          <pc:sldMk cId="1054365525" sldId="414"/>
        </pc:sldMkLst>
      </pc:sldChg>
      <pc:sldChg chg="ord">
        <pc:chgData name="Sebastian Montoya Villada" userId="S::sebastianmontoya@itm.edu.co::cc1249ff-5059-433a-9743-876e0c6e746b" providerId="AD" clId="Web-{6357BB5F-46F0-2C72-2A57-3A3DFA2545C4}" dt="2025-09-04T14:28:50.759" v="1"/>
        <pc:sldMkLst>
          <pc:docMk/>
          <pc:sldMk cId="1299146292" sldId="430"/>
        </pc:sldMkLst>
      </pc:sldChg>
      <pc:sldChg chg="ord">
        <pc:chgData name="Sebastian Montoya Villada" userId="S::sebastianmontoya@itm.edu.co::cc1249ff-5059-433a-9743-876e0c6e746b" providerId="AD" clId="Web-{6357BB5F-46F0-2C72-2A57-3A3DFA2545C4}" dt="2025-09-04T14:30:03.403" v="2"/>
        <pc:sldMkLst>
          <pc:docMk/>
          <pc:sldMk cId="3040693732" sldId="431"/>
        </pc:sldMkLst>
      </pc:sldChg>
      <pc:sldChg chg="addSp delSp modSp add replId">
        <pc:chgData name="Sebastian Montoya Villada" userId="S::sebastianmontoya@itm.edu.co::cc1249ff-5059-433a-9743-876e0c6e746b" providerId="AD" clId="Web-{6357BB5F-46F0-2C72-2A57-3A3DFA2545C4}" dt="2025-09-04T14:41:57.680" v="14" actId="1076"/>
        <pc:sldMkLst>
          <pc:docMk/>
          <pc:sldMk cId="3786099445" sldId="434"/>
        </pc:sldMkLst>
        <pc:picChg chg="add mod">
          <ac:chgData name="Sebastian Montoya Villada" userId="S::sebastianmontoya@itm.edu.co::cc1249ff-5059-433a-9743-876e0c6e746b" providerId="AD" clId="Web-{6357BB5F-46F0-2C72-2A57-3A3DFA2545C4}" dt="2025-09-04T14:41:57.680" v="14" actId="1076"/>
          <ac:picMkLst>
            <pc:docMk/>
            <pc:sldMk cId="3786099445" sldId="434"/>
            <ac:picMk id="13" creationId="{D06504EA-AEC2-AE0C-2AAE-518D4283B09F}"/>
          </ac:picMkLst>
        </pc:picChg>
      </pc:sldChg>
      <pc:sldChg chg="add replId">
        <pc:chgData name="Sebastian Montoya Villada" userId="S::sebastianmontoya@itm.edu.co::cc1249ff-5059-433a-9743-876e0c6e746b" providerId="AD" clId="Web-{6357BB5F-46F0-2C72-2A57-3A3DFA2545C4}" dt="2025-09-04T14:41:52.148" v="10"/>
        <pc:sldMkLst>
          <pc:docMk/>
          <pc:sldMk cId="755085402" sldId="43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A39C6-7AC7-DE48-A7E7-5D665BC0120C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A6DC4-62F6-D744-9B5A-2471E53D22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473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ACA40BD-2614-3B18-CB30-4991A9738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>
            <a:extLst>
              <a:ext uri="{FF2B5EF4-FFF2-40B4-BE49-F238E27FC236}">
                <a16:creationId xmlns:a16="http://schemas.microsoft.com/office/drawing/2014/main" id="{51CDEF6A-2687-2BA0-C62D-436E4038B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>
            <a:extLst>
              <a:ext uri="{FF2B5EF4-FFF2-40B4-BE49-F238E27FC236}">
                <a16:creationId xmlns:a16="http://schemas.microsoft.com/office/drawing/2014/main" id="{9C7D8383-FCC2-47F1-1581-266F62B9C6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6694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3006E10-4733-8A95-C7E4-69B66ABD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C756AEE0-E7A5-A3C5-0200-BA835ABE5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ADCC8155-806E-A215-AE00-AE8D8E4B6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65845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9083613-118B-E3AB-F6AC-E53A2F9A3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>
            <a:extLst>
              <a:ext uri="{FF2B5EF4-FFF2-40B4-BE49-F238E27FC236}">
                <a16:creationId xmlns:a16="http://schemas.microsoft.com/office/drawing/2014/main" id="{4A96D586-C402-DA97-8CFB-A704A2E392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>
            <a:extLst>
              <a:ext uri="{FF2B5EF4-FFF2-40B4-BE49-F238E27FC236}">
                <a16:creationId xmlns:a16="http://schemas.microsoft.com/office/drawing/2014/main" id="{B6442B12-BB97-FEE9-85B1-B02AB95B2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65445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B981E322-3E92-3510-C2BF-F95561E2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>
            <a:extLst>
              <a:ext uri="{FF2B5EF4-FFF2-40B4-BE49-F238E27FC236}">
                <a16:creationId xmlns:a16="http://schemas.microsoft.com/office/drawing/2014/main" id="{6208CB4F-7CDC-C489-B342-B2E3D92A1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:notes">
            <a:extLst>
              <a:ext uri="{FF2B5EF4-FFF2-40B4-BE49-F238E27FC236}">
                <a16:creationId xmlns:a16="http://schemas.microsoft.com/office/drawing/2014/main" id="{5F066879-85C0-D8B5-2E3B-12759F5CF3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38286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2758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781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2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77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490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007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91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076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9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802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42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3167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439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952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9301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626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42893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4550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83100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363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3981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83209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64553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7DC55F-43BB-FB49-985D-1CA2736A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3304A2-70B6-DF4D-80BD-AD524CAF4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5EBE7F-1BF7-4741-937F-BD93F139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177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BCE69C-0E9C-5945-8C5B-51CD63616BC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1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EB6C-330A-4556-AC8C-E5A501B46336}" type="datetimeFigureOut">
              <a:rPr lang="es-CO" smtClean="0"/>
              <a:t>6/03/2026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55957-1418-453C-A644-6E131A65201F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619E48-770E-3797-B2B5-4B5A3A2FE52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7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41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5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5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5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5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Lógica de Programación y Laboratorio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>
                <a:solidFill>
                  <a:schemeClr val="lt1"/>
                </a:solidFill>
              </a:rPr>
              <a:t>Sesión 8</a:t>
            </a: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>
                <a:solidFill>
                  <a:schemeClr val="lt1"/>
                </a:solidFill>
              </a:rPr>
              <a:t>Sebastian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2084040"/>
            <a:ext cx="9001125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Técnicas de Demostración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29384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arte riguroso de construir un argumento matemático infalible.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9725"/>
            <a:ext cx="5286375" cy="466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609725"/>
            <a:ext cx="5762624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20288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7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Concepto Fundamental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2571750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demostración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argumento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riguroso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establece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verdad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innegable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proposición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1" i="0" u="none" strike="noStrike" cap="none" dirty="0" err="1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eliminando</a:t>
            </a:r>
            <a:r>
              <a:rPr lang="en-US" sz="1500" b="1" i="0" u="none" strike="noStrike" cap="none" dirty="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cualquier</a:t>
            </a:r>
            <a:r>
              <a:rPr lang="en-US" sz="1500" b="1" i="0" u="none" strike="noStrike" cap="none" dirty="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rastro</a:t>
            </a:r>
            <a:r>
              <a:rPr lang="en-US" sz="1500" b="1" i="0" u="none" strike="noStrike" cap="none" dirty="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1" i="0" u="none" strike="noStrike" cap="none" dirty="0" err="1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ambigüedad</a:t>
            </a:r>
            <a:r>
              <a:rPr lang="en-US" sz="1500" b="1" i="0" u="none" strike="noStrike" cap="none" dirty="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500" b="1" i="0" u="none" strike="noStrike" cap="none" dirty="0" err="1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intuición</a:t>
            </a:r>
            <a:r>
              <a:rPr lang="en-US" sz="1500" b="1" i="0" u="none" strike="noStrike" cap="none" dirty="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empírica</a:t>
            </a:r>
            <a:r>
              <a:rPr lang="en-US" sz="1500" b="1" i="0" u="none" strike="noStrike" cap="none" dirty="0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4181475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igual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detective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forense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pistas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irrefutables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deductivas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estrictas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caso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donde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sea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única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posibilidad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20288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5F4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Elementos Clave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0859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08597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696075" y="2632529"/>
            <a:ext cx="502602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Axiomas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Verdades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evidentes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fundamentales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aceptadas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universalmente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necesidad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demostración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6724650" y="3429000"/>
            <a:ext cx="4997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Hipótesis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condiciones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iniciales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premisas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supuestos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dados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explícitamente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problema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6718072" y="4267450"/>
            <a:ext cx="500402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Tesis (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Conclusión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proposición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final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desea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establecer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verdadera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6696075" y="5194754"/>
            <a:ext cx="502602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Reglas de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Inferencia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Los pasos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válidos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conectan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firmemente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hipótesis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tesis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6477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¿Qué es una Demostración Matemática?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7375"/>
            <a:ext cx="34290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857375"/>
            <a:ext cx="34290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1857375"/>
            <a:ext cx="3429000" cy="4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460896" y="3124200"/>
            <a:ext cx="165020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 Sólida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366712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Constituyen los cimientos inquebrantables de toda la matemática teórica, la lógica formal y la arquitectura fundamental de las ciencias computacionales modernas.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35817" y="3124200"/>
            <a:ext cx="292036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65F4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Validación Absoluta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76775" y="366712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Permiten verificar analíticamente que los nuevos teoremas, las propiedades geométricas y los algoritmos propuestos son estrictamente correctos y no presentan fallas.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670845" y="3124200"/>
            <a:ext cx="247030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4530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Verdad Universal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486775" y="3667125"/>
            <a:ext cx="28384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Garantizan de manera irrevocable que un resultado deducido es cierto de manera absoluta, siempre y en todo lugar, independientemente del contexto o del observador.</a:t>
            </a:r>
            <a:endParaRPr/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19300" y="23050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9300" y="23050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9300" y="230505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6477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El Propósito de las Demostraciones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10923814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962025" y="1943100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</a:t>
            </a:r>
            <a:r>
              <a:rPr lang="en-US" sz="2400" b="0" i="0" u="none" strike="noStrike" cap="none" dirty="0" err="1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Demostración</a:t>
            </a:r>
            <a:r>
              <a:rPr lang="en-US" sz="2400" b="0" i="0" u="none" strike="noStrike" cap="none" dirty="0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Directa</a:t>
            </a:r>
            <a:endParaRPr sz="2000"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962025" y="2486025"/>
            <a:ext cx="1035911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camino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recto y lineal.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Partimos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asumir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hipótesis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(A) es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verdadera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llegar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mediante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pasos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deductivos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cálculos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algebraicos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directamente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conclusión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(B).</a:t>
            </a:r>
            <a:endParaRPr sz="2800"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962025" y="4138612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</a:t>
            </a:r>
            <a:r>
              <a:rPr lang="en-US" sz="2400" b="0" i="0" u="none" strike="noStrike" cap="none" dirty="0" err="1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Demostración</a:t>
            </a:r>
            <a:r>
              <a:rPr lang="en-US" sz="2400" b="0" i="0" u="none" strike="noStrike" cap="none" dirty="0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2400" b="0" i="0" u="none" strike="noStrike" cap="none" dirty="0" err="1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Indirecta</a:t>
            </a:r>
            <a:endParaRPr sz="2000"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962025" y="4681537"/>
            <a:ext cx="10359118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desvío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astuto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Contrapositiva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 En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lugar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probar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implica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B,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demostramos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conclusión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 </a:t>
            </a:r>
            <a:r>
              <a:rPr lang="en-US" sz="20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</a:t>
            </a:r>
            <a:r>
              <a:rPr lang="en-US" sz="20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ocurre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entonces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hipótesis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20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tampoco</a:t>
            </a:r>
            <a:r>
              <a:rPr lang="en-US" sz="20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pudo</a:t>
            </a:r>
            <a:r>
              <a:rPr lang="en-US" sz="20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haber</a:t>
            </a:r>
            <a:r>
              <a:rPr lang="en-US" sz="20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ocurrido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800" dirty="0"/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0002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195762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71500" y="60007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Mapa de Rutas hacia la Verdad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47D50F2-62DB-903D-2B66-4F19FA60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 descr="image.png">
            <a:extLst>
              <a:ext uri="{FF2B5EF4-FFF2-40B4-BE49-F238E27FC236}">
                <a16:creationId xmlns:a16="http://schemas.microsoft.com/office/drawing/2014/main" id="{B9BF8E50-9AD3-77BB-EC79-9F3D4C0384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>
            <a:extLst>
              <a:ext uri="{FF2B5EF4-FFF2-40B4-BE49-F238E27FC236}">
                <a16:creationId xmlns:a16="http://schemas.microsoft.com/office/drawing/2014/main" id="{63CDCCE6-4D89-A43D-048F-7107EB6416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1" y="1552575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2A4DAE20-6A91-5B4D-D51E-5AA2A4240AD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>
            <a:extLst>
              <a:ext uri="{FF2B5EF4-FFF2-40B4-BE49-F238E27FC236}">
                <a16:creationId xmlns:a16="http://schemas.microsoft.com/office/drawing/2014/main" id="{ECDC7266-6236-F86D-3F34-9404CF11DA7A}"/>
              </a:ext>
            </a:extLst>
          </p:cNvPr>
          <p:cNvSpPr txBox="1"/>
          <p:nvPr/>
        </p:nvSpPr>
        <p:spPr>
          <a:xfrm>
            <a:off x="1088571" y="2066925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Por </a:t>
            </a:r>
            <a:r>
              <a:rPr lang="en-US" sz="2400" b="0" i="0" u="none" strike="noStrike" cap="none" dirty="0" err="1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Contradicción</a:t>
            </a:r>
            <a:endParaRPr sz="2000" dirty="0"/>
          </a:p>
        </p:txBody>
      </p:sp>
      <p:sp>
        <p:nvSpPr>
          <p:cNvPr id="163" name="Google Shape;163;p17">
            <a:extLst>
              <a:ext uri="{FF2B5EF4-FFF2-40B4-BE49-F238E27FC236}">
                <a16:creationId xmlns:a16="http://schemas.microsoft.com/office/drawing/2014/main" id="{EE4D1401-6442-F094-51CA-B9690C7BBEFA}"/>
              </a:ext>
            </a:extLst>
          </p:cNvPr>
          <p:cNvSpPr txBox="1"/>
          <p:nvPr/>
        </p:nvSpPr>
        <p:spPr>
          <a:xfrm>
            <a:off x="1355272" y="2486025"/>
            <a:ext cx="1009997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método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reducción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absurdo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Suponemos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temporalmente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proposición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original es </a:t>
            </a:r>
            <a:r>
              <a:rPr lang="en-US" sz="20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falsa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y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desarrollamos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hasta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llegar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un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resultado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matemáticamente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absurdo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imposible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800" dirty="0"/>
          </a:p>
        </p:txBody>
      </p:sp>
      <p:sp>
        <p:nvSpPr>
          <p:cNvPr id="164" name="Google Shape;164;p17">
            <a:extLst>
              <a:ext uri="{FF2B5EF4-FFF2-40B4-BE49-F238E27FC236}">
                <a16:creationId xmlns:a16="http://schemas.microsoft.com/office/drawing/2014/main" id="{8DA130A9-F634-99F8-3361-788D392296C6}"/>
              </a:ext>
            </a:extLst>
          </p:cNvPr>
          <p:cNvSpPr txBox="1"/>
          <p:nvPr/>
        </p:nvSpPr>
        <p:spPr>
          <a:xfrm>
            <a:off x="1078592" y="4268560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Por </a:t>
            </a:r>
            <a:r>
              <a:rPr lang="en-US" sz="2400" b="0" i="0" u="none" strike="noStrike" cap="none" dirty="0" err="1">
                <a:solidFill>
                  <a:srgbClr val="1E40A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Contraejemplo</a:t>
            </a:r>
            <a:endParaRPr sz="2000" dirty="0"/>
          </a:p>
        </p:txBody>
      </p:sp>
      <p:sp>
        <p:nvSpPr>
          <p:cNvPr id="165" name="Google Shape;165;p17">
            <a:extLst>
              <a:ext uri="{FF2B5EF4-FFF2-40B4-BE49-F238E27FC236}">
                <a16:creationId xmlns:a16="http://schemas.microsoft.com/office/drawing/2014/main" id="{F5E29C98-0D20-046C-AAC5-0EC43A07B7F9}"/>
              </a:ext>
            </a:extLst>
          </p:cNvPr>
          <p:cNvSpPr txBox="1"/>
          <p:nvPr/>
        </p:nvSpPr>
        <p:spPr>
          <a:xfrm>
            <a:off x="1355271" y="4681537"/>
            <a:ext cx="10265229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ruta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rápida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contundente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refutar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Consiste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encontrar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solo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caso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específico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un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único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valor o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situación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donde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afirmación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general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propuesta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 se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cumple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800" dirty="0"/>
          </a:p>
        </p:txBody>
      </p:sp>
      <p:pic>
        <p:nvPicPr>
          <p:cNvPr id="168" name="Google Shape;168;p17" descr="image.png">
            <a:extLst>
              <a:ext uri="{FF2B5EF4-FFF2-40B4-BE49-F238E27FC236}">
                <a16:creationId xmlns:a16="http://schemas.microsoft.com/office/drawing/2014/main" id="{F1C2D6A0-9A5E-57A3-10F6-026E49F891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4878" y="20288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>
            <a:extLst>
              <a:ext uri="{FF2B5EF4-FFF2-40B4-BE49-F238E27FC236}">
                <a16:creationId xmlns:a16="http://schemas.microsoft.com/office/drawing/2014/main" id="{4C6F76D4-D01D-E09C-3CB0-94E734333B5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8571" y="43005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>
            <a:extLst>
              <a:ext uri="{FF2B5EF4-FFF2-40B4-BE49-F238E27FC236}">
                <a16:creationId xmlns:a16="http://schemas.microsoft.com/office/drawing/2014/main" id="{342AEA5E-CF30-BCF6-E0CF-307A12999166}"/>
              </a:ext>
            </a:extLst>
          </p:cNvPr>
          <p:cNvSpPr txBox="1"/>
          <p:nvPr/>
        </p:nvSpPr>
        <p:spPr>
          <a:xfrm>
            <a:off x="571500" y="60007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Mapa de Rutas hacia la Verdad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758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71587"/>
            <a:ext cx="5286375" cy="534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71587"/>
            <a:ext cx="5286375" cy="534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962025" y="166211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5803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¿En qué consiste?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62025" y="220503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parte de la certeza absoluta de que la hipótesis principal (P) es verdadera y se acepta como hecho.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962025" y="2957512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Mediante una cadena de pasos lógicos rigurosamente justificados, manipulaciones algebraicas y definiciones previas, se llega directamente a formular la conclusión (Q).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62025" y="43195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Uso ideal: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el método de preferencia cuando la conexión matemática y algebraica entre la hipótesis P y la conclusión Q es evidente y trazable.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724650" y="1662112"/>
            <a:ext cx="4730591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Lógica del Procedimiento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848475" y="26050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962775" y="2538412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1 (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Asumir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acepta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hipótesis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nuestro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punto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partida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validado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86" name="Google Shape;186;p18"/>
          <p:cNvSpPr txBox="1"/>
          <p:nvPr/>
        </p:nvSpPr>
        <p:spPr>
          <a:xfrm>
            <a:off x="6848475" y="33575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956345" y="3295649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2 (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Desarrollar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reglas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formales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axiomas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teoremas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previos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definiciones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conocidas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88" name="Google Shape;188;p18"/>
          <p:cNvSpPr txBox="1"/>
          <p:nvPr/>
        </p:nvSpPr>
        <p:spPr>
          <a:xfrm>
            <a:off x="6848475" y="44148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962775" y="4329112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3 (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Llegar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Q):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información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hasta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mostrar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resultado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final ineludible.</a:t>
            </a:r>
            <a:endParaRPr dirty="0"/>
          </a:p>
        </p:txBody>
      </p:sp>
      <p:sp>
        <p:nvSpPr>
          <p:cNvPr id="190" name="Google Shape;190;p18"/>
          <p:cNvSpPr txBox="1"/>
          <p:nvPr/>
        </p:nvSpPr>
        <p:spPr>
          <a:xfrm>
            <a:off x="6848475" y="54721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962775" y="5395334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Paso 4 (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Concluir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afirma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formalmente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tanto, P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 (P → Q).</a:t>
            </a:r>
            <a:endParaRPr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571500" y="31908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Enfoque: La Demostración Directa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571500" y="119836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Proposición: "La suma de dos números enteros pares siempre es un número par."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571500" y="245864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Ejemplo 1: La Suma de dos Pares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E61A5D-1AB0-5DCE-E183-12EB360E7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22317"/>
            <a:ext cx="10735408" cy="48577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571500" y="134689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Proposición: "Si a y b son dos enteros impares, entonces su producto (a * b) también es impar."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571500" y="394394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Ejemplo 2: Producto de Impares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7068C5D-A317-FB5E-321B-E2F0E84EA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23474"/>
            <a:ext cx="10835837" cy="46401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71500" y="1428601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Proposición: "Si n es un entero impar, entonces su cuadrado (n²) también es un número impar."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571500" y="476101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Ejemplo 3: Cuadrado de un Impar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A4ACDE-F81D-DD40-93DA-93396EE3D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26647"/>
            <a:ext cx="10828258" cy="4667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3935"/>
            <a:ext cx="53340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63935"/>
            <a:ext cx="53340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3221235"/>
            <a:ext cx="46005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249935"/>
            <a:ext cx="460057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5888235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1209675" y="5716785"/>
            <a:ext cx="10115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54D0E"/>
                </a:solidFill>
                <a:latin typeface="Lato"/>
                <a:ea typeface="Lato"/>
                <a:cs typeface="Lato"/>
                <a:sym typeface="Lato"/>
              </a:rPr>
              <a:t>¿Cuándo usarlo?</a:t>
            </a:r>
            <a:r>
              <a:rPr lang="en-US" sz="1500" b="0" i="0" u="none" strike="noStrike" cap="none">
                <a:solidFill>
                  <a:srgbClr val="854D0E"/>
                </a:solidFill>
                <a:latin typeface="Lato"/>
                <a:ea typeface="Lato"/>
                <a:cs typeface="Lato"/>
                <a:sym typeface="Lato"/>
              </a:rPr>
              <a:t> Es muy útil cuando la negación de la conclusión (¬Q) nos da un punto de partida algebraico mucho más sólido y fácil de manejar que la hipótesis original (P).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62025" y="2306835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7E22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¿En qué consiste?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62025" y="2821185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veces, probar directamente que una hipótesis lleva a una conclusión es un camino matemáticamente complicado o bloqueado.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962025" y="3878460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método aprovecha una equivalencia lógica fundamental: en lugar de probar la afirmación original, probamos su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contrarrecíproca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677025" y="2306835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Equivalencia Clave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677025" y="2821185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afirmación original: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677025" y="3849885"/>
            <a:ext cx="4600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lógicamente equivalente a su contrarrecíproca:</a:t>
            </a:r>
            <a:endParaRPr/>
          </a:p>
        </p:txBody>
      </p:sp>
      <p:pic>
        <p:nvPicPr>
          <p:cNvPr id="98" name="Google Shape;98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236398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53313" y="3373635"/>
            <a:ext cx="647848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97478" y="4402335"/>
            <a:ext cx="1159519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Método 2: Demostración Indirecta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Tomando un desvío inteligente para llegar a la misma verdad.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5863" y="1538791"/>
            <a:ext cx="10001250" cy="648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57363" y="6169726"/>
            <a:ext cx="9429750" cy="47345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547813" y="1729290"/>
            <a:ext cx="9353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B45309"/>
                </a:solidFill>
                <a:latin typeface="Poppins"/>
                <a:ea typeface="Poppins"/>
                <a:cs typeface="Poppins"/>
                <a:sym typeface="Poppins"/>
              </a:rPr>
              <a:t>Proposición</a:t>
            </a:r>
            <a:r>
              <a:rPr lang="en-US" sz="1500" b="1" i="0" u="none" strike="noStrike" cap="none" dirty="0">
                <a:solidFill>
                  <a:srgbClr val="B45309"/>
                </a:solidFill>
                <a:latin typeface="Poppins"/>
                <a:ea typeface="Poppins"/>
                <a:cs typeface="Poppins"/>
                <a:sym typeface="Poppins"/>
              </a:rPr>
              <a:t> Original (P → Q):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1547813" y="2062665"/>
            <a:ext cx="93535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"Si un número n es divisible por 6, entonces es divisible por 2."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3963" y="2912176"/>
            <a:ext cx="304800" cy="188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1757363" y="2902651"/>
            <a:ext cx="99012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Identificar P y Q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757363" y="3293176"/>
            <a:ext cx="9429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"n es divisible por 6" (o matemáticamente: n = 6k)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757363" y="3674176"/>
            <a:ext cx="9429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rPr>
              <a:t>Q: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"n es divisible por 2" (o matemáticamente: n = 2m)</a:t>
            </a:r>
            <a:endParaRPr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43013" y="4302826"/>
            <a:ext cx="266700" cy="18846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1757363" y="4293301"/>
            <a:ext cx="99012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Negar ambas partes (¬Q y ¬P)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757363" y="4683826"/>
            <a:ext cx="9429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¬Q: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"n no es divisible por 2" (es decir, n es impar)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757363" y="5064826"/>
            <a:ext cx="9429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¬P: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"n no es divisible por 6"</a:t>
            </a:r>
            <a:endParaRPr/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23963" y="5693476"/>
            <a:ext cx="304800" cy="18846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1757363" y="5683951"/>
            <a:ext cx="99012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Construir la Contrarrecíproca (¬Q → ¬P)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2986088" y="6138174"/>
            <a:ext cx="6972300" cy="6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"Si un </a:t>
            </a:r>
            <a:r>
              <a:rPr lang="en-US" sz="1800" b="1" i="0" u="none" strike="noStrike" cap="none" dirty="0" err="1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800" b="1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 n no es divisible </a:t>
            </a:r>
            <a:r>
              <a:rPr lang="en-US" sz="1800" b="1" i="0" u="none" strike="noStrike" cap="none" dirty="0" err="1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800" b="1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 2, </a:t>
            </a:r>
            <a:r>
              <a:rPr lang="en-US" sz="1800" b="1" i="0" u="none" strike="noStrike" cap="none" dirty="0" err="1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entonces</a:t>
            </a:r>
            <a:r>
              <a:rPr lang="en-US" sz="1800" b="1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 no es divisible </a:t>
            </a:r>
            <a:r>
              <a:rPr lang="en-US" sz="1800" b="1" i="0" u="none" strike="noStrike" cap="none" dirty="0" err="1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800" b="1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 6."</a:t>
            </a:r>
            <a:endParaRPr dirty="0"/>
          </a:p>
        </p:txBody>
      </p:sp>
      <p:sp>
        <p:nvSpPr>
          <p:cNvPr id="124" name="Google Shape;124;p14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Ejemplo: Divisibilidad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09600" y="98881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Paso 1: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Deconstruir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proposición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armar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5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contrarrecíproca</a:t>
            </a:r>
            <a:r>
              <a:rPr lang="en-US" sz="165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" y="1678185"/>
            <a:ext cx="10899859" cy="560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398" y="2432446"/>
            <a:ext cx="415233" cy="4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4398" y="4704027"/>
            <a:ext cx="415233" cy="41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4693" y="3811861"/>
            <a:ext cx="11107815" cy="64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84153" y="6114366"/>
            <a:ext cx="10277010" cy="68691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2638425" y="1776192"/>
            <a:ext cx="76506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Recordatorio</a:t>
            </a:r>
            <a:r>
              <a:rPr lang="en-US" sz="1500" b="1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Probamos</a:t>
            </a:r>
            <a:r>
              <a:rPr lang="en-US" sz="1500" b="0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 "Si n no es divisible </a:t>
            </a:r>
            <a:r>
              <a:rPr lang="en-US" sz="1500" b="0" i="0" u="none" strike="noStrike" cap="none" dirty="0" err="1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 2, </a:t>
            </a:r>
            <a:r>
              <a:rPr lang="en-US" sz="1500" b="0" i="0" u="none" strike="noStrike" cap="none" dirty="0" err="1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entonces</a:t>
            </a:r>
            <a:r>
              <a:rPr lang="en-US" sz="1500" b="0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 no es divisible </a:t>
            </a:r>
            <a:r>
              <a:rPr lang="en-US" sz="1500" b="0" i="0" u="none" strike="noStrike" cap="none" dirty="0" err="1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6B21A8"/>
                </a:solidFill>
                <a:latin typeface="Lato"/>
                <a:ea typeface="Lato"/>
                <a:cs typeface="Lato"/>
                <a:sym typeface="Lato"/>
              </a:rPr>
              <a:t> 6."</a:t>
            </a:r>
            <a:endParaRPr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956743" y="2546669"/>
            <a:ext cx="1079085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Hipótesis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Asumir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¬Q)</a:t>
            </a:r>
            <a:endParaRPr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604694" y="2874916"/>
            <a:ext cx="1142477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Asumimos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"n no es divisible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2". Esto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significa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inequívocamente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 es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impar y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puede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escribir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forma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algébraica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921650" y="4773019"/>
            <a:ext cx="10790859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Planteando</a:t>
            </a:r>
            <a:r>
              <a:rPr lang="en-US" sz="16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la </a:t>
            </a:r>
            <a:r>
              <a:rPr lang="en-US" sz="16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Contradicción</a:t>
            </a:r>
            <a:endParaRPr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04694" y="5259585"/>
            <a:ext cx="113915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Ahora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poder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llegar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absurdo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vamos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suponer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(¬P) es falsa.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supongamos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temporalmente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SÍ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divisible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6.</a:t>
            </a:r>
            <a:endParaRPr dirty="0"/>
          </a:p>
        </p:txBody>
      </p:sp>
      <p:sp>
        <p:nvSpPr>
          <p:cNvPr id="143" name="Google Shape;143;p15"/>
          <p:cNvSpPr txBox="1"/>
          <p:nvPr/>
        </p:nvSpPr>
        <p:spPr>
          <a:xfrm>
            <a:off x="1901599" y="5616060"/>
            <a:ext cx="11424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n es divisible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entonces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puede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escribir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/>
          </a:p>
        </p:txBody>
      </p:sp>
      <p:pic>
        <p:nvPicPr>
          <p:cNvPr id="144" name="Google Shape;14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49702" y="4021335"/>
            <a:ext cx="1055924" cy="1675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5434013" y="4221360"/>
            <a:ext cx="217997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(donde k es un número entero)</a:t>
            </a:r>
            <a:endParaRPr/>
          </a:p>
        </p:txBody>
      </p:sp>
      <p:pic>
        <p:nvPicPr>
          <p:cNvPr id="146" name="Google Shape;14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36795" y="6251400"/>
            <a:ext cx="721791" cy="15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5616678" y="6488274"/>
            <a:ext cx="302491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donde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m es un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entero</a:t>
            </a: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/>
          </a:p>
        </p:txBody>
      </p:sp>
      <p:sp>
        <p:nvSpPr>
          <p:cNvPr id="148" name="Google Shape;148;p15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Ejemplo: Divisibilidad (Parte 1)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Paso 2.1: El Planteamiento Matemático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201156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564058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66875" y="2906910"/>
            <a:ext cx="9429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66875" y="4364235"/>
            <a:ext cx="94297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666875" y="2040135"/>
            <a:ext cx="99012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Desarrollo Lógico (La Contradicción)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666875" y="2430660"/>
            <a:ext cx="9429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Igualando las dos expresiones para n que planteamos antes (2k + 1 y 6m), obtenemos la siguiente ecuación: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1666875" y="3583185"/>
            <a:ext cx="9429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analizamos la ecuación, vemos un problema fundamental. Reescribimos el lado derecho factorizando un 2 para hacerlo evidente: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666875" y="5050035"/>
            <a:ext cx="9429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¡Esto es una contradicción matemática! Un número impar no puede ser igual a un número par.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666875" y="5669160"/>
            <a:ext cx="99012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Conclusión (Llegar a ¬P)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1666875" y="6059685"/>
            <a:ext cx="9429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suposición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 era divisible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llevó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absurdo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Por lo tanto,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suposición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falsa, y n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puede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ser divisible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6.</a:t>
            </a:r>
            <a:endParaRPr dirty="0"/>
          </a:p>
        </p:txBody>
      </p:sp>
      <p:pic>
        <p:nvPicPr>
          <p:cNvPr id="168" name="Google Shape;16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08315" y="3059310"/>
            <a:ext cx="114672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4795688" y="4526160"/>
            <a:ext cx="6572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IMPAR →</a:t>
            </a:r>
            <a:endParaRPr/>
          </a:p>
        </p:txBody>
      </p:sp>
      <p:pic>
        <p:nvPicPr>
          <p:cNvPr id="170" name="Google Shape;17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43413" y="4516635"/>
            <a:ext cx="1667023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7500937" y="4526160"/>
            <a:ext cx="4667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← PAR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Ejemplo: Divisibilidad (Parte 2)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Paso 2.2: Encontrando el Absurdo y Concluyendo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3935"/>
            <a:ext cx="5334000" cy="43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63935"/>
            <a:ext cx="5334000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962025" y="2306835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B91C1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¿En qué consiste?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962025" y="2821185"/>
            <a:ext cx="46005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 método se utiliza exclusivamente para demostrar que una proposición universal (aquellas que afirman algo "para todos", "siempre" o "todo x") es matemáticamente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FALSA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962025" y="4183260"/>
            <a:ext cx="4600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lógica dicta que basta con encontrar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solo caso específico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que no cumpla la regla propuesta para invalidarla por completo.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6677025" y="2306835"/>
            <a:ext cx="483060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General</a:t>
            </a:r>
            <a:endParaRPr/>
          </a:p>
        </p:txBody>
      </p:sp>
      <p:pic>
        <p:nvPicPr>
          <p:cNvPr id="188" name="Google Shape;18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236398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7153275" y="2916435"/>
            <a:ext cx="4124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enuncia claramente la proposición universal a refutar.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7153275" y="3668910"/>
            <a:ext cx="4124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busca y presenta un caso específico y concreto (el "contraejemplo") que contradice directamente la afirmación.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7153275" y="4726185"/>
            <a:ext cx="4124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concluye que, debido a la existencia de este contraejemplo, la proposición original es inherentemente falsa.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Método 3: Demostración por Contraejemplo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El poder absoluto de una sola excepción para derribar una regla universal.</a:t>
            </a:r>
            <a:endParaRPr/>
          </a:p>
        </p:txBody>
      </p:sp>
      <p:pic>
        <p:nvPicPr>
          <p:cNvPr id="194" name="Google Shape;19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7525" y="295453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7525" y="3707010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67525" y="4764285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1963935"/>
            <a:ext cx="10001250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3013470"/>
            <a:ext cx="10001250" cy="310022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1457325" y="2154435"/>
            <a:ext cx="9353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Proposición Universal a refutar: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1457325" y="2487810"/>
            <a:ext cx="93535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"Todos los números primos son impares."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464696" y="6325025"/>
            <a:ext cx="1143203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Lato Black"/>
                <a:ea typeface="Lato Black"/>
                <a:cs typeface="Lato Black"/>
                <a:sym typeface="Lato Black"/>
              </a:rPr>
              <a:t>Conclusión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 Black"/>
                <a:ea typeface="Lato Black"/>
                <a:cs typeface="Lato Black"/>
                <a:sym typeface="Lato Black"/>
              </a:rPr>
              <a:t>: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Como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hemos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encontrado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solo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caso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2)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refuta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afirmación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la </a:t>
            </a:r>
            <a:r>
              <a:rPr lang="en-US" sz="165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proposición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universal es falsa.</a:t>
            </a:r>
            <a:endParaRPr dirty="0"/>
          </a:p>
        </p:txBody>
      </p:sp>
      <p:sp>
        <p:nvSpPr>
          <p:cNvPr id="209" name="Google Shape;209;p18"/>
          <p:cNvSpPr txBox="1"/>
          <p:nvPr/>
        </p:nvSpPr>
        <p:spPr>
          <a:xfrm>
            <a:off x="2152650" y="3556395"/>
            <a:ext cx="8553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Hipótesis Original: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 : n es un número primo.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2152650" y="4064941"/>
            <a:ext cx="8553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Conclusión esperada: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 : n es impar.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2152650" y="4716362"/>
            <a:ext cx="8553450" cy="152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2626"/>
                </a:solidFill>
                <a:latin typeface="Lato"/>
                <a:ea typeface="Lato"/>
                <a:cs typeface="Lato"/>
                <a:sym typeface="Lato"/>
              </a:rPr>
              <a:t>El Contraejemplo: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2152650" y="5146773"/>
            <a:ext cx="8553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número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primo, pero es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2969016" y="5639701"/>
            <a:ext cx="651378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es divisible solo entre 1 y 2,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cumple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primo.</a:t>
            </a:r>
            <a:endParaRPr dirty="0"/>
          </a:p>
        </p:txBody>
      </p:sp>
      <p:sp>
        <p:nvSpPr>
          <p:cNvPr id="214" name="Google Shape;214;p18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1: Números Primos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Buscando la excepción en la teoría de números.</a:t>
            </a:r>
            <a:endParaRPr/>
          </a:p>
        </p:txBody>
      </p:sp>
      <p:pic>
        <p:nvPicPr>
          <p:cNvPr id="216" name="Google Shape;21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66900" y="3594495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66900" y="4103041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66900" y="4754462"/>
            <a:ext cx="952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1710482"/>
            <a:ext cx="10001250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284937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375" y="470094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66875" y="5879740"/>
            <a:ext cx="10001249" cy="909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1457325" y="1900982"/>
            <a:ext cx="9353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45309"/>
                </a:solidFill>
                <a:latin typeface="Poppins"/>
                <a:ea typeface="Poppins"/>
                <a:cs typeface="Poppins"/>
                <a:sym typeface="Poppins"/>
              </a:rPr>
              <a:t>Proposición a refutar: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1457325" y="2234357"/>
            <a:ext cx="93535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"Si la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suma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dígitos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de un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es divisible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3,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entonces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es divisible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9."</a:t>
            </a:r>
            <a:endParaRPr dirty="0"/>
          </a:p>
        </p:txBody>
      </p:sp>
      <p:sp>
        <p:nvSpPr>
          <p:cNvPr id="233" name="Google Shape;233;p19"/>
          <p:cNvSpPr txBox="1"/>
          <p:nvPr/>
        </p:nvSpPr>
        <p:spPr>
          <a:xfrm>
            <a:off x="1666875" y="2877953"/>
            <a:ext cx="99012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Buscando un caso que SÍ funciona (para entender la regla)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1666875" y="3268478"/>
            <a:ext cx="9429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Tomemos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27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35" name="Google Shape;235;p19"/>
          <p:cNvSpPr txBox="1"/>
          <p:nvPr/>
        </p:nvSpPr>
        <p:spPr>
          <a:xfrm>
            <a:off x="1857375" y="3649478"/>
            <a:ext cx="9239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Suma de dígitos: 2 + 7 = 9. (Es divisible por 3 y por 9).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1857375" y="3999969"/>
            <a:ext cx="9239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Divisibilidad: 27 / 9 = 3. (Es divisible por 9).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666875" y="4350459"/>
            <a:ext cx="9429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Este caso cumple la regla, pero no la prueba universalmente. Necesitamos un caso que la rompa.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1666875" y="4729524"/>
            <a:ext cx="99012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Búsqueda</a:t>
            </a:r>
            <a:r>
              <a:rPr lang="en-US" sz="1650" b="1" i="0" u="none" strike="noStrike" cap="none" dirty="0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 del </a:t>
            </a:r>
            <a:r>
              <a:rPr lang="en-US" sz="1650" b="1" i="0" u="none" strike="noStrike" cap="none" dirty="0" err="1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Contraejemplo</a:t>
            </a:r>
            <a:endParaRPr dirty="0"/>
          </a:p>
        </p:txBody>
      </p:sp>
      <p:sp>
        <p:nvSpPr>
          <p:cNvPr id="239" name="Google Shape;239;p19"/>
          <p:cNvSpPr txBox="1"/>
          <p:nvPr/>
        </p:nvSpPr>
        <p:spPr>
          <a:xfrm>
            <a:off x="1666875" y="5120049"/>
            <a:ext cx="9429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Busquemos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cuya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suma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dígitos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sea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múltiplo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3,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total no sea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múltiplo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9.</a:t>
            </a:r>
            <a:endParaRPr dirty="0"/>
          </a:p>
        </p:txBody>
      </p:sp>
      <p:sp>
        <p:nvSpPr>
          <p:cNvPr id="240" name="Google Shape;240;p19"/>
          <p:cNvSpPr txBox="1"/>
          <p:nvPr/>
        </p:nvSpPr>
        <p:spPr>
          <a:xfrm>
            <a:off x="5061823" y="5610225"/>
            <a:ext cx="283035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Tomemos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número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21</a:t>
            </a:r>
            <a:endParaRPr dirty="0"/>
          </a:p>
        </p:txBody>
      </p:sp>
      <p:sp>
        <p:nvSpPr>
          <p:cNvPr id="241" name="Google Shape;241;p19"/>
          <p:cNvSpPr txBox="1"/>
          <p:nvPr/>
        </p:nvSpPr>
        <p:spPr>
          <a:xfrm>
            <a:off x="4015917" y="5909226"/>
            <a:ext cx="59482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Suma de sus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dígitos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2 + 1 = 3. (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Sí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divisible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3).</a:t>
            </a:r>
            <a:endParaRPr dirty="0"/>
          </a:p>
        </p:txBody>
      </p:sp>
      <p:sp>
        <p:nvSpPr>
          <p:cNvPr id="242" name="Google Shape;242;p19"/>
          <p:cNvSpPr txBox="1"/>
          <p:nvPr/>
        </p:nvSpPr>
        <p:spPr>
          <a:xfrm>
            <a:off x="3723573" y="6225349"/>
            <a:ext cx="59482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¿Es divisible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9?: 21 / 9 = 2.33... (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divisible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9).</a:t>
            </a:r>
            <a:endParaRPr dirty="0"/>
          </a:p>
        </p:txBody>
      </p:sp>
      <p:sp>
        <p:nvSpPr>
          <p:cNvPr id="243" name="Google Shape;243;p19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2: Reglas de Divisibilidad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Poniendo a prueba una regla común de aritmética elemental.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1678185"/>
            <a:ext cx="10001250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301347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375" y="43279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66875" y="5480799"/>
            <a:ext cx="9429750" cy="137720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1457325" y="1868685"/>
            <a:ext cx="9353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45309"/>
                </a:solidFill>
                <a:latin typeface="Poppins"/>
                <a:ea typeface="Poppins"/>
                <a:cs typeface="Poppins"/>
                <a:sym typeface="Poppins"/>
              </a:rPr>
              <a:t>Proposición a refutar: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1457325" y="2202060"/>
            <a:ext cx="93535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"Para dos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números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reales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cualesquiera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x e y,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x² = y²,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entonces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x = y."</a:t>
            </a:r>
            <a:endParaRPr dirty="0"/>
          </a:p>
        </p:txBody>
      </p:sp>
      <p:sp>
        <p:nvSpPr>
          <p:cNvPr id="259" name="Google Shape;259;p20"/>
          <p:cNvSpPr txBox="1"/>
          <p:nvPr/>
        </p:nvSpPr>
        <p:spPr>
          <a:xfrm>
            <a:off x="1666875" y="3042046"/>
            <a:ext cx="99012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Análisis de la Proposición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1666875" y="3432571"/>
            <a:ext cx="9429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afirmación sugiere que la única manera en que los cuadrados de dos números sean iguales es si los números base originales también son exactamente el mismo número.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1666875" y="4356496"/>
            <a:ext cx="990123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Búsqueda del Contraejemplo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1666875" y="4747021"/>
            <a:ext cx="9429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Necesitamos encontrar un par de números x e y donde la condición (x² = y²) sea verdadera, pero la conclusión (x = y) sea falsa. Pensemos en las propiedades de los números negativos.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4981575" y="5584539"/>
            <a:ext cx="28003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Tomemos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x = 3 e y = -3</a:t>
            </a:r>
            <a:endParaRPr dirty="0"/>
          </a:p>
        </p:txBody>
      </p:sp>
      <p:sp>
        <p:nvSpPr>
          <p:cNvPr id="265" name="Google Shape;265;p20"/>
          <p:cNvSpPr txBox="1"/>
          <p:nvPr/>
        </p:nvSpPr>
        <p:spPr>
          <a:xfrm>
            <a:off x="1971675" y="5917914"/>
            <a:ext cx="88392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condición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x² = y² se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cumple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perfectamente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(9 = 9).</a:t>
            </a:r>
            <a:endParaRPr dirty="0"/>
          </a:p>
        </p:txBody>
      </p:sp>
      <p:sp>
        <p:nvSpPr>
          <p:cNvPr id="266" name="Google Shape;266;p20"/>
          <p:cNvSpPr txBox="1"/>
          <p:nvPr/>
        </p:nvSpPr>
        <p:spPr>
          <a:xfrm>
            <a:off x="1971675" y="6344958"/>
            <a:ext cx="88392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-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Comprobamos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¿Es x = y?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Claramente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 ≠ -3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68" name="Google Shape;268;p20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3: Proposición sobre Álgebra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Aplicando el método para desmentir falsas igualdades.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393" y="2109488"/>
            <a:ext cx="5334000" cy="4591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63936"/>
            <a:ext cx="5334000" cy="473666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914400" y="2354460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B91C1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¿Qué es?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914400" y="2868810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este fascinante método, comenzamos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suponiendo que lo que queremos probar es FALSO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914400" y="3621285"/>
            <a:ext cx="4648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Luego,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partir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suposición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seguimos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pasos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matemáticamente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válidos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hasta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llegamos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resultado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evidentemente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ABSURDO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contradicción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flagrante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1 = 0, 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par e impar a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vez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307" name="Google Shape;307;p22"/>
          <p:cNvSpPr txBox="1"/>
          <p:nvPr/>
        </p:nvSpPr>
        <p:spPr>
          <a:xfrm>
            <a:off x="914400" y="5431035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A34A"/>
                </a:solidFill>
                <a:latin typeface="Lato"/>
                <a:ea typeface="Lato"/>
                <a:cs typeface="Lato"/>
                <a:sym typeface="Lato"/>
              </a:rPr>
              <a:t>Si nuestra suposición inicial nos lleva a un absurdo, ¡significa que estábamos equivocados! Por lo tanto, la proposición original debe ser VERDADERA.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6629400" y="2354460"/>
            <a:ext cx="488061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Los Pasos Fundamentales: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6629400" y="3011685"/>
            <a:ext cx="464820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A)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Asumir temporalmente lo contrario (la negación de la tesis).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6629400" y="3872656"/>
            <a:ext cx="464820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B)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Desarrollar el argumento deductivo basándose en esa suposición.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6629400" y="4733627"/>
            <a:ext cx="4648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C)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¡Encontrar la contradicción matemática ineludible!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6629400" y="5289798"/>
            <a:ext cx="464820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D)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Concluir formalmente que, por reducción al absurdo, el enunciado original era cierto.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Método 4: Demostración por Contradicción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La reducción al absurdo como arma lógica suprema.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1868685"/>
            <a:ext cx="10001250" cy="104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3203971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375" y="40783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28775" y="5457676"/>
            <a:ext cx="94678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457325" y="2059185"/>
            <a:ext cx="9353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Proposición a Probar: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457325" y="2392560"/>
            <a:ext cx="93535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"Ningún triángulo euclidiano puede tener más de un ángulo de 90°."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628775" y="3232546"/>
            <a:ext cx="99412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Asumir lo Contrario (La Negación)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628775" y="3565921"/>
            <a:ext cx="9467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Supongamos, por un momento, que un triángulo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sí puede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tener dos ángulos rectos (de 90°).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628775" y="4106912"/>
            <a:ext cx="99412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Desarrollar el Argumento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628775" y="4440287"/>
            <a:ext cx="9467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hecho fundamental de la geometría es que la suma de los tres ángulos internos de un triángulo (A + B + C) es siempre 180°.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628775" y="5088136"/>
            <a:ext cx="9467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Según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nuestra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suposición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dos de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ángulos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digamos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y B,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miden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90°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uno.</a:t>
            </a:r>
            <a:endParaRPr dirty="0"/>
          </a:p>
        </p:txBody>
      </p:sp>
      <p:pic>
        <p:nvPicPr>
          <p:cNvPr id="103" name="Google Shape;10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73426" y="5562451"/>
            <a:ext cx="2178397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543401" y="5743426"/>
            <a:ext cx="1638597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22776" y="5924401"/>
            <a:ext cx="679698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1: Geometría por Contradicción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Un triángulo no puede tener dos ángulos rectos.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185267C-2CC1-FE78-A444-54BFF6BB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78C75C1-1209-E77C-4A80-852969BC0B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>
            <a:extLst>
              <a:ext uri="{FF2B5EF4-FFF2-40B4-BE49-F238E27FC236}">
                <a16:creationId xmlns:a16="http://schemas.microsoft.com/office/drawing/2014/main" id="{B104CF79-2C42-5E73-3A95-490AB106DE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533" y="193171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88B94D35-453C-FFE8-D1A6-06E57264E18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3" descr="image.png">
            <a:extLst>
              <a:ext uri="{FF2B5EF4-FFF2-40B4-BE49-F238E27FC236}">
                <a16:creationId xmlns:a16="http://schemas.microsoft.com/office/drawing/2014/main" id="{8221E851-74E7-8A71-3978-78694078CFF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558" y="373566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BB499A32-1E52-74C7-AE3B-D623388821A0}"/>
              </a:ext>
            </a:extLst>
          </p:cNvPr>
          <p:cNvSpPr txBox="1"/>
          <p:nvPr/>
        </p:nvSpPr>
        <p:spPr>
          <a:xfrm>
            <a:off x="1369883" y="3602310"/>
            <a:ext cx="92868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suposición nos llevó a un absurdo. Por lo tanto, queda demostrado que es imposible tener dos ángulos rectos.</a:t>
            </a:r>
            <a:endParaRPr/>
          </a:p>
        </p:txBody>
      </p:sp>
      <p:sp>
        <p:nvSpPr>
          <p:cNvPr id="100" name="Google Shape;100;p13">
            <a:extLst>
              <a:ext uri="{FF2B5EF4-FFF2-40B4-BE49-F238E27FC236}">
                <a16:creationId xmlns:a16="http://schemas.microsoft.com/office/drawing/2014/main" id="{FB53C19D-FE78-C445-217B-6F1E81949C8B}"/>
              </a:ext>
            </a:extLst>
          </p:cNvPr>
          <p:cNvSpPr txBox="1"/>
          <p:nvPr/>
        </p:nvSpPr>
        <p:spPr>
          <a:xfrm>
            <a:off x="1388933" y="1960289"/>
            <a:ext cx="99412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Encontrar la Contradicción</a:t>
            </a:r>
            <a:endParaRPr/>
          </a:p>
        </p:txBody>
      </p:sp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C14EA852-4125-53A9-6067-578258DF0A7E}"/>
              </a:ext>
            </a:extLst>
          </p:cNvPr>
          <p:cNvSpPr txBox="1"/>
          <p:nvPr/>
        </p:nvSpPr>
        <p:spPr>
          <a:xfrm>
            <a:off x="1388933" y="2293664"/>
            <a:ext cx="9467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Hemos llegado a la conclusión matemática de que el tercer ángulo, C, debe medir 0°.</a:t>
            </a:r>
            <a:endParaRPr/>
          </a:p>
        </p:txBody>
      </p:sp>
      <p:sp>
        <p:nvSpPr>
          <p:cNvPr id="102" name="Google Shape;102;p13">
            <a:extLst>
              <a:ext uri="{FF2B5EF4-FFF2-40B4-BE49-F238E27FC236}">
                <a16:creationId xmlns:a16="http://schemas.microsoft.com/office/drawing/2014/main" id="{ED99BDC1-1CC5-FD5A-AFCD-D64C2CD0CE98}"/>
              </a:ext>
            </a:extLst>
          </p:cNvPr>
          <p:cNvSpPr txBox="1"/>
          <p:nvPr/>
        </p:nvSpPr>
        <p:spPr>
          <a:xfrm>
            <a:off x="1388933" y="2615579"/>
            <a:ext cx="9467850" cy="99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Esto es un absurdo geométrico. Un ángulo de 0° no puede formar un polígono (la figura colapsaría en una sola línea). Esto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contradice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definición misma de un triángulo.</a:t>
            </a:r>
            <a:endParaRPr/>
          </a:p>
        </p:txBody>
      </p:sp>
      <p:sp>
        <p:nvSpPr>
          <p:cNvPr id="106" name="Google Shape;106;p13">
            <a:extLst>
              <a:ext uri="{FF2B5EF4-FFF2-40B4-BE49-F238E27FC236}">
                <a16:creationId xmlns:a16="http://schemas.microsoft.com/office/drawing/2014/main" id="{7F97AB0D-F6C8-5191-97BD-4BC095EE5394}"/>
              </a:ext>
            </a:extLst>
          </p:cNvPr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1: Geometría por Contradicción</a:t>
            </a:r>
            <a:endParaRPr/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8833A346-70E2-D9DE-D2CF-163E9B54290C}"/>
              </a:ext>
            </a:extLst>
          </p:cNvPr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Un triángulo no puede tener dos ángulos rectos.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69053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1868685"/>
            <a:ext cx="10001250" cy="1340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349537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375" y="436974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28775" y="5375523"/>
            <a:ext cx="94678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1457325" y="2059185"/>
            <a:ext cx="93535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Proposición a Probar: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457325" y="2392560"/>
            <a:ext cx="93535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"El número 0 no tiene un inverso multiplicativo."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457325" y="2775346"/>
            <a:ext cx="93535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(El inverso de un número </a:t>
            </a:r>
            <a:r>
              <a:rPr lang="en-US" sz="12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un número </a:t>
            </a:r>
            <a:r>
              <a:rPr lang="en-US" sz="12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tal que </a:t>
            </a:r>
            <a:r>
              <a:rPr lang="en-US" sz="12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 * y = 1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628775" y="3523952"/>
            <a:ext cx="99412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Asumir lo Contrario (La Negación)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628775" y="3857327"/>
            <a:ext cx="9467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Supongamos que el 0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sí tiene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inverso multiplicativo en los números reales, al que llamaremos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1628775" y="4398317"/>
            <a:ext cx="99412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Desarrollar el Argumento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628775" y="4731692"/>
            <a:ext cx="9467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 la definición formal de inverso multiplicativo, si </a:t>
            </a:r>
            <a:r>
              <a:rPr lang="en-US" sz="135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el inverso de 0, entonces algebraicamente se debe cumplir obligatoriamente que:</a:t>
            </a:r>
            <a:endParaRPr/>
          </a:p>
        </p:txBody>
      </p:sp>
      <p:pic>
        <p:nvPicPr>
          <p:cNvPr id="131" name="Google Shape;13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00898" y="5480298"/>
            <a:ext cx="723453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2: Aritmética por Contradicción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El cero no tiene inverso multiplicativo.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3D62E820-044F-0D7B-4BB3-15231E7CD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4" descr="image.png">
            <a:extLst>
              <a:ext uri="{FF2B5EF4-FFF2-40B4-BE49-F238E27FC236}">
                <a16:creationId xmlns:a16="http://schemas.microsoft.com/office/drawing/2014/main" id="{2A4B8502-5AA5-B58D-1C67-8D4F92D8C0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>
            <a:extLst>
              <a:ext uri="{FF2B5EF4-FFF2-40B4-BE49-F238E27FC236}">
                <a16:creationId xmlns:a16="http://schemas.microsoft.com/office/drawing/2014/main" id="{BA75B319-A701-CC5F-4298-F1C298C18A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5858" y="213405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>
            <a:extLst>
              <a:ext uri="{FF2B5EF4-FFF2-40B4-BE49-F238E27FC236}">
                <a16:creationId xmlns:a16="http://schemas.microsoft.com/office/drawing/2014/main" id="{78FC54CC-7147-BCEB-D471-B3B90CFE271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4" descr="image.png">
            <a:extLst>
              <a:ext uri="{FF2B5EF4-FFF2-40B4-BE49-F238E27FC236}">
                <a16:creationId xmlns:a16="http://schemas.microsoft.com/office/drawing/2014/main" id="{5D87ABDC-694D-241D-9FC1-D72F738DEA2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17308" y="412521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>
            <a:extLst>
              <a:ext uri="{FF2B5EF4-FFF2-40B4-BE49-F238E27FC236}">
                <a16:creationId xmlns:a16="http://schemas.microsoft.com/office/drawing/2014/main" id="{844B197A-22E9-F4FA-FC93-D6F9A34CFA20}"/>
              </a:ext>
            </a:extLst>
          </p:cNvPr>
          <p:cNvSpPr txBox="1"/>
          <p:nvPr/>
        </p:nvSpPr>
        <p:spPr>
          <a:xfrm>
            <a:off x="1660208" y="4078942"/>
            <a:ext cx="92868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suposición de que 0 tenía un inverso multiplicativo nos llevó a un absurdo (0=1). Queda demostrado que es imposible.</a:t>
            </a:r>
            <a:endParaRPr/>
          </a:p>
        </p:txBody>
      </p:sp>
      <p:sp>
        <p:nvSpPr>
          <p:cNvPr id="128" name="Google Shape;128;p14">
            <a:extLst>
              <a:ext uri="{FF2B5EF4-FFF2-40B4-BE49-F238E27FC236}">
                <a16:creationId xmlns:a16="http://schemas.microsoft.com/office/drawing/2014/main" id="{661C7A99-B28B-D2D5-52DF-E24C02FE49C0}"/>
              </a:ext>
            </a:extLst>
          </p:cNvPr>
          <p:cNvSpPr txBox="1"/>
          <p:nvPr/>
        </p:nvSpPr>
        <p:spPr>
          <a:xfrm>
            <a:off x="1679258" y="2162632"/>
            <a:ext cx="99412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Encontrar la Contradicción</a:t>
            </a:r>
            <a:endParaRPr/>
          </a:p>
        </p:txBody>
      </p:sp>
      <p:sp>
        <p:nvSpPr>
          <p:cNvPr id="129" name="Google Shape;129;p14">
            <a:extLst>
              <a:ext uri="{FF2B5EF4-FFF2-40B4-BE49-F238E27FC236}">
                <a16:creationId xmlns:a16="http://schemas.microsoft.com/office/drawing/2014/main" id="{63AB0B1E-F03A-0634-A605-9F7732EBE3D1}"/>
              </a:ext>
            </a:extLst>
          </p:cNvPr>
          <p:cNvSpPr txBox="1"/>
          <p:nvPr/>
        </p:nvSpPr>
        <p:spPr>
          <a:xfrm>
            <a:off x="1679258" y="2496007"/>
            <a:ext cx="9467850" cy="539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Conocemos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propiedad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axiomática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fundamental de 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aritmética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cualquier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multiplicado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0 es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estrictamente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igual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0. Por lo tanto, </a:t>
            </a:r>
            <a:r>
              <a:rPr lang="en-US" sz="135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 · c = 0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0" name="Google Shape;130;p14">
            <a:extLst>
              <a:ext uri="{FF2B5EF4-FFF2-40B4-BE49-F238E27FC236}">
                <a16:creationId xmlns:a16="http://schemas.microsoft.com/office/drawing/2014/main" id="{956A0F7F-EFD6-0EFA-567C-E0FAA5FEF882}"/>
              </a:ext>
            </a:extLst>
          </p:cNvPr>
          <p:cNvSpPr txBox="1"/>
          <p:nvPr/>
        </p:nvSpPr>
        <p:spPr>
          <a:xfrm>
            <a:off x="1679258" y="3092212"/>
            <a:ext cx="94678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 igualar ambas premisas, esto nos lleva a la conclusión absurda de que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0 = 1</a:t>
            </a: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Esto es una contradicción insalvable en nuestro sistema numérico.</a:t>
            </a:r>
            <a:endParaRPr/>
          </a:p>
        </p:txBody>
      </p:sp>
      <p:sp>
        <p:nvSpPr>
          <p:cNvPr id="132" name="Google Shape;132;p14">
            <a:extLst>
              <a:ext uri="{FF2B5EF4-FFF2-40B4-BE49-F238E27FC236}">
                <a16:creationId xmlns:a16="http://schemas.microsoft.com/office/drawing/2014/main" id="{EF4B0CC4-70D1-E628-124B-3D254C40E9B3}"/>
              </a:ext>
            </a:extLst>
          </p:cNvPr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2: Aritmética por Contradicción</a:t>
            </a:r>
            <a:endParaRPr/>
          </a:p>
        </p:txBody>
      </p:sp>
      <p:sp>
        <p:nvSpPr>
          <p:cNvPr id="133" name="Google Shape;133;p14">
            <a:extLst>
              <a:ext uri="{FF2B5EF4-FFF2-40B4-BE49-F238E27FC236}">
                <a16:creationId xmlns:a16="http://schemas.microsoft.com/office/drawing/2014/main" id="{A9B688FF-A5A6-B921-EAF9-ED55CE01543E}"/>
              </a:ext>
            </a:extLst>
          </p:cNvPr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El cero no tiene inverso multiplicativo.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36992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68685"/>
            <a:ext cx="5334000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68685"/>
            <a:ext cx="5334000" cy="4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571500" y="1925835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Demostración Indirecta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571500" y="244018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Símbolo Lógico: (¬Q → ¬P)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286500" y="1925835"/>
            <a:ext cx="5600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B91C1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Demostración por Contradicción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286500" y="244018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Símbolo Lógico: (P ∧ ¬Q)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71500" y="303073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Suposición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Inicial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asume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únicamente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conclusión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falsa (¬Q).</a:t>
            </a:r>
            <a:endParaRPr dirty="0"/>
          </a:p>
        </p:txBody>
      </p:sp>
      <p:sp>
        <p:nvSpPr>
          <p:cNvPr id="149" name="Google Shape;149;p15"/>
          <p:cNvSpPr txBox="1"/>
          <p:nvPr/>
        </p:nvSpPr>
        <p:spPr>
          <a:xfrm>
            <a:off x="571500" y="378321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construye un camino lógico y directo desde ¬Q hasta llegar impecablemente a demostrar que la hipótesis también es falsa (¬P).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71500" y="484048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Resultado: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 se busca un absurdo. Se prueba una implicación válida y perfectamente estructurada.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286500" y="307062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Suposición Inicial: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asume que P es verdadera Y simultáneamente Q es falsa.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6286500" y="382309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exploran las consecuencias de esta suposición hasta chocar contra una contradicción lógica innegable (ej: 1=0).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6286500" y="4894657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Resultado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busca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deliberadamente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"romper"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demostrar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escenario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imaginado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era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absurdo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56" name="Google Shape;156;p15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Diferencia Clave: Indirecta vs. Contradicción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Dos caminos similares en apariencia, pero con destinos lógicos diferentes.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5507235"/>
            <a:ext cx="110490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68685"/>
            <a:ext cx="53340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5808" y="3649860"/>
            <a:ext cx="52768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4401264" y="5621535"/>
            <a:ext cx="377047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 Estrategia: Dos Pruebas en Una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2772489" y="6031110"/>
            <a:ext cx="6848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demostrar P ↔ Q, no hay atajos. Debes realizar dos demostraciones separadas: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4177427" y="6526410"/>
            <a:ext cx="4038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La "Ida": Probar P → Q</a:t>
            </a:r>
            <a:r>
              <a:rPr lang="en-US" sz="1200" b="1" i="0" u="none" strike="noStrike" cap="none">
                <a:solidFill>
                  <a:srgbClr val="1E40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La "Vuelta": Probar Q → P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28650" y="1868685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7E22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¿Cuándo se usa?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745808" y="238303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proposiciones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P y Q, son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lógicamente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equivalentes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2" name="Google Shape;172;p16"/>
          <p:cNvSpPr txBox="1"/>
          <p:nvPr/>
        </p:nvSpPr>
        <p:spPr>
          <a:xfrm>
            <a:off x="745808" y="3135510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Esto 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expresa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lenguaje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común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"P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solo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Q".</a:t>
            </a:r>
            <a:endParaRPr dirty="0"/>
          </a:p>
        </p:txBody>
      </p:sp>
      <p:sp>
        <p:nvSpPr>
          <p:cNvPr id="173" name="Google Shape;173;p16"/>
          <p:cNvSpPr txBox="1"/>
          <p:nvPr/>
        </p:nvSpPr>
        <p:spPr>
          <a:xfrm>
            <a:off x="760571" y="448806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Significa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 y Q son inseparables: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verdadera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otra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obligatoriamente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también lo es,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viceversa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4" name="Google Shape;174;p16"/>
          <p:cNvSpPr txBox="1"/>
          <p:nvPr/>
        </p:nvSpPr>
        <p:spPr>
          <a:xfrm>
            <a:off x="6343650" y="1868685"/>
            <a:ext cx="55406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Analogía del Contrato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419850" y="2400089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Imagina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contrato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estricto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dice: "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Recibirás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pago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(Q)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solo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completas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trabajo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(P)".</a:t>
            </a:r>
            <a:endParaRPr dirty="0"/>
          </a:p>
        </p:txBody>
      </p:sp>
      <p:sp>
        <p:nvSpPr>
          <p:cNvPr id="176" name="Google Shape;176;p16"/>
          <p:cNvSpPr txBox="1"/>
          <p:nvPr/>
        </p:nvSpPr>
        <p:spPr>
          <a:xfrm>
            <a:off x="6419850" y="313551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contrato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válido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fisuras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obliga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probar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escenarios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independientes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/>
          </a:p>
        </p:txBody>
      </p:sp>
      <p:pic>
        <p:nvPicPr>
          <p:cNvPr id="177" name="Google Shape;17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35665" y="3830835"/>
            <a:ext cx="89713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6419850" y="389751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6534150" y="3811785"/>
            <a:ext cx="5086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completas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trabajo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entonces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pagan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(P → Q).</a:t>
            </a:r>
            <a:endParaRPr dirty="0"/>
          </a:p>
        </p:txBody>
      </p:sp>
      <p:sp>
        <p:nvSpPr>
          <p:cNvPr id="181" name="Google Shape;181;p16"/>
          <p:cNvSpPr txBox="1"/>
          <p:nvPr/>
        </p:nvSpPr>
        <p:spPr>
          <a:xfrm>
            <a:off x="6419850" y="429756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6534150" y="4233536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pagan, es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prueba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completaste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trabajo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(Q → P).</a:t>
            </a:r>
            <a:endParaRPr dirty="0"/>
          </a:p>
        </p:txBody>
      </p:sp>
      <p:sp>
        <p:nvSpPr>
          <p:cNvPr id="183" name="Google Shape;183;p16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Método 5: Demostración por Doble Implicación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Construyendo un puente lógico inquebrantable de dos vías.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381625" cy="532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247775"/>
            <a:ext cx="5381625" cy="532626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819150" y="1495425"/>
            <a:ext cx="513064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7E22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Parte 1: Prueba de Ida (→)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819150" y="1952625"/>
            <a:ext cx="4886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probar: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 n es par, entonces n² es par.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Método: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Demostración Directa.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486525" y="1495425"/>
            <a:ext cx="513064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7E22C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Parte 2: Prueba de Vuelta (←)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6486525" y="1952625"/>
            <a:ext cx="48863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probar: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 n² es par, entonces n es par.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Método: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Indirecta (más fácil).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857250" y="275451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1009650" y="275451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Asumimos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 es par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Por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definición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algún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k.</a:t>
            </a:r>
            <a:endParaRPr dirty="0"/>
          </a:p>
        </p:txBody>
      </p:sp>
      <p:sp>
        <p:nvSpPr>
          <p:cNvPr id="202" name="Google Shape;202;p17"/>
          <p:cNvSpPr txBox="1"/>
          <p:nvPr/>
        </p:nvSpPr>
        <p:spPr>
          <a:xfrm>
            <a:off x="857250" y="34593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1009650" y="345936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Elevamos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cuadrado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ambos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lados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.</a:t>
            </a:r>
            <a:endParaRPr dirty="0"/>
          </a:p>
        </p:txBody>
      </p:sp>
      <p:sp>
        <p:nvSpPr>
          <p:cNvPr id="204" name="Google Shape;204;p17"/>
          <p:cNvSpPr txBox="1"/>
          <p:nvPr/>
        </p:nvSpPr>
        <p:spPr>
          <a:xfrm>
            <a:off x="857250" y="416421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009650" y="416421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Reorganizamos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expresión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evidenciar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factor 2: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.</a:t>
            </a:r>
            <a:endParaRPr dirty="0"/>
          </a:p>
        </p:txBody>
      </p:sp>
      <p:sp>
        <p:nvSpPr>
          <p:cNvPr id="206" name="Google Shape;206;p17"/>
          <p:cNvSpPr txBox="1"/>
          <p:nvPr/>
        </p:nvSpPr>
        <p:spPr>
          <a:xfrm>
            <a:off x="857250" y="48690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1009650" y="486906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 2k² es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demostrado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n² es de la forma 2*(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entero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), lo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significa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n² es par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9" name="Google Shape;209;p17"/>
          <p:cNvSpPr txBox="1"/>
          <p:nvPr/>
        </p:nvSpPr>
        <p:spPr>
          <a:xfrm>
            <a:off x="6524625" y="275451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 dirty="0"/>
          </a:p>
        </p:txBody>
      </p:sp>
      <p:sp>
        <p:nvSpPr>
          <p:cNvPr id="210" name="Google Shape;210;p17"/>
          <p:cNvSpPr txBox="1"/>
          <p:nvPr/>
        </p:nvSpPr>
        <p:spPr>
          <a:xfrm>
            <a:off x="6677025" y="2620267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Contrarrecíproca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 n NO es par (impar),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entonces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n² NO es par (impar).</a:t>
            </a:r>
            <a:endParaRPr dirty="0"/>
          </a:p>
        </p:txBody>
      </p:sp>
      <p:sp>
        <p:nvSpPr>
          <p:cNvPr id="211" name="Google Shape;211;p17"/>
          <p:cNvSpPr txBox="1"/>
          <p:nvPr/>
        </p:nvSpPr>
        <p:spPr>
          <a:xfrm>
            <a:off x="6524625" y="34593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677025" y="345936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Asumimos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 es impar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.</a:t>
            </a:r>
            <a:endParaRPr dirty="0"/>
          </a:p>
        </p:txBody>
      </p:sp>
      <p:sp>
        <p:nvSpPr>
          <p:cNvPr id="213" name="Google Shape;213;p17"/>
          <p:cNvSpPr txBox="1"/>
          <p:nvPr/>
        </p:nvSpPr>
        <p:spPr>
          <a:xfrm>
            <a:off x="6524625" y="416421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6677025" y="416421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Elevamos al cuadrado: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.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6524625" y="48690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6677025" y="4869060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Reorganizamos: .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6524625" y="526911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5.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677025" y="526911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 expresión es de la forma 2*(entero)+1, lo que significa que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n² es impar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id="220" name="Google Shape;22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09957" y="3152775"/>
            <a:ext cx="549026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6514" y="3806576"/>
            <a:ext cx="1703189" cy="239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18505" y="4506217"/>
            <a:ext cx="1251198" cy="239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7025" y="3859410"/>
            <a:ext cx="888503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77025" y="4506217"/>
            <a:ext cx="2826394" cy="239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44286" y="4957317"/>
            <a:ext cx="2034926" cy="23901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7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Ejemplo: "n es par ↔ n² es par"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1868685"/>
            <a:ext cx="10001250" cy="217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4363342"/>
            <a:ext cx="10001250" cy="194220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1390650" y="2068710"/>
            <a:ext cx="99312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Enunciado 1: Aritmética Básica</a:t>
            </a:r>
            <a:endParaRPr sz="2400"/>
          </a:p>
        </p:txBody>
      </p:sp>
      <p:sp>
        <p:nvSpPr>
          <p:cNvPr id="237" name="Google Shape;237;p18"/>
          <p:cNvSpPr txBox="1"/>
          <p:nvPr/>
        </p:nvSpPr>
        <p:spPr>
          <a:xfrm>
            <a:off x="1390650" y="2449710"/>
            <a:ext cx="94583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Demuestra formalmente que: </a:t>
            </a:r>
            <a:r>
              <a:rPr lang="en-US" sz="16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"La suma de un número entero par y un número entero impar es siempre un número impar"</a:t>
            </a: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/>
          </a:p>
        </p:txBody>
      </p:sp>
      <p:sp>
        <p:nvSpPr>
          <p:cNvPr id="238" name="Google Shape;238;p18"/>
          <p:cNvSpPr txBox="1"/>
          <p:nvPr/>
        </p:nvSpPr>
        <p:spPr>
          <a:xfrm>
            <a:off x="1485899" y="3226429"/>
            <a:ext cx="92678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Pista: Este es un </a:t>
            </a:r>
            <a:r>
              <a:rPr lang="en-US" sz="1600" b="0" i="0" u="none" strike="noStrike" cap="none" dirty="0" err="1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caso</a:t>
            </a:r>
            <a:r>
              <a:rPr lang="en-US" sz="1600" b="0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 ideal para </a:t>
            </a:r>
            <a:r>
              <a:rPr lang="en-US" sz="1600" b="0" i="0" u="none" strike="noStrike" cap="none" dirty="0" err="1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00" b="0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3B82F6"/>
                </a:solidFill>
                <a:latin typeface="Lato Black"/>
                <a:ea typeface="Lato Black"/>
                <a:cs typeface="Lato Black"/>
                <a:sym typeface="Lato Black"/>
              </a:rPr>
              <a:t>Demostración</a:t>
            </a:r>
            <a:r>
              <a:rPr lang="en-US" sz="1600" b="0" i="0" u="none" strike="noStrike" cap="none" dirty="0">
                <a:solidFill>
                  <a:srgbClr val="3B82F6"/>
                </a:solidFill>
                <a:latin typeface="Lato Black"/>
                <a:ea typeface="Lato Black"/>
                <a:cs typeface="Lato Black"/>
                <a:sym typeface="Lato Black"/>
              </a:rPr>
              <a:t> Directa</a:t>
            </a:r>
            <a:r>
              <a:rPr lang="en-US" sz="1600" b="0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. Define </a:t>
            </a:r>
            <a:r>
              <a:rPr lang="en-US" sz="1600" b="0" i="0" u="none" strike="noStrike" cap="none" dirty="0" err="1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genéricamente</a:t>
            </a:r>
            <a:r>
              <a:rPr lang="en-US" sz="1600" b="0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600" b="0" i="0" u="none" strike="noStrike" cap="none" dirty="0" err="1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600" b="0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 par </a:t>
            </a:r>
            <a:r>
              <a:rPr lang="en-US" sz="1600" b="0" i="0" u="none" strike="noStrike" cap="none" dirty="0" err="1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600" b="0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 2k y un impar </a:t>
            </a:r>
            <a:r>
              <a:rPr lang="en-US" sz="1600" b="0" i="0" u="none" strike="noStrike" cap="none" dirty="0" err="1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600" b="0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 2m + 1, y </a:t>
            </a:r>
            <a:r>
              <a:rPr lang="en-US" sz="1600" b="0" i="0" u="none" strike="noStrike" cap="none" dirty="0" err="1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súmalos</a:t>
            </a:r>
            <a:r>
              <a:rPr lang="en-US" sz="1600" b="0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  <p:sp>
        <p:nvSpPr>
          <p:cNvPr id="239" name="Google Shape;239;p18"/>
          <p:cNvSpPr txBox="1"/>
          <p:nvPr/>
        </p:nvSpPr>
        <p:spPr>
          <a:xfrm>
            <a:off x="1390650" y="4563367"/>
            <a:ext cx="99312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B91C1C"/>
                </a:solidFill>
                <a:latin typeface="Poppins"/>
                <a:ea typeface="Poppins"/>
                <a:cs typeface="Poppins"/>
                <a:sym typeface="Poppins"/>
              </a:rPr>
              <a:t>Enunciado 2: Análisis de Desigualdades</a:t>
            </a:r>
            <a:endParaRPr sz="2400"/>
          </a:p>
        </p:txBody>
      </p:sp>
      <p:sp>
        <p:nvSpPr>
          <p:cNvPr id="240" name="Google Shape;240;p18"/>
          <p:cNvSpPr txBox="1"/>
          <p:nvPr/>
        </p:nvSpPr>
        <p:spPr>
          <a:xfrm>
            <a:off x="1390650" y="4944367"/>
            <a:ext cx="94583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Evalúa la siguiente proposición universal: </a:t>
            </a:r>
            <a:r>
              <a:rPr lang="en-US" sz="16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"Para todo número real x, se cumple rigurosamente que x² ≥ x"</a:t>
            </a:r>
            <a:r>
              <a:rPr lang="en-US" sz="16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/>
          </a:p>
        </p:txBody>
      </p:sp>
      <p:sp>
        <p:nvSpPr>
          <p:cNvPr id="241" name="Google Shape;241;p18"/>
          <p:cNvSpPr txBox="1"/>
          <p:nvPr/>
        </p:nvSpPr>
        <p:spPr>
          <a:xfrm>
            <a:off x="1619250" y="5338321"/>
            <a:ext cx="92297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Pista: ¿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Será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universalmente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cierta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? 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Intenta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encontrar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 Black"/>
                <a:ea typeface="Lato Black"/>
                <a:cs typeface="Lato Black"/>
                <a:sym typeface="Lato Black"/>
              </a:rPr>
              <a:t>Contraejemplo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Prueba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evaluar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expresión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números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decimales</a:t>
            </a:r>
            <a:r>
              <a:rPr lang="en-US" sz="1600" b="0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 entre 0 y 1.</a:t>
            </a:r>
            <a:endParaRPr sz="2400" dirty="0"/>
          </a:p>
        </p:txBody>
      </p:sp>
      <p:pic>
        <p:nvPicPr>
          <p:cNvPr id="246" name="Google Shape;24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90650" y="548148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/>
          <p:cNvSpPr txBox="1"/>
          <p:nvPr/>
        </p:nvSpPr>
        <p:spPr>
          <a:xfrm>
            <a:off x="295275" y="55245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Ejercicios para Práctica Independiente (Parte 1)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¡Es tu turno de aplicar las técnicas y demostrar!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C9ED6F73-D27E-F61D-348F-3CCEC62B6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8" descr="image.png">
            <a:extLst>
              <a:ext uri="{FF2B5EF4-FFF2-40B4-BE49-F238E27FC236}">
                <a16:creationId xmlns:a16="http://schemas.microsoft.com/office/drawing/2014/main" id="{9A39915B-D11F-0398-1061-DB3DD7EC7A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 descr="image.png">
            <a:extLst>
              <a:ext uri="{FF2B5EF4-FFF2-40B4-BE49-F238E27FC236}">
                <a16:creationId xmlns:a16="http://schemas.microsoft.com/office/drawing/2014/main" id="{FDA2242E-E768-FA90-FF1C-86C151E321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1763241"/>
            <a:ext cx="10001250" cy="201305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>
            <a:extLst>
              <a:ext uri="{FF2B5EF4-FFF2-40B4-BE49-F238E27FC236}">
                <a16:creationId xmlns:a16="http://schemas.microsoft.com/office/drawing/2014/main" id="{C022D8F2-7B2C-A442-D76E-1E664F70CB2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>
            <a:extLst>
              <a:ext uri="{FF2B5EF4-FFF2-40B4-BE49-F238E27FC236}">
                <a16:creationId xmlns:a16="http://schemas.microsoft.com/office/drawing/2014/main" id="{48C27C8C-316E-3A66-96D4-7AC4E82BC6A1}"/>
              </a:ext>
            </a:extLst>
          </p:cNvPr>
          <p:cNvSpPr txBox="1"/>
          <p:nvPr/>
        </p:nvSpPr>
        <p:spPr>
          <a:xfrm>
            <a:off x="1390650" y="1963266"/>
            <a:ext cx="99312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7E22CE"/>
                </a:solidFill>
                <a:latin typeface="Poppins"/>
                <a:ea typeface="Poppins"/>
                <a:cs typeface="Poppins"/>
                <a:sym typeface="Poppins"/>
              </a:rPr>
              <a:t>Enunciado 3 (Reto): Álgebra Bidireccional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Google Shape;243;p18">
                <a:extLst>
                  <a:ext uri="{FF2B5EF4-FFF2-40B4-BE49-F238E27FC236}">
                    <a16:creationId xmlns:a16="http://schemas.microsoft.com/office/drawing/2014/main" id="{25429704-44DD-767A-E949-E1552B24E2D8}"/>
                  </a:ext>
                </a:extLst>
              </p:cNvPr>
              <p:cNvSpPr txBox="1"/>
              <p:nvPr/>
            </p:nvSpPr>
            <p:spPr>
              <a:xfrm>
                <a:off x="1390650" y="2344266"/>
                <a:ext cx="9458325" cy="453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>
                  <a:lnSpc>
                    <a:spcPct val="160000"/>
                  </a:lnSpc>
                </a:pPr>
                <a:r>
                  <a:rPr lang="en-US" sz="1600" b="0" i="0" u="none" strike="noStrike" cap="none" dirty="0" err="1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Demuestra</a:t>
                </a:r>
                <a:r>
                  <a:rPr lang="en-US" sz="1600" b="0" i="0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-US" sz="1600" b="0" i="0" u="none" strike="noStrike" cap="none" dirty="0" err="1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que</a:t>
                </a:r>
                <a:r>
                  <a:rPr lang="en-US" sz="1600" b="0" i="0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: </a:t>
                </a:r>
                <a:r>
                  <a:rPr lang="en-US" sz="1600" b="0" i="1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"</a:t>
                </a:r>
                <a:r>
                  <a:rPr lang="es-CO" sz="1600" dirty="0"/>
                  <a:t>Un número entero </a:t>
                </a:r>
                <a14:m>
                  <m:oMath xmlns:m="http://schemas.openxmlformats.org/officeDocument/2006/math">
                    <m:r>
                      <a:rPr lang="es-CO" i="1"/>
                      <m:t>𝑛</m:t>
                    </m:r>
                  </m:oMath>
                </a14:m>
                <a:r>
                  <a:rPr lang="es-CO" sz="1600" dirty="0"/>
                  <a:t> es múltiplo de 3 si y solo si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𝑛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</m:oMath>
                </a14:m>
                <a:r>
                  <a:rPr lang="es-CO" sz="1600" dirty="0"/>
                  <a:t>es múltiplo de 3.</a:t>
                </a:r>
                <a:r>
                  <a:rPr lang="en-US" sz="1600" b="0" i="1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"</a:t>
                </a:r>
                <a:r>
                  <a:rPr lang="en-US" sz="1600" b="0" i="0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.</a:t>
                </a:r>
                <a:endParaRPr sz="2400" dirty="0"/>
              </a:p>
            </p:txBody>
          </p:sp>
        </mc:Choice>
        <mc:Fallback>
          <p:sp>
            <p:nvSpPr>
              <p:cNvPr id="243" name="Google Shape;243;p18">
                <a:extLst>
                  <a:ext uri="{FF2B5EF4-FFF2-40B4-BE49-F238E27FC236}">
                    <a16:creationId xmlns:a16="http://schemas.microsoft.com/office/drawing/2014/main" id="{25429704-44DD-767A-E949-E1552B24E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650" y="2344266"/>
                <a:ext cx="9458325" cy="453137"/>
              </a:xfrm>
              <a:prstGeom prst="rect">
                <a:avLst/>
              </a:prstGeom>
              <a:blipFill>
                <a:blip r:embed="rId5"/>
                <a:stretch>
                  <a:fillRect l="-1289" b="-135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Google Shape;244;p18">
            <a:extLst>
              <a:ext uri="{FF2B5EF4-FFF2-40B4-BE49-F238E27FC236}">
                <a16:creationId xmlns:a16="http://schemas.microsoft.com/office/drawing/2014/main" id="{421CAC97-C78E-7B68-FB5C-2C29CFA39DBE}"/>
              </a:ext>
            </a:extLst>
          </p:cNvPr>
          <p:cNvSpPr txBox="1"/>
          <p:nvPr/>
        </p:nvSpPr>
        <p:spPr>
          <a:xfrm>
            <a:off x="1600200" y="2738220"/>
            <a:ext cx="92487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Pista: La clave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léxica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está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y solo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".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Necesitarás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plantear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 Black"/>
                <a:ea typeface="Lato Black"/>
                <a:cs typeface="Lato Black"/>
                <a:sym typeface="Lato Black"/>
              </a:rPr>
              <a:t>Doble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 Black"/>
                <a:ea typeface="Lato Black"/>
                <a:cs typeface="Lato Black"/>
                <a:sym typeface="Lato Black"/>
              </a:rPr>
              <a:t>Implicación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probar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ida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y la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vuelta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separado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usando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método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prefieras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00" b="0" i="0" u="none" strike="noStrike" cap="none" dirty="0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2400" dirty="0"/>
          </a:p>
        </p:txBody>
      </p:sp>
      <p:pic>
        <p:nvPicPr>
          <p:cNvPr id="247" name="Google Shape;247;p18" descr="image.png">
            <a:extLst>
              <a:ext uri="{FF2B5EF4-FFF2-40B4-BE49-F238E27FC236}">
                <a16:creationId xmlns:a16="http://schemas.microsoft.com/office/drawing/2014/main" id="{DF7BA768-BACF-5DD2-9C17-034E4808BAF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90650" y="2881386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>
            <a:extLst>
              <a:ext uri="{FF2B5EF4-FFF2-40B4-BE49-F238E27FC236}">
                <a16:creationId xmlns:a16="http://schemas.microsoft.com/office/drawing/2014/main" id="{9BE26FBB-A7EE-8D56-7739-D269C8821755}"/>
              </a:ext>
            </a:extLst>
          </p:cNvPr>
          <p:cNvSpPr txBox="1"/>
          <p:nvPr/>
        </p:nvSpPr>
        <p:spPr>
          <a:xfrm>
            <a:off x="295275" y="5524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Ejercicios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Práctica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Independiente (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Parte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2)</a:t>
            </a:r>
            <a:endParaRPr dirty="0"/>
          </a:p>
        </p:txBody>
      </p:sp>
      <p:sp>
        <p:nvSpPr>
          <p:cNvPr id="249" name="Google Shape;249;p18">
            <a:extLst>
              <a:ext uri="{FF2B5EF4-FFF2-40B4-BE49-F238E27FC236}">
                <a16:creationId xmlns:a16="http://schemas.microsoft.com/office/drawing/2014/main" id="{36C23335-6D17-0F42-9816-384EEA9EFF8B}"/>
              </a:ext>
            </a:extLst>
          </p:cNvPr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¡Es tu turno de aplicar las técnicas y demostrar!</a:t>
            </a:r>
            <a:endParaRPr/>
          </a:p>
        </p:txBody>
      </p:sp>
      <p:pic>
        <p:nvPicPr>
          <p:cNvPr id="255" name="Google Shape;25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5375" y="4239445"/>
            <a:ext cx="10001250" cy="201305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9"/>
          <p:cNvSpPr txBox="1"/>
          <p:nvPr/>
        </p:nvSpPr>
        <p:spPr>
          <a:xfrm>
            <a:off x="1390650" y="4439470"/>
            <a:ext cx="99312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47857"/>
                </a:solidFill>
                <a:latin typeface="Poppins"/>
                <a:ea typeface="Poppins"/>
                <a:cs typeface="Poppins"/>
                <a:sym typeface="Poppins"/>
              </a:rPr>
              <a:t>Enunciado 4: Álgebra Lineal</a:t>
            </a:r>
            <a:endParaRPr sz="2400"/>
          </a:p>
        </p:txBody>
      </p:sp>
      <p:sp>
        <p:nvSpPr>
          <p:cNvPr id="260" name="Google Shape;260;p19"/>
          <p:cNvSpPr txBox="1"/>
          <p:nvPr/>
        </p:nvSpPr>
        <p:spPr>
          <a:xfrm>
            <a:off x="1390650" y="4820470"/>
            <a:ext cx="94583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Demuestra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6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"Si 3n + 2 es un </a:t>
            </a:r>
            <a:r>
              <a:rPr lang="en-US" sz="16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6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impar, </a:t>
            </a:r>
            <a:r>
              <a:rPr lang="en-US" sz="16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entonces</a:t>
            </a:r>
            <a:r>
              <a:rPr lang="en-US" sz="16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 </a:t>
            </a:r>
            <a:r>
              <a:rPr lang="en-US" sz="16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debe</a:t>
            </a:r>
            <a:r>
              <a:rPr lang="en-US" sz="16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ser un </a:t>
            </a:r>
            <a:r>
              <a:rPr lang="en-US" sz="16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6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impar"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  <p:sp>
        <p:nvSpPr>
          <p:cNvPr id="261" name="Google Shape;261;p19"/>
          <p:cNvSpPr txBox="1"/>
          <p:nvPr/>
        </p:nvSpPr>
        <p:spPr>
          <a:xfrm>
            <a:off x="1600200" y="5243449"/>
            <a:ext cx="92678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Pista: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Probar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esto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directamente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engorroso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Utiliza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 Black"/>
                <a:ea typeface="Lato Black"/>
                <a:cs typeface="Lato Black"/>
                <a:sym typeface="Lato Black"/>
              </a:rPr>
              <a:t>Demostración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 Black"/>
                <a:ea typeface="Lato Black"/>
                <a:cs typeface="Lato Black"/>
                <a:sym typeface="Lato Black"/>
              </a:rPr>
              <a:t>Indirecta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Prueba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contrarrecíproca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: "Si n es par, </a:t>
            </a:r>
            <a:r>
              <a:rPr lang="en-US" sz="1600" b="0" i="0" u="none" strike="noStrike" cap="none" dirty="0" err="1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entonces</a:t>
            </a:r>
            <a:r>
              <a:rPr lang="en-US" sz="1600" b="0" i="0" u="none" strike="noStrike" cap="none" dirty="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 3n + 2 es par".</a:t>
            </a:r>
            <a:endParaRPr sz="2400" dirty="0"/>
          </a:p>
        </p:txBody>
      </p:sp>
      <p:pic>
        <p:nvPicPr>
          <p:cNvPr id="268" name="Google Shape;26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90650" y="5357591"/>
            <a:ext cx="114300" cy="15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026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375" y="1793512"/>
            <a:ext cx="10001250" cy="1977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375" y="3991674"/>
            <a:ext cx="10001250" cy="228049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1390650" y="1993537"/>
            <a:ext cx="99312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B45309"/>
                </a:solidFill>
                <a:latin typeface="Poppins"/>
                <a:ea typeface="Poppins"/>
                <a:cs typeface="Poppins"/>
                <a:sym typeface="Poppins"/>
              </a:rPr>
              <a:t>Enunciado 5: Conceptos Límite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3" name="Google Shape;263;p19"/>
              <p:cNvSpPr txBox="1"/>
              <p:nvPr/>
            </p:nvSpPr>
            <p:spPr>
              <a:xfrm>
                <a:off x="1390650" y="2374537"/>
                <a:ext cx="9458325" cy="4893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>
                  <a:lnSpc>
                    <a:spcPct val="160000"/>
                  </a:lnSpc>
                </a:pPr>
                <a:r>
                  <a:rPr lang="en-US" sz="1600" b="0" i="0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Demuestra </a:t>
                </a:r>
                <a:r>
                  <a:rPr lang="en-US" sz="1600" b="0" i="0" u="none" strike="noStrike" cap="none" dirty="0" err="1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analíticamente</a:t>
                </a:r>
                <a:r>
                  <a:rPr lang="en-US" sz="1600" b="0" i="0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-US" sz="1600" b="0" i="0" u="none" strike="noStrike" cap="none" dirty="0" err="1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que</a:t>
                </a:r>
                <a:r>
                  <a:rPr lang="en-US" sz="1600" b="0" i="0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: </a:t>
                </a:r>
                <a:r>
                  <a:rPr lang="en-US" sz="1600" b="0" i="1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"</a:t>
                </a:r>
                <a:r>
                  <a:rPr lang="es-CO" sz="1600" dirty="0"/>
                  <a:t> Para todos los números reales </a:t>
                </a:r>
                <a14:m>
                  <m:oMath xmlns:m="http://schemas.openxmlformats.org/officeDocument/2006/math">
                    <m:r>
                      <a:rPr lang="es-CO" i="1"/>
                      <m:t>𝑎</m:t>
                    </m:r>
                  </m:oMath>
                </a14:m>
                <a:r>
                  <a:rPr lang="es-CO" sz="1600" dirty="0"/>
                  <a:t>y </a:t>
                </a:r>
                <a14:m>
                  <m:oMath xmlns:m="http://schemas.openxmlformats.org/officeDocument/2006/math">
                    <m:r>
                      <a:rPr lang="es-CO" i="1"/>
                      <m:t>𝑏</m:t>
                    </m:r>
                  </m:oMath>
                </a14:m>
                <a:r>
                  <a:rPr lang="es-CO" sz="1600" dirty="0"/>
                  <a:t>, se cumple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/>
                        </m:ctrlPr>
                      </m:radPr>
                      <m:deg/>
                      <m:e>
                        <m:r>
                          <a:rPr lang="ar-AE" i="1"/>
                          <m:t>𝑎</m:t>
                        </m:r>
                        <m:r>
                          <a:rPr lang="ar-AE"/>
                          <m:t>+</m:t>
                        </m:r>
                        <m:r>
                          <a:rPr lang="ar-AE" i="1"/>
                          <m:t>𝑏</m:t>
                        </m:r>
                      </m:e>
                    </m:rad>
                    <m:r>
                      <a:rPr lang="ar-AE"/>
                      <m:t>=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r>
                          <a:rPr lang="ar-AE" i="1"/>
                          <m:t>𝑎</m:t>
                        </m:r>
                      </m:e>
                    </m:rad>
                    <m:r>
                      <a:rPr lang="ar-AE"/>
                      <m:t>+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r>
                          <a:rPr lang="ar-AE" i="1"/>
                          <m:t>𝑏</m:t>
                        </m:r>
                      </m:e>
                    </m:rad>
                    <m:r>
                      <a:rPr lang="es-ES" b="0" i="1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endParaRPr sz="2400" dirty="0"/>
              </a:p>
            </p:txBody>
          </p:sp>
        </mc:Choice>
        <mc:Fallback>
          <p:sp>
            <p:nvSpPr>
              <p:cNvPr id="263" name="Google Shape;263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650" y="2374537"/>
                <a:ext cx="9458325" cy="489365"/>
              </a:xfrm>
              <a:prstGeom prst="rect">
                <a:avLst/>
              </a:prstGeom>
              <a:blipFill>
                <a:blip r:embed="rId6"/>
                <a:stretch>
                  <a:fillRect l="-1289" b="-11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4" name="Google Shape;264;p19"/>
          <p:cNvSpPr txBox="1"/>
          <p:nvPr/>
        </p:nvSpPr>
        <p:spPr>
          <a:xfrm>
            <a:off x="1619250" y="2940703"/>
            <a:ext cx="92297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Pista: </a:t>
            </a:r>
            <a:r>
              <a:rPr lang="en-US" sz="1600" b="0" i="0" u="none" strike="noStrike" cap="none" dirty="0" err="1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Requiere</a:t>
            </a:r>
            <a:r>
              <a:rPr lang="en-US" sz="1600" b="0" i="0" u="none" strike="noStrike" cap="none" dirty="0">
                <a:solidFill>
                  <a:srgbClr val="F59E0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F59E0B"/>
                </a:solidFill>
                <a:latin typeface="Lato Black"/>
                <a:ea typeface="Lato Black"/>
                <a:cs typeface="Lato Black"/>
                <a:sym typeface="Lato Black"/>
              </a:rPr>
              <a:t>contraejemplo</a:t>
            </a:r>
            <a:r>
              <a:rPr lang="en-US" sz="1600" b="0" i="0" u="none" strike="noStrike" cap="none" dirty="0">
                <a:solidFill>
                  <a:srgbClr val="F59E0B"/>
                </a:solidFill>
                <a:latin typeface="Lato Black"/>
                <a:ea typeface="Lato Black"/>
                <a:cs typeface="Lato Black"/>
                <a:sym typeface="Lato Black"/>
              </a:rPr>
              <a:t>.</a:t>
            </a:r>
            <a:endParaRPr sz="2400" dirty="0"/>
          </a:p>
        </p:txBody>
      </p:sp>
      <p:sp>
        <p:nvSpPr>
          <p:cNvPr id="265" name="Google Shape;265;p19"/>
          <p:cNvSpPr txBox="1"/>
          <p:nvPr/>
        </p:nvSpPr>
        <p:spPr>
          <a:xfrm>
            <a:off x="1390650" y="4485219"/>
            <a:ext cx="99312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E7490"/>
                </a:solidFill>
                <a:latin typeface="Poppins"/>
                <a:ea typeface="Poppins"/>
                <a:cs typeface="Poppins"/>
                <a:sym typeface="Poppins"/>
              </a:rPr>
              <a:t>Enunciado 6: Secuencias Numéricas</a:t>
            </a:r>
            <a:endParaRPr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6" name="Google Shape;266;p19"/>
              <p:cNvSpPr txBox="1"/>
              <p:nvPr/>
            </p:nvSpPr>
            <p:spPr>
              <a:xfrm>
                <a:off x="1390650" y="4695091"/>
                <a:ext cx="9458325" cy="486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lvl="0">
                  <a:lnSpc>
                    <a:spcPct val="160000"/>
                  </a:lnSpc>
                </a:pPr>
                <a:r>
                  <a:rPr lang="en-US" sz="1600" b="0" i="0" u="none" strike="noStrike" cap="none" dirty="0" err="1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Demuestra</a:t>
                </a:r>
                <a:r>
                  <a:rPr lang="en-US" sz="1600" b="0" i="0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-US" sz="1600" b="0" i="0" u="none" strike="noStrike" cap="none" dirty="0" err="1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que</a:t>
                </a:r>
                <a:r>
                  <a:rPr lang="en-US" sz="1600" b="0" i="0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: </a:t>
                </a:r>
                <a:r>
                  <a:rPr lang="es-CO" sz="1600" dirty="0"/>
                  <a:t>Demuestra que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/>
                        </m:ctrlPr>
                      </m:radPr>
                      <m:deg/>
                      <m:e>
                        <m:r>
                          <a:rPr lang="ar-AE"/>
                          <m:t>2</m:t>
                        </m:r>
                      </m:e>
                    </m:rad>
                  </m:oMath>
                </a14:m>
                <a:r>
                  <a:rPr lang="es-CO" sz="1600" dirty="0"/>
                  <a:t> es irracional.</a:t>
                </a:r>
                <a:endParaRPr sz="2400" dirty="0"/>
              </a:p>
            </p:txBody>
          </p:sp>
        </mc:Choice>
        <mc:Fallback>
          <p:sp>
            <p:nvSpPr>
              <p:cNvPr id="266" name="Google Shape;266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650" y="4695091"/>
                <a:ext cx="9458325" cy="486415"/>
              </a:xfrm>
              <a:prstGeom prst="rect">
                <a:avLst/>
              </a:prstGeom>
              <a:blipFill>
                <a:blip r:embed="rId7"/>
                <a:stretch>
                  <a:fillRect l="-1289" b="-1125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7" name="Google Shape;267;p19"/>
          <p:cNvSpPr txBox="1"/>
          <p:nvPr/>
        </p:nvSpPr>
        <p:spPr>
          <a:xfrm>
            <a:off x="1481137" y="5350011"/>
            <a:ext cx="92297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Pista: </a:t>
            </a:r>
            <a:r>
              <a:rPr lang="es-ES" sz="1600" b="0" i="0" u="none" strike="noStrike" cap="none" dirty="0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Requiere Reducción al Absurdo (Contradicción). </a:t>
            </a:r>
            <a:endParaRPr sz="2400" dirty="0"/>
          </a:p>
        </p:txBody>
      </p:sp>
      <p:pic>
        <p:nvPicPr>
          <p:cNvPr id="269" name="Google Shape;26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90650" y="291165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38250" y="549004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 txBox="1"/>
          <p:nvPr/>
        </p:nvSpPr>
        <p:spPr>
          <a:xfrm>
            <a:off x="295275" y="5524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Ejercicios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para 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Práctica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Independiente (</a:t>
            </a:r>
            <a:r>
              <a:rPr lang="en-US" sz="31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Parte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3)</a:t>
            </a:r>
            <a:endParaRPr dirty="0"/>
          </a:p>
        </p:txBody>
      </p:sp>
      <p:sp>
        <p:nvSpPr>
          <p:cNvPr id="272" name="Google Shape;272;p19"/>
          <p:cNvSpPr txBox="1"/>
          <p:nvPr/>
        </p:nvSpPr>
        <p:spPr>
          <a:xfrm>
            <a:off x="571500" y="124777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Avanzando un nivel más en la abstracción matemática.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0B8AF-6022-4E5B-06B9-24B4B78C8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AB1FB-E3DC-2D26-6B2C-08A25A3B7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0326D8-E30C-AD24-3EAA-BCE96D5C0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8B8AA84-A5E1-21DE-2EAE-BD6F0C302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B1BB9-F4AA-2D61-3C1B-74A58B29D078}"/>
              </a:ext>
            </a:extLst>
          </p:cNvPr>
          <p:cNvSpPr/>
          <p:nvPr/>
        </p:nvSpPr>
        <p:spPr>
          <a:xfrm>
            <a:off x="1330467" y="3166712"/>
            <a:ext cx="9531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lt1"/>
              </a:buClr>
              <a:buSzPts val="5400"/>
            </a:pPr>
            <a:r>
              <a:rPr lang="es-MX" sz="5400" b="1" dirty="0">
                <a:solidFill>
                  <a:schemeClr val="bg1"/>
                </a:solidFill>
                <a:latin typeface="Montserrat" panose="00000500000000000000" pitchFamily="50" charset="0"/>
                <a:ea typeface="Roboto" panose="02000000000000000000" pitchFamily="2" charset="0"/>
                <a:cs typeface="Myanmar Text" panose="020B0502040204020203" pitchFamily="34" charset="0"/>
              </a:rPr>
              <a:t>¡MUCHAS GRACIAS!</a:t>
            </a:r>
            <a:endParaRPr lang="es-MX" sz="5400" b="1" dirty="0">
              <a:latin typeface="Montserrat" panose="00000500000000000000" pitchFamily="50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26931EB-0942-B142-0FC7-C81642E72B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410236" y="1629116"/>
            <a:ext cx="913016" cy="474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3338"/>
      </p:ext>
    </p:extLst>
  </p:cSld>
  <p:clrMapOvr>
    <a:masterClrMapping/>
  </p:clrMapOvr>
</p:sld>
</file>

<file path=ppt/theme/theme1.xml><?xml version="1.0" encoding="utf-8"?>
<a:theme xmlns:a="http://schemas.openxmlformats.org/drawingml/2006/main" name="3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8a1637-15bf-40de-bb83-d1701772c8de">
      <Terms xmlns="http://schemas.microsoft.com/office/infopath/2007/PartnerControls"/>
    </lcf76f155ced4ddcb4097134ff3c332f>
    <TaxCatchAll xmlns="02f92887-2380-4577-a522-0d3d154534c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9F5C132E68874FBA0DC0A54E1CE725" ma:contentTypeVersion="18" ma:contentTypeDescription="Crear nuevo documento." ma:contentTypeScope="" ma:versionID="e2679dce9c770ce644d68ae78ced9a67">
  <xsd:schema xmlns:xsd="http://www.w3.org/2001/XMLSchema" xmlns:xs="http://www.w3.org/2001/XMLSchema" xmlns:p="http://schemas.microsoft.com/office/2006/metadata/properties" xmlns:ns2="898a1637-15bf-40de-bb83-d1701772c8de" xmlns:ns3="02f92887-2380-4577-a522-0d3d154534c9" targetNamespace="http://schemas.microsoft.com/office/2006/metadata/properties" ma:root="true" ma:fieldsID="ac16bf50419132631741af3fc9f6716f" ns2:_="" ns3:_="">
    <xsd:import namespace="898a1637-15bf-40de-bb83-d1701772c8de"/>
    <xsd:import namespace="02f92887-2380-4577-a522-0d3d154534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8a1637-15bf-40de-bb83-d1701772c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3275abd0-3801-4d23-a03f-3aac7ab7ca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f92887-2380-4577-a522-0d3d154534c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4069e7-55c8-4405-8338-860c549c6caf}" ma:internalName="TaxCatchAll" ma:showField="CatchAllData" ma:web="02f92887-2380-4577-a522-0d3d154534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88521E-61ED-4F45-B1B4-1DD77D94DB22}">
  <ds:schemaRefs>
    <ds:schemaRef ds:uri="http://www.w3.org/XML/1998/namespace"/>
    <ds:schemaRef ds:uri="898a1637-15bf-40de-bb83-d1701772c8d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02f92887-2380-4577-a522-0d3d154534c9"/>
  </ds:schemaRefs>
</ds:datastoreItem>
</file>

<file path=customXml/itemProps2.xml><?xml version="1.0" encoding="utf-8"?>
<ds:datastoreItem xmlns:ds="http://schemas.openxmlformats.org/officeDocument/2006/customXml" ds:itemID="{D8C3A831-1960-4B95-88DB-D7294C7258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98a1637-15bf-40de-bb83-d1701772c8de"/>
    <ds:schemaRef ds:uri="02f92887-2380-4577-a522-0d3d154534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B2C89B-F763-4A7D-B5C0-BB607F1202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8033</TotalTime>
  <Words>3201</Words>
  <Application>Microsoft Office PowerPoint</Application>
  <PresentationFormat>Panorámica</PresentationFormat>
  <Paragraphs>255</Paragraphs>
  <Slides>30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30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Lato</vt:lpstr>
      <vt:lpstr>Lato Black</vt:lpstr>
      <vt:lpstr>Montserrat</vt:lpstr>
      <vt:lpstr>Poppins</vt:lpstr>
      <vt:lpstr>Poppins SemiBold</vt:lpstr>
      <vt:lpstr>Times New Roman</vt:lpstr>
      <vt:lpstr>3_Tema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Andrea Yepes Gómez</dc:creator>
  <cp:lastModifiedBy>Sebastian Montoya Villada</cp:lastModifiedBy>
  <cp:revision>483</cp:revision>
  <dcterms:created xsi:type="dcterms:W3CDTF">2022-07-12T20:27:57Z</dcterms:created>
  <dcterms:modified xsi:type="dcterms:W3CDTF">2026-03-06T14:41:14Z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0x0101007D9F5C132E68874FBA0DC0A54E1CE725</vt:lpwstr>
  </property>
</Properties>
</file>